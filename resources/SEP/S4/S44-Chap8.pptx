
<file path=[Content_Types].xml><?xml version="1.0" encoding="utf-8"?>
<Types xmlns="http://schemas.openxmlformats.org/package/2006/content-types">
  <Override PartName="/ppt/tags/tag8.xml" ContentType="application/vnd.openxmlformats-officedocument.presentationml.tags+xml"/>
  <Override PartName="/ppt/notesSlides/notesSlide2.xml" ContentType="application/vnd.openxmlformats-officedocument.presentationml.notesSlide+xml"/>
  <Override PartName="/ppt/slides/slide4.xml" ContentType="application/vnd.openxmlformats-officedocument.presentationml.slide+xml"/>
  <Override PartName="/ppt/slideLayouts/slideLayout6.xml" ContentType="application/vnd.openxmlformats-officedocument.presentationml.slideLayout+xml"/>
  <Override PartName="/ppt/tags/tag4.xml" ContentType="application/vnd.openxmlformats-officedocument.presentationml.tags+xml"/>
  <Override PartName="/ppt/theme/theme1.xml" ContentType="application/vnd.openxmlformats-officedocument.theme+xml"/>
  <Override PartName="/ppt/slideLayouts/slideLayout2.xml" ContentType="application/vnd.openxmlformats-officedocument.presentationml.slideLayout+xml"/>
  <Override PartName="/ppt/tags/tag49.xml" ContentType="application/vnd.openxmlformats-officedocument.presentationml.tags+xml"/>
  <Default Extension="xml" ContentType="application/xml"/>
  <Override PartName="/ppt/notesMasters/notesMaster1.xml" ContentType="application/vnd.openxmlformats-officedocument.presentationml.notesMaster+xml"/>
  <Default Extension="fntdata" ContentType="application/x-fontdata"/>
  <Override PartName="/ppt/tags/tag29.xml" ContentType="application/vnd.openxmlformats-officedocument.presentationml.tags+xml"/>
  <Override PartName="/ppt/tags/tag38.xml" ContentType="application/vnd.openxmlformats-officedocument.presentationml.tags+xml"/>
  <Override PartName="/ppt/tags/tag47.xml" ContentType="application/vnd.openxmlformats-officedocument.presentationml.tags+xml"/>
  <Override PartName="/ppt/tags/tag56.xml" ContentType="application/vnd.openxmlformats-officedocument.presentationml.tags+xml"/>
  <Override PartName="/ppt/slides/slide1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tags/tag16.xml" ContentType="application/vnd.openxmlformats-officedocument.presentationml.tags+xml"/>
  <Override PartName="/ppt/tags/tag18.xml" ContentType="application/vnd.openxmlformats-officedocument.presentationml.tags+xml"/>
  <Override PartName="/ppt/tags/tag27.xml" ContentType="application/vnd.openxmlformats-officedocument.presentationml.tags+xml"/>
  <Override PartName="/ppt/tags/tag36.xml" ContentType="application/vnd.openxmlformats-officedocument.presentationml.tags+xml"/>
  <Override PartName="/ppt/tags/tag45.xml" ContentType="application/vnd.openxmlformats-officedocument.presentationml.tags+xml"/>
  <Override PartName="/ppt/tags/tag54.xml" ContentType="application/vnd.openxmlformats-officedocument.presentationml.tags+xml"/>
  <Override PartName="/ppt/tags/tag63.xml" ContentType="application/vnd.openxmlformats-officedocument.presentationml.tags+xml"/>
  <Override PartName="/ppt/tags/tag65.xml" ContentType="application/vnd.openxmlformats-officedocument.presentationml.tags+xml"/>
  <Override PartName="/ppt/commentAuthors.xml" ContentType="application/vnd.openxmlformats-officedocument.presentationml.commentAuthors+xml"/>
  <Override PartName="/ppt/tags/tag14.xml" ContentType="application/vnd.openxmlformats-officedocument.presentationml.tags+xml"/>
  <Override PartName="/ppt/tags/tag25.xml" ContentType="application/vnd.openxmlformats-officedocument.presentationml.tags+xml"/>
  <Override PartName="/ppt/tags/tag34.xml" ContentType="application/vnd.openxmlformats-officedocument.presentationml.tags+xml"/>
  <Override PartName="/ppt/tags/tag43.xml" ContentType="application/vnd.openxmlformats-officedocument.presentationml.tags+xml"/>
  <Override PartName="/ppt/tags/tag52.xml" ContentType="application/vnd.openxmlformats-officedocument.presentationml.tags+xml"/>
  <Override PartName="/ppt/tags/tag61.xml" ContentType="application/vnd.openxmlformats-officedocument.presentationml.tags+xml"/>
  <Override PartName="/ppt/tags/tag12.xml" ContentType="application/vnd.openxmlformats-officedocument.presentationml.tags+xml"/>
  <Override PartName="/ppt/tags/tag23.xml" ContentType="application/vnd.openxmlformats-officedocument.presentationml.tags+xml"/>
  <Override PartName="/ppt/tags/tag32.xml" ContentType="application/vnd.openxmlformats-officedocument.presentationml.tags+xml"/>
  <Override PartName="/ppt/tags/tag41.xml" ContentType="application/vnd.openxmlformats-officedocument.presentationml.tags+xml"/>
  <Override PartName="/ppt/tags/tag50.xml" ContentType="application/vnd.openxmlformats-officedocument.presentationml.tags+xml"/>
  <Override PartName="/ppt/slides/slide7.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ppt/tags/tag9.xml" ContentType="application/vnd.openxmlformats-officedocument.presentationml.tags+xml"/>
  <Override PartName="/ppt/tags/tag10.xml" ContentType="application/vnd.openxmlformats-officedocument.presentationml.tags+xml"/>
  <Override PartName="/ppt/tags/tag21.xml" ContentType="application/vnd.openxmlformats-officedocument.presentationml.tags+xml"/>
  <Override PartName="/ppt/tags/tag30.xml" ContentType="application/vnd.openxmlformats-officedocument.presentationml.tags+xml"/>
  <Override PartName="/ppt/notesSlides/notesSlide5.xml" ContentType="application/vnd.openxmlformats-officedocument.presentationml.notesSlide+xml"/>
  <Override PartName="/ppt/slides/slide5.xml" ContentType="application/vnd.openxmlformats-officedocument.presentationml.slide+xml"/>
  <Override PartName="/ppt/slideLayouts/slideLayout7.xml" ContentType="application/vnd.openxmlformats-officedocument.presentationml.slideLayout+xml"/>
  <Override PartName="/ppt/tags/tag7.xml" ContentType="application/vnd.openxmlformats-officedocument.presentationml.tags+xml"/>
  <Override PartName="/ppt/notesSlides/notesSlide1.xml" ContentType="application/vnd.openxmlformats-officedocument.presentationml.notesSlide+xml"/>
  <Override PartName="/ppt/notesSlides/notesSlide3.xml" ContentType="application/vnd.openxmlformats-officedocument.presentationml.notesSlide+xml"/>
  <Default Extension="png" ContentType="image/png"/>
  <Override PartName="/ppt/slides/slide3.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theme/theme2.xml" ContentType="application/vnd.openxmlformats-officedocument.theme+xml"/>
  <Override PartName="/ppt/tags/tag5.xml" ContentType="application/vnd.openxmlformats-officedocument.presentationml.tags+xml"/>
  <Override PartName="/ppt/slides/slide1.xml" ContentType="application/vnd.openxmlformats-officedocument.presentationml.slide+xml"/>
  <Default Extension="jpeg" ContentType="image/jpeg"/>
  <Override PartName="/ppt/slideLayouts/slideLayout3.xml" ContentType="application/vnd.openxmlformats-officedocument.presentationml.slideLayout+xml"/>
  <Override PartName="/ppt/tags/tag3.xml" ContentType="application/vnd.openxmlformats-officedocument.presentationml.tags+xml"/>
  <Override PartName="/ppt/tags/tag39.xml" ContentType="application/vnd.openxmlformats-officedocument.presentationml.tags+xml"/>
  <Override PartName="/ppt/tags/tag59.xml" ContentType="application/vnd.openxmlformats-officedocument.presentationml.tags+xml"/>
  <Override PartName="/ppt/presentation.xml" ContentType="application/vnd.openxmlformats-officedocument.presentationml.presentation.main+xml"/>
  <Override PartName="/ppt/slideLayouts/slideLayout1.xml" ContentType="application/vnd.openxmlformats-officedocument.presentationml.slideLayout+xml"/>
  <Override PartName="/ppt/tags/tag1.xml" ContentType="application/vnd.openxmlformats-officedocument.presentationml.tags+xml"/>
  <Override PartName="/ppt/tags/tag19.xml" ContentType="application/vnd.openxmlformats-officedocument.presentationml.tags+xml"/>
  <Override PartName="/ppt/tags/tag28.xml" ContentType="application/vnd.openxmlformats-officedocument.presentationml.tags+xml"/>
  <Override PartName="/ppt/tags/tag37.xml" ContentType="application/vnd.openxmlformats-officedocument.presentationml.tags+xml"/>
  <Override PartName="/ppt/tags/tag48.xml" ContentType="application/vnd.openxmlformats-officedocument.presentationml.tags+xml"/>
  <Override PartName="/ppt/tags/tag57.xml" ContentType="application/vnd.openxmlformats-officedocument.presentationml.tags+xml"/>
  <Override PartName="/ppt/tags/tag66.xml" ContentType="application/vnd.openxmlformats-officedocument.presentationml.tags+xml"/>
  <Override PartName="/docProps/app.xml" ContentType="application/vnd.openxmlformats-officedocument.extended-properties+xml"/>
  <Override PartName="/ppt/tags/tag17.xml" ContentType="application/vnd.openxmlformats-officedocument.presentationml.tags+xml"/>
  <Override PartName="/ppt/tags/tag26.xml" ContentType="application/vnd.openxmlformats-officedocument.presentationml.tags+xml"/>
  <Override PartName="/ppt/tags/tag35.xml" ContentType="application/vnd.openxmlformats-officedocument.presentationml.tags+xml"/>
  <Override PartName="/ppt/tags/tag46.xml" ContentType="application/vnd.openxmlformats-officedocument.presentationml.tags+xml"/>
  <Override PartName="/ppt/tags/tag55.xml" ContentType="application/vnd.openxmlformats-officedocument.presentationml.tags+xml"/>
  <Override PartName="/ppt/tags/tag64.xml" ContentType="application/vnd.openxmlformats-officedocument.presentationml.tags+xml"/>
  <Override PartName="/ppt/slideLayouts/slideLayout10.xml" ContentType="application/vnd.openxmlformats-officedocument.presentationml.slideLayout+xml"/>
  <Override PartName="/ppt/tags/tag15.xml" ContentType="application/vnd.openxmlformats-officedocument.presentationml.tags+xml"/>
  <Override PartName="/ppt/tags/tag24.xml" ContentType="application/vnd.openxmlformats-officedocument.presentationml.tags+xml"/>
  <Override PartName="/ppt/tags/tag33.xml" ContentType="application/vnd.openxmlformats-officedocument.presentationml.tags+xml"/>
  <Override PartName="/ppt/tags/tag44.xml" ContentType="application/vnd.openxmlformats-officedocument.presentationml.tags+xml"/>
  <Override PartName="/ppt/tags/tag53.xml" ContentType="application/vnd.openxmlformats-officedocument.presentationml.tags+xml"/>
  <Override PartName="/ppt/tags/tag62.xml" ContentType="application/vnd.openxmlformats-officedocument.presentationml.tags+xml"/>
  <Override PartName="/ppt/tags/tag13.xml" ContentType="application/vnd.openxmlformats-officedocument.presentationml.tags+xml"/>
  <Override PartName="/ppt/tags/tag22.xml" ContentType="application/vnd.openxmlformats-officedocument.presentationml.tags+xml"/>
  <Override PartName="/ppt/tags/tag31.xml" ContentType="application/vnd.openxmlformats-officedocument.presentationml.tags+xml"/>
  <Override PartName="/ppt/tags/tag40.xml" ContentType="application/vnd.openxmlformats-officedocument.presentationml.tags+xml"/>
  <Override PartName="/ppt/tags/tag42.xml" ContentType="application/vnd.openxmlformats-officedocument.presentationml.tags+xml"/>
  <Override PartName="/ppt/tags/tag51.xml" ContentType="application/vnd.openxmlformats-officedocument.presentationml.tags+xml"/>
  <Override PartName="/ppt/tags/tag60.xml" ContentType="application/vnd.openxmlformats-officedocument.presentationml.tags+xml"/>
  <Override PartName="/ppt/notesSlides/notesSlide6.xml" ContentType="application/vnd.openxmlformats-officedocument.presentationml.notesSlide+xml"/>
  <Override PartName="/ppt/slides/slide8.xml" ContentType="application/vnd.openxmlformats-officedocument.presentationml.slide+xml"/>
  <Override PartName="/ppt/handoutMasters/handoutMaster1.xml" ContentType="application/vnd.openxmlformats-officedocument.presentationml.handoutMaster+xml"/>
  <Override PartName="/ppt/tags/tag11.xml" ContentType="application/vnd.openxmlformats-officedocument.presentationml.tags+xml"/>
  <Override PartName="/ppt/tags/tag20.xml" ContentType="application/vnd.openxmlformats-officedocument.presentationml.tags+xml"/>
  <Override PartName="/ppt/notesSlides/notesSlide4.xml" ContentType="application/vnd.openxmlformats-officedocument.presentationml.notesSlide+xml"/>
  <Override PartName="/docProps/core.xml" ContentType="application/vnd.openxmlformats-package.core-properties+xml"/>
  <Override PartName="/ppt/slides/slide6.xml" ContentType="application/vnd.openxmlformats-officedocument.presentationml.slide+xml"/>
  <Override PartName="/ppt/slideLayouts/slideLayout8.xml" ContentType="application/vnd.openxmlformats-officedocument.presentationml.slideLayout+xml"/>
  <Override PartName="/ppt/tags/tag6.xml" ContentType="application/vnd.openxmlformats-officedocument.presentationml.tags+xml"/>
  <Override PartName="/ppt/slideMasters/slideMaster1.xml" ContentType="application/vnd.openxmlformats-officedocument.presentationml.slideMaster+xml"/>
  <Override PartName="/ppt/slideLayouts/slideLayout4.xml" ContentType="application/vnd.openxmlformats-officedocument.presentationml.slideLayout+xml"/>
  <Override PartName="/ppt/theme/theme3.xml" ContentType="application/vnd.openxmlformats-officedocument.theme+xml"/>
  <Override PartName="/ppt/slides/slide2.xml" ContentType="application/vnd.openxmlformats-officedocument.presentationml.slide+xml"/>
  <Override PartName="/ppt/tags/tag2.xml" ContentType="application/vnd.openxmlformats-officedocument.presentationml.tags+xml"/>
  <Override PartName="/ppt/tags/tag58.xml" ContentType="application/vnd.openxmlformats-officedocument.presentationml.tags+xml"/>
  <Default Extension="rels" ContentType="application/vnd.openxmlformats-package.relationship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62" r:id="rId1"/>
  </p:sldMasterIdLst>
  <p:notesMasterIdLst>
    <p:notesMasterId r:id="rId12"/>
  </p:notesMasterIdLst>
  <p:handoutMasterIdLst>
    <p:handoutMasterId r:id="rId13"/>
  </p:handoutMasterIdLst>
  <p:sldIdLst>
    <p:sldId id="416" r:id="rId2"/>
    <p:sldId id="473" r:id="rId3"/>
    <p:sldId id="523" r:id="rId4"/>
    <p:sldId id="509" r:id="rId5"/>
    <p:sldId id="527" r:id="rId6"/>
    <p:sldId id="528" r:id="rId7"/>
    <p:sldId id="510" r:id="rId8"/>
    <p:sldId id="511" r:id="rId9"/>
    <p:sldId id="529" r:id="rId10"/>
    <p:sldId id="530" r:id="rId11"/>
  </p:sldIdLst>
  <p:sldSz cx="9144000" cy="6858000" type="screen4x3"/>
  <p:notesSz cx="6858000" cy="9144000"/>
  <p:embeddedFontLst>
    <p:embeddedFont>
      <p:font typeface="Georgia" pitchFamily="18" charset="0"/>
      <p:regular r:id="rId14"/>
      <p:bold r:id="rId15"/>
      <p:italic r:id="rId16"/>
      <p:boldItalic r:id="rId17"/>
    </p:embeddedFont>
    <p:embeddedFont>
      <p:font typeface="Arial Narrow" pitchFamily="34" charset="0"/>
      <p:regular r:id="rId18"/>
      <p:bold r:id="rId19"/>
      <p:italic r:id="rId20"/>
      <p:boldItalic r:id="rId21"/>
    </p:embeddedFont>
    <p:embeddedFont>
      <p:font typeface="Wingdings 2" pitchFamily="18" charset="2"/>
      <p:regular r:id="rId22"/>
    </p:embeddedFont>
  </p:embeddedFontLst>
  <p:defaultTextStyle>
    <a:defPPr>
      <a:defRPr lang="en-US"/>
    </a:defPPr>
    <a:lvl1pPr algn="ctr" rtl="0" eaLnBrk="0" fontAlgn="base" hangingPunct="0">
      <a:spcBef>
        <a:spcPct val="0"/>
      </a:spcBef>
      <a:spcAft>
        <a:spcPct val="0"/>
      </a:spcAft>
      <a:defRPr b="1" kern="1200">
        <a:solidFill>
          <a:schemeClr val="tx1"/>
        </a:solidFill>
        <a:latin typeface="Arial Narrow" pitchFamily="34" charset="0"/>
        <a:ea typeface="+mn-ea"/>
        <a:cs typeface="+mn-cs"/>
      </a:defRPr>
    </a:lvl1pPr>
    <a:lvl2pPr marL="457200" algn="ctr" rtl="0" eaLnBrk="0" fontAlgn="base" hangingPunct="0">
      <a:spcBef>
        <a:spcPct val="0"/>
      </a:spcBef>
      <a:spcAft>
        <a:spcPct val="0"/>
      </a:spcAft>
      <a:defRPr b="1" kern="1200">
        <a:solidFill>
          <a:schemeClr val="tx1"/>
        </a:solidFill>
        <a:latin typeface="Arial Narrow" pitchFamily="34" charset="0"/>
        <a:ea typeface="+mn-ea"/>
        <a:cs typeface="+mn-cs"/>
      </a:defRPr>
    </a:lvl2pPr>
    <a:lvl3pPr marL="914400" algn="ctr" rtl="0" eaLnBrk="0" fontAlgn="base" hangingPunct="0">
      <a:spcBef>
        <a:spcPct val="0"/>
      </a:spcBef>
      <a:spcAft>
        <a:spcPct val="0"/>
      </a:spcAft>
      <a:defRPr b="1" kern="1200">
        <a:solidFill>
          <a:schemeClr val="tx1"/>
        </a:solidFill>
        <a:latin typeface="Arial Narrow" pitchFamily="34" charset="0"/>
        <a:ea typeface="+mn-ea"/>
        <a:cs typeface="+mn-cs"/>
      </a:defRPr>
    </a:lvl3pPr>
    <a:lvl4pPr marL="1371600" algn="ctr" rtl="0" eaLnBrk="0" fontAlgn="base" hangingPunct="0">
      <a:spcBef>
        <a:spcPct val="0"/>
      </a:spcBef>
      <a:spcAft>
        <a:spcPct val="0"/>
      </a:spcAft>
      <a:defRPr b="1" kern="1200">
        <a:solidFill>
          <a:schemeClr val="tx1"/>
        </a:solidFill>
        <a:latin typeface="Arial Narrow" pitchFamily="34" charset="0"/>
        <a:ea typeface="+mn-ea"/>
        <a:cs typeface="+mn-cs"/>
      </a:defRPr>
    </a:lvl4pPr>
    <a:lvl5pPr marL="1828800" algn="ctr" rtl="0" eaLnBrk="0" fontAlgn="base" hangingPunct="0">
      <a:spcBef>
        <a:spcPct val="0"/>
      </a:spcBef>
      <a:spcAft>
        <a:spcPct val="0"/>
      </a:spcAft>
      <a:defRPr b="1" kern="1200">
        <a:solidFill>
          <a:schemeClr val="tx1"/>
        </a:solidFill>
        <a:latin typeface="Arial Narrow" pitchFamily="34" charset="0"/>
        <a:ea typeface="+mn-ea"/>
        <a:cs typeface="+mn-cs"/>
      </a:defRPr>
    </a:lvl5pPr>
    <a:lvl6pPr marL="2286000" algn="l" defTabSz="914400" rtl="0" eaLnBrk="1" latinLnBrk="0" hangingPunct="1">
      <a:defRPr b="1" kern="1200">
        <a:solidFill>
          <a:schemeClr val="tx1"/>
        </a:solidFill>
        <a:latin typeface="Arial Narrow" pitchFamily="34" charset="0"/>
        <a:ea typeface="+mn-ea"/>
        <a:cs typeface="+mn-cs"/>
      </a:defRPr>
    </a:lvl6pPr>
    <a:lvl7pPr marL="2743200" algn="l" defTabSz="914400" rtl="0" eaLnBrk="1" latinLnBrk="0" hangingPunct="1">
      <a:defRPr b="1" kern="1200">
        <a:solidFill>
          <a:schemeClr val="tx1"/>
        </a:solidFill>
        <a:latin typeface="Arial Narrow" pitchFamily="34" charset="0"/>
        <a:ea typeface="+mn-ea"/>
        <a:cs typeface="+mn-cs"/>
      </a:defRPr>
    </a:lvl7pPr>
    <a:lvl8pPr marL="3200400" algn="l" defTabSz="914400" rtl="0" eaLnBrk="1" latinLnBrk="0" hangingPunct="1">
      <a:defRPr b="1" kern="1200">
        <a:solidFill>
          <a:schemeClr val="tx1"/>
        </a:solidFill>
        <a:latin typeface="Arial Narrow" pitchFamily="34" charset="0"/>
        <a:ea typeface="+mn-ea"/>
        <a:cs typeface="+mn-cs"/>
      </a:defRPr>
    </a:lvl8pPr>
    <a:lvl9pPr marL="3657600" algn="l" defTabSz="914400" rtl="0" eaLnBrk="1" latinLnBrk="0" hangingPunct="1">
      <a:defRPr b="1" kern="1200">
        <a:solidFill>
          <a:schemeClr val="tx1"/>
        </a:solidFill>
        <a:latin typeface="Arial Narrow" pitchFamily="34" charset="0"/>
        <a:ea typeface="+mn-ea"/>
        <a:cs typeface="+mn-cs"/>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User" initials="" lastIdx="3" clrIdx="0"/>
  <p:cmAuthor id="1" name="jpick" initials="" lastIdx="2" clrIdx="1"/>
  <p:cmAuthor id="2" name="Annie Chowdhry" initials="" lastIdx="1" clrIdx="2"/>
</p:cmAuthorLst>
</file>

<file path=ppt/presProps.xml><?xml version="1.0" encoding="utf-8"?>
<p:presentationPr xmlns:a="http://schemas.openxmlformats.org/drawingml/2006/main" xmlns:r="http://schemas.openxmlformats.org/officeDocument/2006/relationships" xmlns:p="http://schemas.openxmlformats.org/presentationml/2006/main">
  <p:webPr encoding="windows-1252"/>
  <p:clrMru>
    <a:srgbClr val="CC0000"/>
    <a:srgbClr val="333333"/>
    <a:srgbClr val="EEEFD7"/>
    <a:srgbClr val="D5D69C"/>
    <a:srgbClr val="DFE8F2"/>
    <a:srgbClr val="BBCDE3"/>
    <a:srgbClr val="E4E4BF"/>
    <a:srgbClr val="8DACD0"/>
  </p:clrMru>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showOutlineIcons="0" vertBarState="minimized" horzBarState="maximized">
    <p:restoredLeft sz="6483" autoAdjust="0"/>
    <p:restoredTop sz="78495" autoAdjust="0"/>
  </p:normalViewPr>
  <p:slideViewPr>
    <p:cSldViewPr snapToGrid="0">
      <p:cViewPr>
        <p:scale>
          <a:sx n="66" d="100"/>
          <a:sy n="66" d="100"/>
        </p:scale>
        <p:origin x="-1182" y="-174"/>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846"/>
    </p:cViewPr>
  </p:sorterViewPr>
  <p:notesViewPr>
    <p:cSldViewPr snapToGrid="0">
      <p:cViewPr>
        <p:scale>
          <a:sx n="69" d="100"/>
          <a:sy n="69" d="100"/>
        </p:scale>
        <p:origin x="-1458" y="840"/>
      </p:cViewPr>
      <p:guideLst>
        <p:guide orient="horz" pos="2880"/>
        <p:guide pos="2160"/>
      </p:guideLst>
    </p:cSldViewPr>
  </p:notes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handoutMaster" Target="handoutMasters/handoutMaster1.xml"/><Relationship Id="rId18" Type="http://schemas.openxmlformats.org/officeDocument/2006/relationships/font" Target="fonts/font5.fntdata"/><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font" Target="fonts/font8.fntdata"/><Relationship Id="rId7" Type="http://schemas.openxmlformats.org/officeDocument/2006/relationships/slide" Target="slides/slide6.xml"/><Relationship Id="rId12" Type="http://schemas.openxmlformats.org/officeDocument/2006/relationships/notesMaster" Target="notesMasters/notesMaster1.xml"/><Relationship Id="rId17" Type="http://schemas.openxmlformats.org/officeDocument/2006/relationships/font" Target="fonts/font4.fntdata"/><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font" Target="fonts/font3.fntdata"/><Relationship Id="rId20" Type="http://schemas.openxmlformats.org/officeDocument/2006/relationships/font" Target="fonts/font7.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font" Target="fonts/font2.fntdata"/><Relationship Id="rId23" Type="http://schemas.openxmlformats.org/officeDocument/2006/relationships/commentAuthors" Target="commentAuthors.xml"/><Relationship Id="rId10" Type="http://schemas.openxmlformats.org/officeDocument/2006/relationships/slide" Target="slides/slide9.xml"/><Relationship Id="rId19" Type="http://schemas.openxmlformats.org/officeDocument/2006/relationships/font" Target="fonts/font6.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1.fntdata"/><Relationship Id="rId22" Type="http://schemas.openxmlformats.org/officeDocument/2006/relationships/font" Target="fonts/font9.fntdata"/><Relationship Id="rId27"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3" Type="http://schemas.openxmlformats.org/officeDocument/2006/relationships/tags" Target="../tags/tag7.xml"/><Relationship Id="rId2" Type="http://schemas.openxmlformats.org/officeDocument/2006/relationships/tags" Target="../tags/tag6.xml"/><Relationship Id="rId1" Type="http://schemas.openxmlformats.org/officeDocument/2006/relationships/theme" Target="../theme/theme3.xml"/><Relationship Id="rId5" Type="http://schemas.openxmlformats.org/officeDocument/2006/relationships/tags" Target="../tags/tag9.xml"/><Relationship Id="rId4" Type="http://schemas.openxmlformats.org/officeDocument/2006/relationships/tags" Target="../tags/tag8.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78530" name="Rectangle 2"/>
          <p:cNvSpPr>
            <a:spLocks noGrp="1" noChangeArrowheads="1"/>
          </p:cNvSpPr>
          <p:nvPr>
            <p:ph type="hdr" sz="quarter"/>
            <p:custDataLst>
              <p:tags r:id="rId2"/>
            </p:custDataLst>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l" eaLnBrk="1" hangingPunct="1">
              <a:defRPr sz="1200" b="0">
                <a:latin typeface="Arial" charset="0"/>
              </a:defRPr>
            </a:lvl1pPr>
          </a:lstStyle>
          <a:p>
            <a:endParaRPr lang="en-US"/>
          </a:p>
        </p:txBody>
      </p:sp>
      <p:sp>
        <p:nvSpPr>
          <p:cNvPr id="278531" name="Rectangle 3"/>
          <p:cNvSpPr>
            <a:spLocks noGrp="1" noChangeArrowheads="1"/>
          </p:cNvSpPr>
          <p:nvPr>
            <p:ph type="dt" sz="quarter" idx="1"/>
            <p:custDataLst>
              <p:tags r:id="rId3"/>
            </p:custDataLst>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sz="1200" b="0">
                <a:latin typeface="Arial" charset="0"/>
              </a:defRPr>
            </a:lvl1pPr>
          </a:lstStyle>
          <a:p>
            <a:endParaRPr lang="en-US"/>
          </a:p>
        </p:txBody>
      </p:sp>
      <p:sp>
        <p:nvSpPr>
          <p:cNvPr id="278532" name="Rectangle 4"/>
          <p:cNvSpPr>
            <a:spLocks noGrp="1" noChangeArrowheads="1"/>
          </p:cNvSpPr>
          <p:nvPr>
            <p:ph type="ftr" sz="quarter" idx="2"/>
            <p:custDataLst>
              <p:tags r:id="rId4"/>
            </p:custDataLst>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l" eaLnBrk="1" hangingPunct="1">
              <a:defRPr sz="1200" b="0">
                <a:latin typeface="Arial" charset="0"/>
              </a:defRPr>
            </a:lvl1pPr>
          </a:lstStyle>
          <a:p>
            <a:endParaRPr lang="en-US"/>
          </a:p>
        </p:txBody>
      </p:sp>
      <p:sp>
        <p:nvSpPr>
          <p:cNvPr id="278533" name="Rectangle 5"/>
          <p:cNvSpPr>
            <a:spLocks noGrp="1" noChangeArrowheads="1"/>
          </p:cNvSpPr>
          <p:nvPr>
            <p:ph type="sldNum" sz="quarter" idx="3"/>
            <p:custDataLst>
              <p:tags r:id="rId5"/>
            </p:custDataLst>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1" hangingPunct="1">
              <a:defRPr sz="1200" b="0">
                <a:latin typeface="Arial" charset="0"/>
              </a:defRPr>
            </a:lvl1pPr>
          </a:lstStyle>
          <a:p>
            <a:fld id="{873941EC-AC99-4203-AC79-F8D2A5C2D89B}" type="slidenum">
              <a:rPr lang="en-US"/>
              <a:pPr/>
              <a:t>‹N°›</a:t>
            </a:fld>
            <a:endParaRPr 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3" Type="http://schemas.openxmlformats.org/officeDocument/2006/relationships/tags" Target="../tags/tag2.xml"/><Relationship Id="rId2" Type="http://schemas.openxmlformats.org/officeDocument/2006/relationships/tags" Target="../tags/tag1.xml"/><Relationship Id="rId1" Type="http://schemas.openxmlformats.org/officeDocument/2006/relationships/theme" Target="../theme/theme2.xml"/><Relationship Id="rId6" Type="http://schemas.openxmlformats.org/officeDocument/2006/relationships/tags" Target="../tags/tag5.xml"/><Relationship Id="rId5" Type="http://schemas.openxmlformats.org/officeDocument/2006/relationships/tags" Target="../tags/tag4.xml"/><Relationship Id="rId4" Type="http://schemas.openxmlformats.org/officeDocument/2006/relationships/tags" Target="../tags/tag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122" name="Rectangle 2"/>
          <p:cNvSpPr>
            <a:spLocks noGrp="1" noChangeArrowheads="1"/>
          </p:cNvSpPr>
          <p:nvPr>
            <p:ph type="hdr" sz="quarter"/>
            <p:custDataLst>
              <p:tags r:id="rId2"/>
            </p:custDataLst>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l" eaLnBrk="1" hangingPunct="1">
              <a:defRPr sz="1200" b="0">
                <a:latin typeface="Arial" charset="0"/>
              </a:defRPr>
            </a:lvl1pPr>
          </a:lstStyle>
          <a:p>
            <a:endParaRPr lang="en-US"/>
          </a:p>
        </p:txBody>
      </p:sp>
      <p:sp>
        <p:nvSpPr>
          <p:cNvPr id="5123" name="Rectangle 3"/>
          <p:cNvSpPr>
            <a:spLocks noGrp="1" noChangeArrowheads="1"/>
          </p:cNvSpPr>
          <p:nvPr>
            <p:ph type="dt" idx="1"/>
            <p:custDataLst>
              <p:tags r:id="rId3"/>
            </p:custDataLst>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sz="1200" b="0">
                <a:latin typeface="Arial" charset="0"/>
              </a:defRPr>
            </a:lvl1pPr>
          </a:lstStyle>
          <a:p>
            <a:endParaRPr lang="en-US"/>
          </a:p>
        </p:txBody>
      </p:sp>
      <p:sp>
        <p:nvSpPr>
          <p:cNvPr id="5124"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ffectLst/>
        </p:spPr>
      </p:sp>
      <p:sp>
        <p:nvSpPr>
          <p:cNvPr id="5125" name="Rectangle 5"/>
          <p:cNvSpPr>
            <a:spLocks noGrp="1" noChangeArrowheads="1"/>
          </p:cNvSpPr>
          <p:nvPr>
            <p:ph type="body" sz="quarter" idx="3"/>
            <p:custDataLst>
              <p:tags r:id="rId4"/>
            </p:custDataLst>
          </p:nvPr>
        </p:nvSpPr>
        <p:spPr bwMode="auto">
          <a:xfrm>
            <a:off x="685800" y="4343400"/>
            <a:ext cx="54864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sp>
        <p:nvSpPr>
          <p:cNvPr id="5126" name="Rectangle 6"/>
          <p:cNvSpPr>
            <a:spLocks noGrp="1" noChangeArrowheads="1"/>
          </p:cNvSpPr>
          <p:nvPr>
            <p:ph type="ftr" sz="quarter" idx="4"/>
            <p:custDataLst>
              <p:tags r:id="rId5"/>
            </p:custDataLst>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l" eaLnBrk="1" hangingPunct="1">
              <a:defRPr sz="1200" b="0">
                <a:latin typeface="Arial" charset="0"/>
              </a:defRPr>
            </a:lvl1pPr>
          </a:lstStyle>
          <a:p>
            <a:endParaRPr lang="en-US"/>
          </a:p>
        </p:txBody>
      </p:sp>
      <p:sp>
        <p:nvSpPr>
          <p:cNvPr id="5127" name="Rectangle 7"/>
          <p:cNvSpPr>
            <a:spLocks noGrp="1" noChangeArrowheads="1"/>
          </p:cNvSpPr>
          <p:nvPr>
            <p:ph type="sldNum" sz="quarter" idx="5"/>
            <p:custDataLst>
              <p:tags r:id="rId6"/>
            </p:custDataLst>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1" hangingPunct="1">
              <a:defRPr sz="1200" b="0">
                <a:latin typeface="Arial" charset="0"/>
              </a:defRPr>
            </a:lvl1pPr>
          </a:lstStyle>
          <a:p>
            <a:fld id="{500E3315-0B26-4ED6-813C-C99F7BFC57FF}" type="slidenum">
              <a:rPr lang="en-US"/>
              <a:pPr/>
              <a:t>‹N°›</a:t>
            </a:fld>
            <a:endParaRPr lang="en-US"/>
          </a:p>
        </p:txBody>
      </p:sp>
    </p:spTree>
  </p:cSld>
  <p:clrMap bg1="lt1" tx1="dk1" bg2="lt2" tx2="dk2" accent1="accent1" accent2="accent2" accent3="accent3" accent4="accent4" accent5="accent5" accent6="accent6" hlink="hlink" folHlink="folHlink"/>
  <p:notesStyle>
    <a:lvl1pPr algn="l" rtl="0" fontAlgn="base">
      <a:spcBef>
        <a:spcPct val="30000"/>
      </a:spcBef>
      <a:spcAft>
        <a:spcPct val="0"/>
      </a:spcAft>
      <a:defRPr sz="1200" kern="1200">
        <a:solidFill>
          <a:schemeClr val="tx1"/>
        </a:solidFill>
        <a:latin typeface="Arial" charset="0"/>
        <a:ea typeface="+mn-ea"/>
        <a:cs typeface="+mn-cs"/>
      </a:defRPr>
    </a:lvl1pPr>
    <a:lvl2pPr marL="457200" algn="l" rtl="0" fontAlgn="base">
      <a:spcBef>
        <a:spcPct val="30000"/>
      </a:spcBef>
      <a:spcAft>
        <a:spcPct val="0"/>
      </a:spcAft>
      <a:defRPr sz="1200" kern="1200">
        <a:solidFill>
          <a:schemeClr val="tx1"/>
        </a:solidFill>
        <a:latin typeface="Arial" charset="0"/>
        <a:ea typeface="+mn-ea"/>
        <a:cs typeface="+mn-cs"/>
      </a:defRPr>
    </a:lvl2pPr>
    <a:lvl3pPr marL="914400" algn="l" rtl="0" fontAlgn="base">
      <a:spcBef>
        <a:spcPct val="30000"/>
      </a:spcBef>
      <a:spcAft>
        <a:spcPct val="0"/>
      </a:spcAft>
      <a:defRPr sz="1200" kern="1200">
        <a:solidFill>
          <a:schemeClr val="tx1"/>
        </a:solidFill>
        <a:latin typeface="Arial" charset="0"/>
        <a:ea typeface="+mn-ea"/>
        <a:cs typeface="+mn-cs"/>
      </a:defRPr>
    </a:lvl3pPr>
    <a:lvl4pPr marL="1371600" algn="l" rtl="0" fontAlgn="base">
      <a:spcBef>
        <a:spcPct val="30000"/>
      </a:spcBef>
      <a:spcAft>
        <a:spcPct val="0"/>
      </a:spcAft>
      <a:defRPr sz="1200" kern="1200">
        <a:solidFill>
          <a:schemeClr val="tx1"/>
        </a:solidFill>
        <a:latin typeface="Arial" charset="0"/>
        <a:ea typeface="+mn-ea"/>
        <a:cs typeface="+mn-cs"/>
      </a:defRPr>
    </a:lvl4pPr>
    <a:lvl5pPr marL="1828800" algn="l" rtl="0" fontAlgn="base">
      <a:spcBef>
        <a:spcPct val="30000"/>
      </a:spcBef>
      <a:spcAft>
        <a:spcPct val="0"/>
      </a:spcAft>
      <a:defRPr sz="1200" kern="1200">
        <a:solidFill>
          <a:schemeClr val="tx1"/>
        </a:solidFill>
        <a:latin typeface="Arial"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3" Type="http://schemas.openxmlformats.org/officeDocument/2006/relationships/slide" Target="../slides/slide1.xml"/><Relationship Id="rId2" Type="http://schemas.openxmlformats.org/officeDocument/2006/relationships/notesMaster" Target="../notesMasters/notesMaster1.xml"/><Relationship Id="rId1" Type="http://schemas.openxmlformats.org/officeDocument/2006/relationships/tags" Target="../tags/tag10.xml"/></Relationships>
</file>

<file path=ppt/notesSlides/_rels/notesSlide2.xml.rels><?xml version="1.0" encoding="UTF-8" standalone="yes"?>
<Relationships xmlns="http://schemas.openxmlformats.org/package/2006/relationships"><Relationship Id="rId3" Type="http://schemas.openxmlformats.org/officeDocument/2006/relationships/slide" Target="../slides/slide2.xml"/><Relationship Id="rId2" Type="http://schemas.openxmlformats.org/officeDocument/2006/relationships/notesMaster" Target="../notesMasters/notesMaster1.xml"/><Relationship Id="rId1" Type="http://schemas.openxmlformats.org/officeDocument/2006/relationships/tags" Target="../tags/tag11.xml"/></Relationships>
</file>

<file path=ppt/notesSlides/_rels/notesSlide3.xml.rels><?xml version="1.0" encoding="UTF-8" standalone="yes"?>
<Relationships xmlns="http://schemas.openxmlformats.org/package/2006/relationships"><Relationship Id="rId3" Type="http://schemas.openxmlformats.org/officeDocument/2006/relationships/slide" Target="../slides/slide3.xml"/><Relationship Id="rId2" Type="http://schemas.openxmlformats.org/officeDocument/2006/relationships/notesMaster" Target="../notesMasters/notesMaster1.xml"/><Relationship Id="rId1" Type="http://schemas.openxmlformats.org/officeDocument/2006/relationships/tags" Target="../tags/tag20.xml"/></Relationships>
</file>

<file path=ppt/notesSlides/_rels/notesSlide4.xml.rels><?xml version="1.0" encoding="UTF-8" standalone="yes"?>
<Relationships xmlns="http://schemas.openxmlformats.org/package/2006/relationships"><Relationship Id="rId3" Type="http://schemas.openxmlformats.org/officeDocument/2006/relationships/slide" Target="../slides/slide4.xml"/><Relationship Id="rId2" Type="http://schemas.openxmlformats.org/officeDocument/2006/relationships/notesMaster" Target="../notesMasters/notesMaster1.xml"/><Relationship Id="rId1" Type="http://schemas.openxmlformats.org/officeDocument/2006/relationships/tags" Target="../tags/tag37.xml"/></Relationships>
</file>

<file path=ppt/notesSlides/_rels/notesSlide5.xml.rels><?xml version="1.0" encoding="UTF-8" standalone="yes"?>
<Relationships xmlns="http://schemas.openxmlformats.org/package/2006/relationships"><Relationship Id="rId3" Type="http://schemas.openxmlformats.org/officeDocument/2006/relationships/slide" Target="../slides/slide7.xml"/><Relationship Id="rId2" Type="http://schemas.openxmlformats.org/officeDocument/2006/relationships/notesMaster" Target="../notesMasters/notesMaster1.xml"/><Relationship Id="rId1" Type="http://schemas.openxmlformats.org/officeDocument/2006/relationships/tags" Target="../tags/tag59.xml"/></Relationships>
</file>

<file path=ppt/notesSlides/_rels/notesSlide6.xml.rels><?xml version="1.0" encoding="UTF-8" standalone="yes"?>
<Relationships xmlns="http://schemas.openxmlformats.org/package/2006/relationships"><Relationship Id="rId3" Type="http://schemas.openxmlformats.org/officeDocument/2006/relationships/slide" Target="../slides/slide8.xml"/><Relationship Id="rId2" Type="http://schemas.openxmlformats.org/officeDocument/2006/relationships/notesMaster" Target="../notesMasters/notesMaster1.xml"/><Relationship Id="rId1" Type="http://schemas.openxmlformats.org/officeDocument/2006/relationships/tags" Target="../tags/tag6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custDataLst>
              <p:tags r:id="rId1"/>
            </p:custDataLst>
          </p:nvPr>
        </p:nvSpPr>
        <p:spPr>
          <a:ln/>
        </p:spPr>
        <p:txBody>
          <a:bodyPr/>
          <a:lstStyle/>
          <a:p>
            <a:fld id="{08ED274B-8BB5-414C-93FB-07B396F2DEB0}" type="slidenum">
              <a:rPr lang="en-US"/>
              <a:pPr/>
              <a:t>1</a:t>
            </a:fld>
            <a:endParaRPr lang="en-US"/>
          </a:p>
        </p:txBody>
      </p:sp>
      <p:sp>
        <p:nvSpPr>
          <p:cNvPr id="437250" name="Rectangle 2"/>
          <p:cNvSpPr>
            <a:spLocks noGrp="1" noRot="1" noChangeAspect="1" noChangeArrowheads="1" noTextEdit="1"/>
          </p:cNvSpPr>
          <p:nvPr>
            <p:ph type="sldImg"/>
          </p:nvPr>
        </p:nvSpPr>
        <p:spPr>
          <a:ln/>
        </p:spPr>
      </p:sp>
      <p:sp>
        <p:nvSpPr>
          <p:cNvPr id="437251" name="Rectangle 3"/>
          <p:cNvSpPr>
            <a:spLocks noGrp="1" noChangeArrowheads="1"/>
          </p:cNvSpPr>
          <p:nvPr>
            <p:ph type="body" idx="1"/>
          </p:nvPr>
        </p:nvSpPr>
        <p:spPr/>
        <p:txBody>
          <a:bodyPr/>
          <a:lstStyle/>
          <a:p>
            <a:endParaRPr lang="fr-F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custDataLst>
              <p:tags r:id="rId1"/>
            </p:custDataLst>
          </p:nvPr>
        </p:nvSpPr>
        <p:spPr>
          <a:ln/>
        </p:spPr>
        <p:txBody>
          <a:bodyPr/>
          <a:lstStyle/>
          <a:p>
            <a:fld id="{16884E2B-96EB-4F8D-8F8D-B8FD84FF1912}" type="slidenum">
              <a:rPr lang="en-US"/>
              <a:pPr/>
              <a:t>2</a:t>
            </a:fld>
            <a:endParaRPr lang="en-US"/>
          </a:p>
        </p:txBody>
      </p:sp>
      <p:sp>
        <p:nvSpPr>
          <p:cNvPr id="439298" name="Rectangle 2"/>
          <p:cNvSpPr>
            <a:spLocks noGrp="1" noRot="1" noChangeAspect="1" noChangeArrowheads="1" noTextEdit="1"/>
          </p:cNvSpPr>
          <p:nvPr>
            <p:ph type="sldImg"/>
          </p:nvPr>
        </p:nvSpPr>
        <p:spPr>
          <a:ln/>
        </p:spPr>
      </p:sp>
      <p:sp>
        <p:nvSpPr>
          <p:cNvPr id="439299" name="Rectangle 3"/>
          <p:cNvSpPr>
            <a:spLocks noGrp="1" noChangeArrowheads="1"/>
          </p:cNvSpPr>
          <p:nvPr>
            <p:ph type="body" idx="1"/>
          </p:nvPr>
        </p:nvSpPr>
        <p:spPr/>
        <p:txBody>
          <a:bodyPr/>
          <a:lstStyle/>
          <a:p>
            <a:endParaRPr lang="fr-F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custDataLst>
              <p:tags r:id="rId1"/>
            </p:custDataLst>
          </p:nvPr>
        </p:nvSpPr>
        <p:spPr>
          <a:ln/>
        </p:spPr>
        <p:txBody>
          <a:bodyPr/>
          <a:lstStyle/>
          <a:p>
            <a:fld id="{FA27DDDB-0722-408F-8E8E-E596FDA2701D}" type="slidenum">
              <a:rPr lang="en-US"/>
              <a:pPr/>
              <a:t>3</a:t>
            </a:fld>
            <a:endParaRPr lang="en-US"/>
          </a:p>
        </p:txBody>
      </p:sp>
      <p:sp>
        <p:nvSpPr>
          <p:cNvPr id="461826" name="Rectangle 2"/>
          <p:cNvSpPr>
            <a:spLocks noGrp="1" noRot="1" noChangeAspect="1" noChangeArrowheads="1" noTextEdit="1"/>
          </p:cNvSpPr>
          <p:nvPr>
            <p:ph type="sldImg"/>
          </p:nvPr>
        </p:nvSpPr>
        <p:spPr>
          <a:ln/>
        </p:spPr>
      </p:sp>
      <p:sp>
        <p:nvSpPr>
          <p:cNvPr id="461827" name="Rectangle 3"/>
          <p:cNvSpPr>
            <a:spLocks noGrp="1" noChangeArrowheads="1"/>
          </p:cNvSpPr>
          <p:nvPr>
            <p:ph type="body" idx="1"/>
          </p:nvPr>
        </p:nvSpPr>
        <p:spPr/>
        <p:txBody>
          <a:bodyPr/>
          <a:lstStyle/>
          <a:p>
            <a:endParaRPr lang="de-DE"/>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custDataLst>
              <p:tags r:id="rId1"/>
            </p:custDataLst>
          </p:nvPr>
        </p:nvSpPr>
        <p:spPr>
          <a:ln/>
        </p:spPr>
        <p:txBody>
          <a:bodyPr/>
          <a:lstStyle/>
          <a:p>
            <a:fld id="{0B43FAEE-65D3-4B82-A562-2EC8E9742ED4}" type="slidenum">
              <a:rPr lang="en-US"/>
              <a:pPr/>
              <a:t>4</a:t>
            </a:fld>
            <a:endParaRPr lang="en-US"/>
          </a:p>
        </p:txBody>
      </p:sp>
      <p:sp>
        <p:nvSpPr>
          <p:cNvPr id="440322" name="Rectangle 2"/>
          <p:cNvSpPr>
            <a:spLocks noGrp="1" noRot="1" noChangeAspect="1" noChangeArrowheads="1" noTextEdit="1"/>
          </p:cNvSpPr>
          <p:nvPr>
            <p:ph type="sldImg"/>
          </p:nvPr>
        </p:nvSpPr>
        <p:spPr>
          <a:ln/>
        </p:spPr>
      </p:sp>
      <p:sp>
        <p:nvSpPr>
          <p:cNvPr id="440323" name="Rectangle 3"/>
          <p:cNvSpPr>
            <a:spLocks noGrp="1" noChangeArrowheads="1"/>
          </p:cNvSpPr>
          <p:nvPr>
            <p:ph type="body" idx="1"/>
          </p:nvPr>
        </p:nvSpPr>
        <p:spPr/>
        <p:txBody>
          <a:bodyPr/>
          <a:lstStyle/>
          <a:p>
            <a:endParaRPr lang="fr-F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custDataLst>
              <p:tags r:id="rId1"/>
            </p:custDataLst>
          </p:nvPr>
        </p:nvSpPr>
        <p:spPr>
          <a:ln/>
        </p:spPr>
        <p:txBody>
          <a:bodyPr/>
          <a:lstStyle/>
          <a:p>
            <a:fld id="{1656F02C-B899-4BC3-A371-63148DB2AA24}" type="slidenum">
              <a:rPr lang="en-US"/>
              <a:pPr/>
              <a:t>7</a:t>
            </a:fld>
            <a:endParaRPr lang="en-US"/>
          </a:p>
        </p:txBody>
      </p:sp>
      <p:sp>
        <p:nvSpPr>
          <p:cNvPr id="444418" name="Rectangle 2"/>
          <p:cNvSpPr>
            <a:spLocks noGrp="1" noRot="1" noChangeAspect="1" noChangeArrowheads="1" noTextEdit="1"/>
          </p:cNvSpPr>
          <p:nvPr>
            <p:ph type="sldImg"/>
          </p:nvPr>
        </p:nvSpPr>
        <p:spPr>
          <a:ln/>
        </p:spPr>
      </p:sp>
      <p:sp>
        <p:nvSpPr>
          <p:cNvPr id="444419" name="Rectangle 3"/>
          <p:cNvSpPr>
            <a:spLocks noGrp="1" noChangeArrowheads="1"/>
          </p:cNvSpPr>
          <p:nvPr>
            <p:ph type="body" idx="1"/>
          </p:nvPr>
        </p:nvSpPr>
        <p:spPr/>
        <p:txBody>
          <a:bodyPr/>
          <a:lstStyle/>
          <a:p>
            <a:endParaRPr lang="fr-F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custDataLst>
              <p:tags r:id="rId1"/>
            </p:custDataLst>
          </p:nvPr>
        </p:nvSpPr>
        <p:spPr>
          <a:ln/>
        </p:spPr>
        <p:txBody>
          <a:bodyPr/>
          <a:lstStyle/>
          <a:p>
            <a:fld id="{FF79616D-755D-466A-A6FF-19C53089AA1B}" type="slidenum">
              <a:rPr lang="en-US"/>
              <a:pPr/>
              <a:t>8</a:t>
            </a:fld>
            <a:endParaRPr lang="en-US"/>
          </a:p>
        </p:txBody>
      </p:sp>
      <p:sp>
        <p:nvSpPr>
          <p:cNvPr id="417794" name="Rectangle 2"/>
          <p:cNvSpPr>
            <a:spLocks noGrp="1" noRot="1" noChangeAspect="1" noChangeArrowheads="1" noTextEdit="1"/>
          </p:cNvSpPr>
          <p:nvPr>
            <p:ph type="sldImg"/>
          </p:nvPr>
        </p:nvSpPr>
        <p:spPr>
          <a:ln/>
        </p:spPr>
      </p:sp>
      <p:sp>
        <p:nvSpPr>
          <p:cNvPr id="417795" name="Rectangle 3"/>
          <p:cNvSpPr>
            <a:spLocks noGrp="1" noChangeArrowheads="1"/>
          </p:cNvSpPr>
          <p:nvPr>
            <p:ph type="body" idx="1"/>
          </p:nvPr>
        </p:nvSpPr>
        <p:spPr/>
        <p:txBody>
          <a:bodyPr/>
          <a:lstStyle/>
          <a:p>
            <a:r>
              <a:rPr lang="fr-FR" b="1">
                <a:solidFill>
                  <a:srgbClr val="000000"/>
                </a:solidFill>
              </a:rPr>
              <a:t>Objectifs :</a:t>
            </a:r>
            <a:endParaRPr lang="fr-FR" b="1"/>
          </a:p>
          <a:p>
            <a:r>
              <a:rPr lang="fr-FR">
                <a:solidFill>
                  <a:srgbClr val="000000"/>
                </a:solidFill>
              </a:rPr>
              <a:t>À la fin de cette présentation, les stagiaires seront à même d'effectuer les tâches suivantes :</a:t>
            </a:r>
            <a:endParaRPr lang="fr-FR"/>
          </a:p>
          <a:p>
            <a:pPr>
              <a:buFontTx/>
              <a:buChar char="•"/>
            </a:pPr>
            <a:r>
              <a:rPr lang="fr-FR">
                <a:solidFill>
                  <a:srgbClr val="000000"/>
                </a:solidFill>
              </a:rPr>
              <a:t>décrire le rôle du catalogue global lors de l'ouverture de session ;</a:t>
            </a:r>
            <a:endParaRPr lang="fr-FR"/>
          </a:p>
          <a:p>
            <a:pPr>
              <a:buFontTx/>
              <a:buChar char="•"/>
            </a:pPr>
            <a:r>
              <a:rPr lang="fr-FR">
                <a:solidFill>
                  <a:srgbClr val="000000"/>
                </a:solidFill>
              </a:rPr>
              <a:t>décrire l'enregistrement des groupes universels dans le catalogue global ;</a:t>
            </a:r>
            <a:endParaRPr lang="fr-FR"/>
          </a:p>
          <a:p>
            <a:pPr>
              <a:buFontTx/>
              <a:buChar char="•"/>
            </a:pPr>
            <a:r>
              <a:rPr lang="fr-FR">
                <a:solidFill>
                  <a:srgbClr val="000000"/>
                </a:solidFill>
              </a:rPr>
              <a:t>déterminer à quel moment un serveur de catalogue global doit être placé sur un site distant ;</a:t>
            </a:r>
            <a:endParaRPr lang="fr-FR"/>
          </a:p>
          <a:p>
            <a:pPr>
              <a:buFontTx/>
              <a:buChar char="•"/>
            </a:pPr>
            <a:r>
              <a:rPr lang="fr-FR">
                <a:solidFill>
                  <a:srgbClr val="000000"/>
                </a:solidFill>
              </a:rPr>
              <a:t>déterminer à quel moment la mise en cache du groupe universel doit être activée.</a:t>
            </a:r>
            <a:endParaRPr lang="fr-F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Diapositive de titre">
    <p:bg>
      <p:bgRef idx="1001">
        <a:schemeClr val="bg2"/>
      </p:bgRef>
    </p:bg>
    <p:spTree>
      <p:nvGrpSpPr>
        <p:cNvPr id="1" name=""/>
        <p:cNvGrpSpPr/>
        <p:nvPr/>
      </p:nvGrpSpPr>
      <p:grpSpPr>
        <a:xfrm>
          <a:off x="0" y="0"/>
          <a:ext cx="0" cy="0"/>
          <a:chOff x="0" y="0"/>
          <a:chExt cx="0" cy="0"/>
        </a:xfrm>
      </p:grpSpPr>
      <p:sp>
        <p:nvSpPr>
          <p:cNvPr id="15" name="Rectangle 14"/>
          <p:cNvSpPr>
            <a:spLocks noChangeArrowheads="1"/>
          </p:cNvSpPr>
          <p:nvPr/>
        </p:nvSpPr>
        <p:spPr bwMode="white">
          <a:xfrm>
            <a:off x="0" y="670560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9" name="Rectangle 18"/>
          <p:cNvSpPr>
            <a:spLocks noChangeArrowheads="1"/>
          </p:cNvSpPr>
          <p:nvPr/>
        </p:nvSpPr>
        <p:spPr bwMode="white">
          <a:xfrm>
            <a:off x="8991600" y="3048"/>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8" name="Rectangle 17"/>
          <p:cNvSpPr>
            <a:spLocks noChangeArrowheads="1"/>
          </p:cNvSpPr>
          <p:nvPr/>
        </p:nvSpPr>
        <p:spPr bwMode="white">
          <a:xfrm>
            <a:off x="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6" name="Rectangle 15"/>
          <p:cNvSpPr>
            <a:spLocks noChangeArrowheads="1"/>
          </p:cNvSpPr>
          <p:nvPr/>
        </p:nvSpPr>
        <p:spPr bwMode="white">
          <a:xfrm>
            <a:off x="0" y="0"/>
            <a:ext cx="9144000" cy="25146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2" name="Rectangle 11"/>
          <p:cNvSpPr>
            <a:spLocks noChangeArrowheads="1"/>
          </p:cNvSpPr>
          <p:nvPr/>
        </p:nvSpPr>
        <p:spPr bwMode="auto">
          <a:xfrm>
            <a:off x="146304" y="6391656"/>
            <a:ext cx="8833104" cy="309563"/>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9" name="Sous-titre 8"/>
          <p:cNvSpPr>
            <a:spLocks noGrp="1"/>
          </p:cNvSpPr>
          <p:nvPr>
            <p:ph type="subTitle" idx="1"/>
          </p:nvPr>
        </p:nvSpPr>
        <p:spPr>
          <a:xfrm>
            <a:off x="1371600" y="2819400"/>
            <a:ext cx="6400800" cy="1752600"/>
          </a:xfrm>
        </p:spPr>
        <p:txBody>
          <a:bodyPr/>
          <a:lstStyle>
            <a:lvl1pPr marL="0" indent="0" algn="ctr">
              <a:buNone/>
              <a:defRPr sz="1600" b="1" cap="all" spc="250" baseline="0">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fr-FR" smtClean="0"/>
              <a:t>Cliquez pour modifier le style des sous-titres du masque</a:t>
            </a:r>
            <a:endParaRPr kumimoji="0" lang="en-US"/>
          </a:p>
        </p:txBody>
      </p:sp>
      <p:sp>
        <p:nvSpPr>
          <p:cNvPr id="28" name="Espace réservé de la date 27"/>
          <p:cNvSpPr>
            <a:spLocks noGrp="1"/>
          </p:cNvSpPr>
          <p:nvPr>
            <p:ph type="dt" sz="half" idx="10"/>
          </p:nvPr>
        </p:nvSpPr>
        <p:spPr/>
        <p:txBody>
          <a:bodyPr/>
          <a:lstStyle/>
          <a:p>
            <a:fld id="{9D21D778-B565-4D7E-94D7-64010A445B68}" type="datetimeFigureOut">
              <a:rPr lang="en-US" smtClean="0"/>
              <a:pPr/>
              <a:t>3/16/2016</a:t>
            </a:fld>
            <a:endParaRPr lang="en-US"/>
          </a:p>
        </p:txBody>
      </p:sp>
      <p:sp>
        <p:nvSpPr>
          <p:cNvPr id="17" name="Espace réservé du pied de page 16"/>
          <p:cNvSpPr>
            <a:spLocks noGrp="1"/>
          </p:cNvSpPr>
          <p:nvPr>
            <p:ph type="ftr" sz="quarter" idx="11"/>
          </p:nvPr>
        </p:nvSpPr>
        <p:spPr/>
        <p:txBody>
          <a:bodyPr/>
          <a:lstStyle/>
          <a:p>
            <a:endParaRPr kumimoji="0" lang="en-US"/>
          </a:p>
        </p:txBody>
      </p:sp>
      <p:sp>
        <p:nvSpPr>
          <p:cNvPr id="7" name="Connecteur droit 6"/>
          <p:cNvSpPr>
            <a:spLocks noChangeShapeType="1"/>
          </p:cNvSpPr>
          <p:nvPr/>
        </p:nvSpPr>
        <p:spPr bwMode="auto">
          <a:xfrm>
            <a:off x="155448" y="2420112"/>
            <a:ext cx="8833104" cy="0"/>
          </a:xfrm>
          <a:prstGeom prst="line">
            <a:avLst/>
          </a:prstGeom>
          <a:noFill/>
          <a:ln w="11430"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10" name="Rectangle 9"/>
          <p:cNvSpPr>
            <a:spLocks noChangeArrowheads="1"/>
          </p:cNvSpPr>
          <p:nvPr/>
        </p:nvSpPr>
        <p:spPr bwMode="auto">
          <a:xfrm>
            <a:off x="152400" y="152400"/>
            <a:ext cx="8833104"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13" name="Ellipse 12"/>
          <p:cNvSpPr/>
          <p:nvPr/>
        </p:nvSpPr>
        <p:spPr>
          <a:xfrm>
            <a:off x="4267200" y="2115312"/>
            <a:ext cx="6096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4" name="Ellipse 13"/>
          <p:cNvSpPr/>
          <p:nvPr/>
        </p:nvSpPr>
        <p:spPr>
          <a:xfrm>
            <a:off x="4361688" y="2209800"/>
            <a:ext cx="420624"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9" name="Espace réservé du numéro de diapositive 28"/>
          <p:cNvSpPr>
            <a:spLocks noGrp="1"/>
          </p:cNvSpPr>
          <p:nvPr>
            <p:ph type="sldNum" sz="quarter" idx="12"/>
          </p:nvPr>
        </p:nvSpPr>
        <p:spPr>
          <a:xfrm>
            <a:off x="4343400" y="2199450"/>
            <a:ext cx="457200" cy="441325"/>
          </a:xfrm>
        </p:spPr>
        <p:txBody>
          <a:bodyPr/>
          <a:lstStyle>
            <a:lvl1pPr>
              <a:defRPr>
                <a:solidFill>
                  <a:schemeClr val="accent3">
                    <a:shade val="75000"/>
                  </a:schemeClr>
                </a:solidFill>
              </a:defRPr>
            </a:lvl1pPr>
          </a:lstStyle>
          <a:p>
            <a:fld id="{2C6B1FF6-39B9-40F5-8B67-33C6354A3D4F}" type="slidenum">
              <a:rPr kumimoji="0" lang="en-US" smtClean="0"/>
              <a:pPr/>
              <a:t>‹N°›</a:t>
            </a:fld>
            <a:endParaRPr kumimoji="0" lang="en-US" dirty="0">
              <a:solidFill>
                <a:schemeClr val="accent3">
                  <a:shade val="75000"/>
                </a:schemeClr>
              </a:solidFill>
            </a:endParaRPr>
          </a:p>
        </p:txBody>
      </p:sp>
      <p:sp>
        <p:nvSpPr>
          <p:cNvPr id="8" name="Titre 7"/>
          <p:cNvSpPr>
            <a:spLocks noGrp="1"/>
          </p:cNvSpPr>
          <p:nvPr>
            <p:ph type="ctrTitle"/>
          </p:nvPr>
        </p:nvSpPr>
        <p:spPr>
          <a:xfrm>
            <a:off x="685800" y="381000"/>
            <a:ext cx="7772400" cy="1752600"/>
          </a:xfrm>
        </p:spPr>
        <p:txBody>
          <a:bodyPr anchor="b"/>
          <a:lstStyle>
            <a:lvl1pPr>
              <a:defRPr sz="4200">
                <a:solidFill>
                  <a:schemeClr val="accent1"/>
                </a:solidFill>
              </a:defRPr>
            </a:lvl1pPr>
          </a:lstStyle>
          <a:p>
            <a:r>
              <a:rPr kumimoji="0" lang="fr-FR" smtClean="0"/>
              <a:t>Cliquez pour modifier le style du titre</a:t>
            </a:r>
            <a:endParaRPr kumimoji="0" lang="en-US"/>
          </a:p>
        </p:txBody>
      </p:sp>
    </p:spTree>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bg>
      <p:bgRef idx="1001">
        <a:schemeClr val="bg2"/>
      </p:bgRef>
    </p:bg>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lvl1pPr>
              <a:defRPr>
                <a:solidFill>
                  <a:schemeClr val="accent3">
                    <a:shade val="75000"/>
                  </a:schemeClr>
                </a:solidFill>
              </a:defRPr>
            </a:lvl1pPr>
          </a:lstStyle>
          <a:p>
            <a:r>
              <a:rPr kumimoji="0" lang="fr-FR" smtClean="0"/>
              <a:t>Cliquez pour modifier le style du titre</a:t>
            </a:r>
            <a:endParaRPr kumimoji="0" lang="en-US"/>
          </a:p>
        </p:txBody>
      </p:sp>
      <p:sp>
        <p:nvSpPr>
          <p:cNvPr id="4" name="Espace réservé de la date 3"/>
          <p:cNvSpPr>
            <a:spLocks noGrp="1"/>
          </p:cNvSpPr>
          <p:nvPr>
            <p:ph type="dt" sz="half" idx="10"/>
          </p:nvPr>
        </p:nvSpPr>
        <p:spPr/>
        <p:txBody>
          <a:bodyPr/>
          <a:lstStyle/>
          <a:p>
            <a:fld id="{9D21D778-B565-4D7E-94D7-64010A445B68}" type="datetimeFigureOut">
              <a:rPr lang="en-US" smtClean="0"/>
              <a:pPr/>
              <a:t>3/16/2016</a:t>
            </a:fld>
            <a:endParaRPr lang="en-US"/>
          </a:p>
        </p:txBody>
      </p:sp>
      <p:sp>
        <p:nvSpPr>
          <p:cNvPr id="5" name="Espace réservé du pied de page 4"/>
          <p:cNvSpPr>
            <a:spLocks noGrp="1"/>
          </p:cNvSpPr>
          <p:nvPr>
            <p:ph type="ftr" sz="quarter" idx="11"/>
          </p:nvPr>
        </p:nvSpPr>
        <p:spPr/>
        <p:txBody>
          <a:bodyPr/>
          <a:lstStyle/>
          <a:p>
            <a:endParaRPr kumimoji="0" lang="en-US"/>
          </a:p>
        </p:txBody>
      </p:sp>
      <p:sp>
        <p:nvSpPr>
          <p:cNvPr id="6" name="Espace réservé du numéro de diapositive 5"/>
          <p:cNvSpPr>
            <a:spLocks noGrp="1"/>
          </p:cNvSpPr>
          <p:nvPr>
            <p:ph type="sldNum" sz="quarter" idx="12"/>
          </p:nvPr>
        </p:nvSpPr>
        <p:spPr>
          <a:xfrm>
            <a:off x="4361688" y="1026372"/>
            <a:ext cx="457200" cy="441325"/>
          </a:xfrm>
        </p:spPr>
        <p:txBody>
          <a:bodyPr/>
          <a:lstStyle/>
          <a:p>
            <a:fld id="{2C6B1FF6-39B9-40F5-8B67-33C6354A3D4F}" type="slidenum">
              <a:rPr kumimoji="0" lang="en-US" smtClean="0"/>
              <a:pPr/>
              <a:t>‹N°›</a:t>
            </a:fld>
            <a:endParaRPr kumimoji="0" lang="en-US" dirty="0"/>
          </a:p>
        </p:txBody>
      </p:sp>
      <p:sp>
        <p:nvSpPr>
          <p:cNvPr id="8" name="Espace réservé du contenu 7"/>
          <p:cNvSpPr>
            <a:spLocks noGrp="1"/>
          </p:cNvSpPr>
          <p:nvPr>
            <p:ph sz="quarter" idx="1"/>
          </p:nvPr>
        </p:nvSpPr>
        <p:spPr>
          <a:xfrm>
            <a:off x="301752" y="1527048"/>
            <a:ext cx="8503920" cy="4572000"/>
          </a:xfrm>
        </p:spPr>
        <p:txBody>
          <a:bodyPr/>
          <a:lstStyle/>
          <a:p>
            <a:pPr lvl="0" eaLnBrk="1" latinLnBrk="0" hangingPunct="1"/>
            <a:r>
              <a:rPr lang="fr-FR" smtClean="0"/>
              <a:t>Cliquez pour modifier les styles du texte du masque</a:t>
            </a:r>
          </a:p>
          <a:p>
            <a:pPr lvl="1" eaLnBrk="1" latinLnBrk="0" hangingPunct="1"/>
            <a:r>
              <a:rPr lang="fr-FR" smtClean="0"/>
              <a:t>Deuxième niveau</a:t>
            </a:r>
          </a:p>
          <a:p>
            <a:pPr lvl="2" eaLnBrk="1" latinLnBrk="0" hangingPunct="1"/>
            <a:r>
              <a:rPr lang="fr-FR" smtClean="0"/>
              <a:t>Troisième niveau</a:t>
            </a:r>
          </a:p>
          <a:p>
            <a:pPr lvl="3" eaLnBrk="1" latinLnBrk="0" hangingPunct="1"/>
            <a:r>
              <a:rPr lang="fr-FR" smtClean="0"/>
              <a:t>Quatrième niveau</a:t>
            </a:r>
          </a:p>
          <a:p>
            <a:pPr lvl="4" eaLnBrk="1" latinLnBrk="0" hangingPunct="1"/>
            <a:r>
              <a:rPr lang="fr-FR" smtClean="0"/>
              <a:t>Cinquième niveau</a:t>
            </a:r>
            <a:endParaRPr kumimoji="0" lang="en-US"/>
          </a:p>
        </p:txBody>
      </p:sp>
    </p:spTree>
  </p:cSld>
  <p:clrMapOvr>
    <a:overrideClrMapping bg1="lt1" tx1="dk1" bg2="lt2" tx2="dk2" accent1="accent1" accent2="accent2" accent3="accent3" accent4="accent4" accent5="accent5" accent6="accent6" hlink="hlink" folHlink="folHlink"/>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Titre de section">
    <p:bg>
      <p:bgRef idx="1001">
        <a:schemeClr val="bg1"/>
      </p:bgRef>
    </p:bg>
    <p:spTree>
      <p:nvGrpSpPr>
        <p:cNvPr id="1" name=""/>
        <p:cNvGrpSpPr/>
        <p:nvPr/>
      </p:nvGrpSpPr>
      <p:grpSpPr>
        <a:xfrm>
          <a:off x="0" y="0"/>
          <a:ext cx="0" cy="0"/>
          <a:chOff x="0" y="0"/>
          <a:chExt cx="0" cy="0"/>
        </a:xfrm>
      </p:grpSpPr>
      <p:sp>
        <p:nvSpPr>
          <p:cNvPr id="17" name="Rectangle 16"/>
          <p:cNvSpPr>
            <a:spLocks noChangeArrowheads="1"/>
          </p:cNvSpPr>
          <p:nvPr/>
        </p:nvSpPr>
        <p:spPr bwMode="white">
          <a:xfrm>
            <a:off x="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5" name="Rectangle 14"/>
          <p:cNvSpPr>
            <a:spLocks noChangeArrowheads="1"/>
          </p:cNvSpPr>
          <p:nvPr/>
        </p:nvSpPr>
        <p:spPr bwMode="white">
          <a:xfrm>
            <a:off x="0" y="670560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6" name="Rectangle 15"/>
          <p:cNvSpPr>
            <a:spLocks noChangeArrowheads="1"/>
          </p:cNvSpPr>
          <p:nvPr/>
        </p:nvSpPr>
        <p:spPr bwMode="white">
          <a:xfrm>
            <a:off x="0" y="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8" name="Rectangle 17"/>
          <p:cNvSpPr>
            <a:spLocks noChangeArrowheads="1"/>
          </p:cNvSpPr>
          <p:nvPr/>
        </p:nvSpPr>
        <p:spPr bwMode="white">
          <a:xfrm>
            <a:off x="8991600" y="1905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9" name="Rectangle 18"/>
          <p:cNvSpPr>
            <a:spLocks noChangeArrowheads="1"/>
          </p:cNvSpPr>
          <p:nvPr/>
        </p:nvSpPr>
        <p:spPr bwMode="white">
          <a:xfrm>
            <a:off x="152400" y="2286000"/>
            <a:ext cx="8833104" cy="3048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2" name="Rectangle 11"/>
          <p:cNvSpPr>
            <a:spLocks noChangeArrowheads="1"/>
          </p:cNvSpPr>
          <p:nvPr/>
        </p:nvSpPr>
        <p:spPr bwMode="auto">
          <a:xfrm>
            <a:off x="155448" y="142352"/>
            <a:ext cx="8833104" cy="2139696"/>
          </a:xfrm>
          <a:prstGeom prst="rect">
            <a:avLst/>
          </a:prstGeom>
          <a:solidFill>
            <a:schemeClr val="accent1"/>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3" name="Espace réservé du texte 2"/>
          <p:cNvSpPr>
            <a:spLocks noGrp="1"/>
          </p:cNvSpPr>
          <p:nvPr>
            <p:ph type="body" idx="1"/>
          </p:nvPr>
        </p:nvSpPr>
        <p:spPr>
          <a:xfrm>
            <a:off x="1368426" y="2743200"/>
            <a:ext cx="6480174" cy="1673225"/>
          </a:xfrm>
        </p:spPr>
        <p:txBody>
          <a:bodyPr anchor="t"/>
          <a:lstStyle>
            <a:lvl1pPr marL="0" indent="0" algn="ctr">
              <a:buNone/>
              <a:defRPr sz="1600" b="1" cap="all" spc="250" baseline="0">
                <a:solidFill>
                  <a:schemeClr val="tx2"/>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fr-FR" smtClean="0"/>
              <a:t>Cliquez pour modifier les styles du texte du masque</a:t>
            </a:r>
          </a:p>
        </p:txBody>
      </p:sp>
      <p:sp>
        <p:nvSpPr>
          <p:cNvPr id="13" name="Rectangle 12"/>
          <p:cNvSpPr>
            <a:spLocks noChangeArrowheads="1"/>
          </p:cNvSpPr>
          <p:nvPr/>
        </p:nvSpPr>
        <p:spPr bwMode="auto">
          <a:xfrm>
            <a:off x="146304" y="6391656"/>
            <a:ext cx="8833104" cy="309563"/>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4" name="Rectangle 13"/>
          <p:cNvSpPr>
            <a:spLocks noChangeArrowheads="1"/>
          </p:cNvSpPr>
          <p:nvPr/>
        </p:nvSpPr>
        <p:spPr bwMode="auto">
          <a:xfrm>
            <a:off x="152400" y="152400"/>
            <a:ext cx="8833104"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5" name="Espace réservé du pied de page 4"/>
          <p:cNvSpPr>
            <a:spLocks noGrp="1"/>
          </p:cNvSpPr>
          <p:nvPr>
            <p:ph type="ftr" sz="quarter" idx="11"/>
          </p:nvPr>
        </p:nvSpPr>
        <p:spPr/>
        <p:txBody>
          <a:bodyPr/>
          <a:lstStyle/>
          <a:p>
            <a:endParaRPr kumimoji="0" lang="en-US"/>
          </a:p>
        </p:txBody>
      </p:sp>
      <p:sp>
        <p:nvSpPr>
          <p:cNvPr id="4" name="Espace réservé de la date 3"/>
          <p:cNvSpPr>
            <a:spLocks noGrp="1"/>
          </p:cNvSpPr>
          <p:nvPr>
            <p:ph type="dt" sz="half" idx="10"/>
          </p:nvPr>
        </p:nvSpPr>
        <p:spPr/>
        <p:txBody>
          <a:bodyPr/>
          <a:lstStyle/>
          <a:p>
            <a:fld id="{9D21D778-B565-4D7E-94D7-64010A445B68}" type="datetimeFigureOut">
              <a:rPr lang="en-US" smtClean="0"/>
              <a:pPr/>
              <a:t>3/16/2016</a:t>
            </a:fld>
            <a:endParaRPr lang="en-US"/>
          </a:p>
        </p:txBody>
      </p:sp>
      <p:sp>
        <p:nvSpPr>
          <p:cNvPr id="8" name="Connecteur droit 7"/>
          <p:cNvSpPr>
            <a:spLocks noChangeShapeType="1"/>
          </p:cNvSpPr>
          <p:nvPr/>
        </p:nvSpPr>
        <p:spPr bwMode="auto">
          <a:xfrm>
            <a:off x="152400" y="2438400"/>
            <a:ext cx="8833104" cy="0"/>
          </a:xfrm>
          <a:prstGeom prst="line">
            <a:avLst/>
          </a:prstGeom>
          <a:noFill/>
          <a:ln w="11430"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10" name="Ellipse 9"/>
          <p:cNvSpPr/>
          <p:nvPr/>
        </p:nvSpPr>
        <p:spPr>
          <a:xfrm>
            <a:off x="4267200" y="2115312"/>
            <a:ext cx="6096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Ellipse 10"/>
          <p:cNvSpPr/>
          <p:nvPr/>
        </p:nvSpPr>
        <p:spPr>
          <a:xfrm>
            <a:off x="4361688" y="2209800"/>
            <a:ext cx="420624"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6" name="Espace réservé du numéro de diapositive 5"/>
          <p:cNvSpPr>
            <a:spLocks noGrp="1"/>
          </p:cNvSpPr>
          <p:nvPr>
            <p:ph type="sldNum" sz="quarter" idx="12"/>
          </p:nvPr>
        </p:nvSpPr>
        <p:spPr>
          <a:xfrm>
            <a:off x="4343400" y="2199450"/>
            <a:ext cx="457200" cy="441325"/>
          </a:xfrm>
        </p:spPr>
        <p:txBody>
          <a:bodyPr/>
          <a:lstStyle>
            <a:lvl1pPr>
              <a:defRPr>
                <a:solidFill>
                  <a:schemeClr val="accent3">
                    <a:shade val="75000"/>
                  </a:schemeClr>
                </a:solidFill>
              </a:defRPr>
            </a:lvl1pPr>
          </a:lstStyle>
          <a:p>
            <a:fld id="{2C6B1FF6-39B9-40F5-8B67-33C6354A3D4F}" type="slidenum">
              <a:rPr kumimoji="0" lang="en-US" smtClean="0"/>
              <a:pPr/>
              <a:t>‹N°›</a:t>
            </a:fld>
            <a:endParaRPr kumimoji="0" lang="en-US" dirty="0">
              <a:solidFill>
                <a:schemeClr val="accent3">
                  <a:shade val="75000"/>
                </a:schemeClr>
              </a:solidFill>
            </a:endParaRPr>
          </a:p>
        </p:txBody>
      </p:sp>
      <p:sp>
        <p:nvSpPr>
          <p:cNvPr id="2" name="Titre 1"/>
          <p:cNvSpPr>
            <a:spLocks noGrp="1"/>
          </p:cNvSpPr>
          <p:nvPr>
            <p:ph type="title"/>
          </p:nvPr>
        </p:nvSpPr>
        <p:spPr>
          <a:xfrm>
            <a:off x="722313" y="533400"/>
            <a:ext cx="7772400" cy="1524000"/>
          </a:xfrm>
        </p:spPr>
        <p:txBody>
          <a:bodyPr anchor="b"/>
          <a:lstStyle>
            <a:lvl1pPr algn="ctr">
              <a:buNone/>
              <a:defRPr sz="4200" b="0" cap="none" baseline="0">
                <a:solidFill>
                  <a:srgbClr val="FFFFFF"/>
                </a:solidFill>
              </a:defRPr>
            </a:lvl1pPr>
          </a:lstStyle>
          <a:p>
            <a:r>
              <a:rPr kumimoji="0" lang="fr-FR" smtClean="0"/>
              <a:t>Cliquez pour modifier le style du titre</a:t>
            </a:r>
            <a:endParaRPr kumimoji="0" lang="en-US"/>
          </a:p>
        </p:txBody>
      </p:sp>
    </p:spTree>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bg>
      <p:bgRef idx="1001">
        <a:schemeClr val="bg2"/>
      </p:bgRef>
    </p:bg>
    <p:spTree>
      <p:nvGrpSpPr>
        <p:cNvPr id="1" name=""/>
        <p:cNvGrpSpPr/>
        <p:nvPr/>
      </p:nvGrpSpPr>
      <p:grpSpPr>
        <a:xfrm>
          <a:off x="0" y="0"/>
          <a:ext cx="0" cy="0"/>
          <a:chOff x="0" y="0"/>
          <a:chExt cx="0" cy="0"/>
        </a:xfrm>
      </p:grpSpPr>
      <p:sp>
        <p:nvSpPr>
          <p:cNvPr id="2" name="Titre 1"/>
          <p:cNvSpPr>
            <a:spLocks noGrp="1"/>
          </p:cNvSpPr>
          <p:nvPr>
            <p:ph type="title"/>
          </p:nvPr>
        </p:nvSpPr>
        <p:spPr>
          <a:xfrm>
            <a:off x="301752" y="228600"/>
            <a:ext cx="8534400" cy="758952"/>
          </a:xfrm>
        </p:spPr>
        <p:txBody>
          <a:bodyPr/>
          <a:lstStyle/>
          <a:p>
            <a:r>
              <a:rPr kumimoji="0" lang="fr-FR" smtClean="0"/>
              <a:t>Cliquez pour modifier le style du titre</a:t>
            </a:r>
            <a:endParaRPr kumimoji="0" lang="en-US"/>
          </a:p>
        </p:txBody>
      </p:sp>
      <p:sp>
        <p:nvSpPr>
          <p:cNvPr id="5" name="Espace réservé de la date 4"/>
          <p:cNvSpPr>
            <a:spLocks noGrp="1"/>
          </p:cNvSpPr>
          <p:nvPr>
            <p:ph type="dt" sz="half" idx="10"/>
          </p:nvPr>
        </p:nvSpPr>
        <p:spPr>
          <a:xfrm>
            <a:off x="5791200" y="6409944"/>
            <a:ext cx="3044952" cy="365760"/>
          </a:xfrm>
        </p:spPr>
        <p:txBody>
          <a:bodyPr/>
          <a:lstStyle/>
          <a:p>
            <a:fld id="{9D21D778-B565-4D7E-94D7-64010A445B68}" type="datetimeFigureOut">
              <a:rPr lang="en-US" smtClean="0"/>
              <a:pPr/>
              <a:t>3/16/2016</a:t>
            </a:fld>
            <a:endParaRPr lang="en-US"/>
          </a:p>
        </p:txBody>
      </p:sp>
      <p:sp>
        <p:nvSpPr>
          <p:cNvPr id="6" name="Espace réservé du pied de page 5"/>
          <p:cNvSpPr>
            <a:spLocks noGrp="1"/>
          </p:cNvSpPr>
          <p:nvPr>
            <p:ph type="ftr" sz="quarter" idx="11"/>
          </p:nvPr>
        </p:nvSpPr>
        <p:spPr/>
        <p:txBody>
          <a:bodyPr/>
          <a:lstStyle/>
          <a:p>
            <a:endParaRPr kumimoji="0" lang="en-US" dirty="0"/>
          </a:p>
        </p:txBody>
      </p:sp>
      <p:sp>
        <p:nvSpPr>
          <p:cNvPr id="7" name="Espace réservé du numéro de diapositive 6"/>
          <p:cNvSpPr>
            <a:spLocks noGrp="1"/>
          </p:cNvSpPr>
          <p:nvPr>
            <p:ph type="sldNum" sz="quarter" idx="12"/>
          </p:nvPr>
        </p:nvSpPr>
        <p:spPr/>
        <p:txBody>
          <a:bodyPr/>
          <a:lstStyle/>
          <a:p>
            <a:fld id="{2C6B1FF6-39B9-40F5-8B67-33C6354A3D4F}" type="slidenum">
              <a:rPr kumimoji="0" lang="en-US" smtClean="0"/>
              <a:pPr/>
              <a:t>‹N°›</a:t>
            </a:fld>
            <a:endParaRPr kumimoji="0" lang="en-US"/>
          </a:p>
        </p:txBody>
      </p:sp>
      <p:sp>
        <p:nvSpPr>
          <p:cNvPr id="8" name="Connecteur droit 7"/>
          <p:cNvSpPr>
            <a:spLocks noChangeShapeType="1"/>
          </p:cNvSpPr>
          <p:nvPr/>
        </p:nvSpPr>
        <p:spPr bwMode="auto">
          <a:xfrm flipV="1">
            <a:off x="4563080" y="1575652"/>
            <a:ext cx="8921" cy="4819557"/>
          </a:xfrm>
          <a:prstGeom prst="line">
            <a:avLst/>
          </a:prstGeom>
          <a:noFill/>
          <a:ln w="9525" cap="flat" cmpd="sng" algn="ctr">
            <a:solidFill>
              <a:schemeClr val="tx2"/>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10" name="Espace réservé du contenu 9"/>
          <p:cNvSpPr>
            <a:spLocks noGrp="1"/>
          </p:cNvSpPr>
          <p:nvPr>
            <p:ph sz="half" idx="1"/>
          </p:nvPr>
        </p:nvSpPr>
        <p:spPr>
          <a:xfrm>
            <a:off x="301752" y="1371600"/>
            <a:ext cx="4038600" cy="4681728"/>
          </a:xfrm>
        </p:spPr>
        <p:txBody>
          <a:bodyPr/>
          <a:lstStyle>
            <a:lvl1pPr>
              <a:defRPr sz="2500"/>
            </a:lvl1pPr>
          </a:lstStyle>
          <a:p>
            <a:pPr lvl="0" eaLnBrk="1" latinLnBrk="0" hangingPunct="1"/>
            <a:r>
              <a:rPr lang="fr-FR" smtClean="0"/>
              <a:t>Cliquez pour modifier les styles du texte du masque</a:t>
            </a:r>
          </a:p>
          <a:p>
            <a:pPr lvl="1" eaLnBrk="1" latinLnBrk="0" hangingPunct="1"/>
            <a:r>
              <a:rPr lang="fr-FR" smtClean="0"/>
              <a:t>Deuxième niveau</a:t>
            </a:r>
          </a:p>
          <a:p>
            <a:pPr lvl="2" eaLnBrk="1" latinLnBrk="0" hangingPunct="1"/>
            <a:r>
              <a:rPr lang="fr-FR" smtClean="0"/>
              <a:t>Troisième niveau</a:t>
            </a:r>
          </a:p>
          <a:p>
            <a:pPr lvl="3" eaLnBrk="1" latinLnBrk="0" hangingPunct="1"/>
            <a:r>
              <a:rPr lang="fr-FR" smtClean="0"/>
              <a:t>Quatrième niveau</a:t>
            </a:r>
          </a:p>
          <a:p>
            <a:pPr lvl="4" eaLnBrk="1" latinLnBrk="0" hangingPunct="1"/>
            <a:r>
              <a:rPr lang="fr-FR" smtClean="0"/>
              <a:t>Cinquième niveau</a:t>
            </a:r>
            <a:endParaRPr kumimoji="0" lang="en-US"/>
          </a:p>
        </p:txBody>
      </p:sp>
      <p:sp>
        <p:nvSpPr>
          <p:cNvPr id="12" name="Espace réservé du contenu 11"/>
          <p:cNvSpPr>
            <a:spLocks noGrp="1"/>
          </p:cNvSpPr>
          <p:nvPr>
            <p:ph sz="half" idx="2"/>
          </p:nvPr>
        </p:nvSpPr>
        <p:spPr>
          <a:xfrm>
            <a:off x="4800600" y="1371600"/>
            <a:ext cx="4038600" cy="4681728"/>
          </a:xfrm>
        </p:spPr>
        <p:txBody>
          <a:bodyPr/>
          <a:lstStyle>
            <a:lvl1pPr>
              <a:defRPr sz="2500"/>
            </a:lvl1pPr>
          </a:lstStyle>
          <a:p>
            <a:pPr lvl="0" eaLnBrk="1" latinLnBrk="0" hangingPunct="1"/>
            <a:r>
              <a:rPr lang="fr-FR" smtClean="0"/>
              <a:t>Cliquez pour modifier les styles du texte du masque</a:t>
            </a:r>
          </a:p>
          <a:p>
            <a:pPr lvl="1" eaLnBrk="1" latinLnBrk="0" hangingPunct="1"/>
            <a:r>
              <a:rPr lang="fr-FR" smtClean="0"/>
              <a:t>Deuxième niveau</a:t>
            </a:r>
          </a:p>
          <a:p>
            <a:pPr lvl="2" eaLnBrk="1" latinLnBrk="0" hangingPunct="1"/>
            <a:r>
              <a:rPr lang="fr-FR" smtClean="0"/>
              <a:t>Troisième niveau</a:t>
            </a:r>
          </a:p>
          <a:p>
            <a:pPr lvl="3" eaLnBrk="1" latinLnBrk="0" hangingPunct="1"/>
            <a:r>
              <a:rPr lang="fr-FR" smtClean="0"/>
              <a:t>Quatrième niveau</a:t>
            </a:r>
          </a:p>
          <a:p>
            <a:pPr lvl="4" eaLnBrk="1" latinLnBrk="0" hangingPunct="1"/>
            <a:r>
              <a:rPr lang="fr-FR" smtClean="0"/>
              <a:t>Cinquième niveau</a:t>
            </a:r>
            <a:endParaRPr kumimoji="0" lang="en-US"/>
          </a:p>
        </p:txBody>
      </p:sp>
    </p:spTree>
  </p:cSld>
  <p:clrMapOvr>
    <a:overrideClrMapping bg1="lt1" tx1="dk1" bg2="lt2" tx2="dk2" accent1="accent1" accent2="accent2" accent3="accent3" accent4="accent4" accent5="accent5" accent6="accent6" hlink="hlink" folHlink="folHlink"/>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aison">
    <p:bg>
      <p:bgRef idx="1001">
        <a:schemeClr val="bg2"/>
      </p:bgRef>
    </p:bg>
    <p:spTree>
      <p:nvGrpSpPr>
        <p:cNvPr id="1" name=""/>
        <p:cNvGrpSpPr/>
        <p:nvPr/>
      </p:nvGrpSpPr>
      <p:grpSpPr>
        <a:xfrm>
          <a:off x="0" y="0"/>
          <a:ext cx="0" cy="0"/>
          <a:chOff x="0" y="0"/>
          <a:chExt cx="0" cy="0"/>
        </a:xfrm>
      </p:grpSpPr>
      <p:sp>
        <p:nvSpPr>
          <p:cNvPr id="10" name="Connecteur droit 9"/>
          <p:cNvSpPr>
            <a:spLocks noChangeShapeType="1"/>
          </p:cNvSpPr>
          <p:nvPr/>
        </p:nvSpPr>
        <p:spPr bwMode="auto">
          <a:xfrm flipV="1">
            <a:off x="4572000" y="2200275"/>
            <a:ext cx="0" cy="4187952"/>
          </a:xfrm>
          <a:prstGeom prst="line">
            <a:avLst/>
          </a:prstGeom>
          <a:noFill/>
          <a:ln w="9525" cap="flat" cmpd="sng" algn="ctr">
            <a:solidFill>
              <a:schemeClr val="tx2"/>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20" name="Rectangle 19"/>
          <p:cNvSpPr>
            <a:spLocks noChangeArrowheads="1"/>
          </p:cNvSpPr>
          <p:nvPr/>
        </p:nvSpPr>
        <p:spPr bwMode="white">
          <a:xfrm>
            <a:off x="0" y="0"/>
            <a:ext cx="9144000" cy="14478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9" name="Rectangle 18"/>
          <p:cNvSpPr>
            <a:spLocks noChangeArrowheads="1"/>
          </p:cNvSpPr>
          <p:nvPr/>
        </p:nvSpPr>
        <p:spPr bwMode="white">
          <a:xfrm>
            <a:off x="0" y="670560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21" name="Rectangle 20"/>
          <p:cNvSpPr>
            <a:spLocks noChangeArrowheads="1"/>
          </p:cNvSpPr>
          <p:nvPr/>
        </p:nvSpPr>
        <p:spPr bwMode="white">
          <a:xfrm>
            <a:off x="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22" name="Rectangle 21"/>
          <p:cNvSpPr>
            <a:spLocks noChangeArrowheads="1"/>
          </p:cNvSpPr>
          <p:nvPr/>
        </p:nvSpPr>
        <p:spPr bwMode="white">
          <a:xfrm>
            <a:off x="899160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1" name="Rectangle 10"/>
          <p:cNvSpPr/>
          <p:nvPr/>
        </p:nvSpPr>
        <p:spPr>
          <a:xfrm>
            <a:off x="152400" y="1371600"/>
            <a:ext cx="8833104" cy="914400"/>
          </a:xfrm>
          <a:prstGeom prst="rect">
            <a:avLst/>
          </a:prstGeom>
          <a:solidFill>
            <a:schemeClr val="accent1"/>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3" name="Rectangle 12"/>
          <p:cNvSpPr>
            <a:spLocks noChangeArrowheads="1"/>
          </p:cNvSpPr>
          <p:nvPr/>
        </p:nvSpPr>
        <p:spPr bwMode="auto">
          <a:xfrm>
            <a:off x="145923" y="6391656"/>
            <a:ext cx="8833104" cy="310896"/>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3" name="Espace réservé du texte 2"/>
          <p:cNvSpPr>
            <a:spLocks noGrp="1"/>
          </p:cNvSpPr>
          <p:nvPr>
            <p:ph type="body" idx="1"/>
          </p:nvPr>
        </p:nvSpPr>
        <p:spPr>
          <a:xfrm>
            <a:off x="301752" y="1524000"/>
            <a:ext cx="4040188" cy="732974"/>
          </a:xfrm>
          <a:noFill/>
          <a:ln w="15875" cap="rnd" cmpd="sng" algn="ctr">
            <a:noFill/>
            <a:prstDash val="solid"/>
          </a:ln>
        </p:spPr>
        <p:style>
          <a:lnRef idx="3">
            <a:schemeClr val="lt1"/>
          </a:lnRef>
          <a:fillRef idx="1">
            <a:schemeClr val="accent1"/>
          </a:fillRef>
          <a:effectRef idx="1">
            <a:schemeClr val="accent1"/>
          </a:effectRef>
          <a:fontRef idx="minor">
            <a:schemeClr val="lt1"/>
          </a:fontRef>
        </p:style>
        <p:txBody>
          <a:bodyPr anchor="ctr">
            <a:noAutofit/>
          </a:bodyPr>
          <a:lstStyle>
            <a:lvl1pPr marL="0" indent="0">
              <a:buNone/>
              <a:defRPr lang="en-US" sz="2200" b="1" dirty="0" smtClean="0">
                <a:solidFill>
                  <a:srgbClr val="FFFFFF"/>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fr-FR" smtClean="0"/>
              <a:t>Cliquez pour modifier les styles du texte du masque</a:t>
            </a:r>
          </a:p>
        </p:txBody>
      </p:sp>
      <p:sp>
        <p:nvSpPr>
          <p:cNvPr id="4" name="Espace réservé du texte 3"/>
          <p:cNvSpPr>
            <a:spLocks noGrp="1"/>
          </p:cNvSpPr>
          <p:nvPr>
            <p:ph type="body" sz="half" idx="3"/>
          </p:nvPr>
        </p:nvSpPr>
        <p:spPr>
          <a:xfrm>
            <a:off x="4791330" y="1524000"/>
            <a:ext cx="4041775" cy="731520"/>
          </a:xfrm>
          <a:noFill/>
          <a:ln w="15875" cap="rnd" cmpd="sng" algn="ctr">
            <a:noFill/>
            <a:prstDash val="solid"/>
          </a:ln>
        </p:spPr>
        <p:style>
          <a:lnRef idx="3">
            <a:schemeClr val="lt1"/>
          </a:lnRef>
          <a:fillRef idx="1">
            <a:schemeClr val="accent2"/>
          </a:fillRef>
          <a:effectRef idx="1">
            <a:schemeClr val="accent2"/>
          </a:effectRef>
          <a:fontRef idx="minor">
            <a:schemeClr val="lt1"/>
          </a:fontRef>
        </p:style>
        <p:txBody>
          <a:bodyPr anchor="ctr">
            <a:noAutofit/>
          </a:bodyPr>
          <a:lstStyle>
            <a:lvl1pPr marL="0" indent="0">
              <a:buNone/>
              <a:defRPr sz="2200" b="1"/>
            </a:lvl1pPr>
            <a:lvl2pPr>
              <a:buNone/>
              <a:defRPr sz="2000" b="1"/>
            </a:lvl2pPr>
            <a:lvl3pPr>
              <a:buNone/>
              <a:defRPr sz="1800" b="1"/>
            </a:lvl3pPr>
            <a:lvl4pPr>
              <a:buNone/>
              <a:defRPr sz="1600" b="1"/>
            </a:lvl4pPr>
            <a:lvl5pPr>
              <a:buNone/>
              <a:defRPr sz="1600" b="1"/>
            </a:lvl5pPr>
          </a:lstStyle>
          <a:p>
            <a:pPr lvl="0" eaLnBrk="1" latinLnBrk="0" hangingPunct="1"/>
            <a:r>
              <a:rPr kumimoji="0" lang="fr-FR" smtClean="0"/>
              <a:t>Cliquez pour modifier les styles du texte du masque</a:t>
            </a:r>
          </a:p>
        </p:txBody>
      </p:sp>
      <p:sp>
        <p:nvSpPr>
          <p:cNvPr id="7" name="Espace réservé de la date 6"/>
          <p:cNvSpPr>
            <a:spLocks noGrp="1"/>
          </p:cNvSpPr>
          <p:nvPr>
            <p:ph type="dt" sz="half" idx="10"/>
          </p:nvPr>
        </p:nvSpPr>
        <p:spPr/>
        <p:txBody>
          <a:bodyPr/>
          <a:lstStyle/>
          <a:p>
            <a:fld id="{9D21D778-B565-4D7E-94D7-64010A445B68}" type="datetimeFigureOut">
              <a:rPr lang="en-US" smtClean="0"/>
              <a:pPr/>
              <a:t>3/16/2016</a:t>
            </a:fld>
            <a:endParaRPr lang="en-US"/>
          </a:p>
        </p:txBody>
      </p:sp>
      <p:sp>
        <p:nvSpPr>
          <p:cNvPr id="8" name="Espace réservé du pied de page 7"/>
          <p:cNvSpPr>
            <a:spLocks noGrp="1"/>
          </p:cNvSpPr>
          <p:nvPr>
            <p:ph type="ftr" sz="quarter" idx="11"/>
          </p:nvPr>
        </p:nvSpPr>
        <p:spPr>
          <a:xfrm>
            <a:off x="304800" y="6409944"/>
            <a:ext cx="3581400" cy="365760"/>
          </a:xfrm>
        </p:spPr>
        <p:txBody>
          <a:bodyPr/>
          <a:lstStyle/>
          <a:p>
            <a:endParaRPr kumimoji="0" lang="en-US"/>
          </a:p>
        </p:txBody>
      </p:sp>
      <p:sp>
        <p:nvSpPr>
          <p:cNvPr id="15" name="Connecteur droit 14"/>
          <p:cNvSpPr>
            <a:spLocks noChangeShapeType="1"/>
          </p:cNvSpPr>
          <p:nvPr/>
        </p:nvSpPr>
        <p:spPr bwMode="auto">
          <a:xfrm>
            <a:off x="152400" y="1280160"/>
            <a:ext cx="8833104" cy="0"/>
          </a:xfrm>
          <a:prstGeom prst="line">
            <a:avLst/>
          </a:prstGeom>
          <a:noFill/>
          <a:ln w="11430"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18" name="Rectangle 17"/>
          <p:cNvSpPr>
            <a:spLocks noChangeArrowheads="1"/>
          </p:cNvSpPr>
          <p:nvPr/>
        </p:nvSpPr>
        <p:spPr bwMode="auto">
          <a:xfrm>
            <a:off x="152400" y="155448"/>
            <a:ext cx="8833104"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24" name="Espace réservé du contenu 23"/>
          <p:cNvSpPr>
            <a:spLocks noGrp="1"/>
          </p:cNvSpPr>
          <p:nvPr>
            <p:ph sz="quarter" idx="2"/>
          </p:nvPr>
        </p:nvSpPr>
        <p:spPr>
          <a:xfrm>
            <a:off x="301752" y="2471383"/>
            <a:ext cx="4041648" cy="3818404"/>
          </a:xfrm>
        </p:spPr>
        <p:txBody>
          <a:bodyPr/>
          <a:lstStyle/>
          <a:p>
            <a:pPr lvl="0" eaLnBrk="1" latinLnBrk="0" hangingPunct="1"/>
            <a:r>
              <a:rPr lang="fr-FR" smtClean="0"/>
              <a:t>Cliquez pour modifier les styles du texte du masque</a:t>
            </a:r>
          </a:p>
          <a:p>
            <a:pPr lvl="1" eaLnBrk="1" latinLnBrk="0" hangingPunct="1"/>
            <a:r>
              <a:rPr lang="fr-FR" smtClean="0"/>
              <a:t>Deuxième niveau</a:t>
            </a:r>
          </a:p>
          <a:p>
            <a:pPr lvl="2" eaLnBrk="1" latinLnBrk="0" hangingPunct="1"/>
            <a:r>
              <a:rPr lang="fr-FR" smtClean="0"/>
              <a:t>Troisième niveau</a:t>
            </a:r>
          </a:p>
          <a:p>
            <a:pPr lvl="3" eaLnBrk="1" latinLnBrk="0" hangingPunct="1"/>
            <a:r>
              <a:rPr lang="fr-FR" smtClean="0"/>
              <a:t>Quatrième niveau</a:t>
            </a:r>
          </a:p>
          <a:p>
            <a:pPr lvl="4" eaLnBrk="1" latinLnBrk="0" hangingPunct="1"/>
            <a:r>
              <a:rPr lang="fr-FR" smtClean="0"/>
              <a:t>Cinquième niveau</a:t>
            </a:r>
            <a:endParaRPr kumimoji="0" lang="en-US"/>
          </a:p>
        </p:txBody>
      </p:sp>
      <p:sp>
        <p:nvSpPr>
          <p:cNvPr id="26" name="Espace réservé du contenu 25"/>
          <p:cNvSpPr>
            <a:spLocks noGrp="1"/>
          </p:cNvSpPr>
          <p:nvPr>
            <p:ph sz="quarter" idx="4"/>
          </p:nvPr>
        </p:nvSpPr>
        <p:spPr>
          <a:xfrm>
            <a:off x="4800600" y="2471383"/>
            <a:ext cx="4038600" cy="3822192"/>
          </a:xfrm>
        </p:spPr>
        <p:txBody>
          <a:bodyPr/>
          <a:lstStyle/>
          <a:p>
            <a:pPr lvl="0" eaLnBrk="1" latinLnBrk="0" hangingPunct="1"/>
            <a:r>
              <a:rPr lang="fr-FR" smtClean="0"/>
              <a:t>Cliquez pour modifier les styles du texte du masque</a:t>
            </a:r>
          </a:p>
          <a:p>
            <a:pPr lvl="1" eaLnBrk="1" latinLnBrk="0" hangingPunct="1"/>
            <a:r>
              <a:rPr lang="fr-FR" smtClean="0"/>
              <a:t>Deuxième niveau</a:t>
            </a:r>
          </a:p>
          <a:p>
            <a:pPr lvl="2" eaLnBrk="1" latinLnBrk="0" hangingPunct="1"/>
            <a:r>
              <a:rPr lang="fr-FR" smtClean="0"/>
              <a:t>Troisième niveau</a:t>
            </a:r>
          </a:p>
          <a:p>
            <a:pPr lvl="3" eaLnBrk="1" latinLnBrk="0" hangingPunct="1"/>
            <a:r>
              <a:rPr lang="fr-FR" smtClean="0"/>
              <a:t>Quatrième niveau</a:t>
            </a:r>
          </a:p>
          <a:p>
            <a:pPr lvl="4" eaLnBrk="1" latinLnBrk="0" hangingPunct="1"/>
            <a:r>
              <a:rPr lang="fr-FR" smtClean="0"/>
              <a:t>Cinquième niveau</a:t>
            </a:r>
            <a:endParaRPr kumimoji="0" lang="en-US"/>
          </a:p>
        </p:txBody>
      </p:sp>
      <p:sp>
        <p:nvSpPr>
          <p:cNvPr id="25" name="Ellipse 24"/>
          <p:cNvSpPr/>
          <p:nvPr/>
        </p:nvSpPr>
        <p:spPr>
          <a:xfrm>
            <a:off x="4267200" y="956036"/>
            <a:ext cx="6096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7" name="Ellipse 26"/>
          <p:cNvSpPr/>
          <p:nvPr/>
        </p:nvSpPr>
        <p:spPr>
          <a:xfrm>
            <a:off x="4361688" y="1050524"/>
            <a:ext cx="420624"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Espace réservé du numéro de diapositive 8"/>
          <p:cNvSpPr>
            <a:spLocks noGrp="1"/>
          </p:cNvSpPr>
          <p:nvPr>
            <p:ph type="sldNum" sz="quarter" idx="12"/>
          </p:nvPr>
        </p:nvSpPr>
        <p:spPr>
          <a:xfrm>
            <a:off x="4343400" y="1042416"/>
            <a:ext cx="457200" cy="441325"/>
          </a:xfrm>
        </p:spPr>
        <p:txBody>
          <a:bodyPr/>
          <a:lstStyle>
            <a:lvl1pPr algn="ctr">
              <a:defRPr/>
            </a:lvl1pPr>
          </a:lstStyle>
          <a:p>
            <a:pPr algn="ctr" eaLnBrk="1" latinLnBrk="0" hangingPunct="1"/>
            <a:fld id="{2C6B1FF6-39B9-40F5-8B67-33C6354A3D4F}" type="slidenum">
              <a:rPr kumimoji="0" lang="en-US" smtClean="0"/>
              <a:pPr algn="ctr" eaLnBrk="1" latinLnBrk="0" hangingPunct="1"/>
              <a:t>‹N°›</a:t>
            </a:fld>
            <a:endParaRPr kumimoji="0" lang="en-US" dirty="0"/>
          </a:p>
        </p:txBody>
      </p:sp>
      <p:sp>
        <p:nvSpPr>
          <p:cNvPr id="23" name="Titre 22"/>
          <p:cNvSpPr>
            <a:spLocks noGrp="1"/>
          </p:cNvSpPr>
          <p:nvPr>
            <p:ph type="title"/>
          </p:nvPr>
        </p:nvSpPr>
        <p:spPr/>
        <p:txBody>
          <a:bodyPr rtlCol="0" anchor="b" anchorCtr="0"/>
          <a:lstStyle/>
          <a:p>
            <a:r>
              <a:rPr kumimoji="0" lang="fr-FR" smtClean="0"/>
              <a:t>Cliquez pour modifier le style du titre</a:t>
            </a:r>
            <a:endParaRPr kumimoji="0" lang="en-US"/>
          </a:p>
        </p:txBody>
      </p:sp>
    </p:spTree>
  </p:cSld>
  <p:clrMapOvr>
    <a:overrideClrMapping bg1="lt1" tx1="dk1" bg2="lt2" tx2="dk2" accent1="accent1" accent2="accent2" accent3="accent3" accent4="accent4" accent5="accent5" accent6="accent6" hlink="hlink" folHlink="folHlink"/>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kumimoji="0" lang="fr-FR" smtClean="0"/>
              <a:t>Cliquez pour modifier le style du titre</a:t>
            </a:r>
            <a:endParaRPr kumimoji="0" lang="en-US"/>
          </a:p>
        </p:txBody>
      </p:sp>
      <p:sp>
        <p:nvSpPr>
          <p:cNvPr id="3" name="Espace réservé de la date 2"/>
          <p:cNvSpPr>
            <a:spLocks noGrp="1"/>
          </p:cNvSpPr>
          <p:nvPr>
            <p:ph type="dt" sz="half" idx="10"/>
          </p:nvPr>
        </p:nvSpPr>
        <p:spPr/>
        <p:txBody>
          <a:bodyPr/>
          <a:lstStyle/>
          <a:p>
            <a:fld id="{9D21D778-B565-4D7E-94D7-64010A445B68}" type="datetimeFigureOut">
              <a:rPr lang="en-US" smtClean="0"/>
              <a:pPr/>
              <a:t>3/16/2016</a:t>
            </a:fld>
            <a:endParaRPr lang="en-US"/>
          </a:p>
        </p:txBody>
      </p:sp>
      <p:sp>
        <p:nvSpPr>
          <p:cNvPr id="4" name="Espace réservé du pied de page 3"/>
          <p:cNvSpPr>
            <a:spLocks noGrp="1"/>
          </p:cNvSpPr>
          <p:nvPr>
            <p:ph type="ftr" sz="quarter" idx="11"/>
          </p:nvPr>
        </p:nvSpPr>
        <p:spPr/>
        <p:txBody>
          <a:bodyPr/>
          <a:lstStyle/>
          <a:p>
            <a:endParaRPr kumimoji="0" lang="en-US" dirty="0"/>
          </a:p>
        </p:txBody>
      </p:sp>
      <p:sp>
        <p:nvSpPr>
          <p:cNvPr id="5" name="Espace réservé du numéro de diapositive 4"/>
          <p:cNvSpPr>
            <a:spLocks noGrp="1"/>
          </p:cNvSpPr>
          <p:nvPr>
            <p:ph type="sldNum" sz="quarter" idx="12"/>
          </p:nvPr>
        </p:nvSpPr>
        <p:spPr>
          <a:xfrm>
            <a:off x="4343400" y="1036020"/>
            <a:ext cx="457200" cy="441325"/>
          </a:xfrm>
        </p:spPr>
        <p:txBody>
          <a:bodyPr/>
          <a:lstStyle/>
          <a:p>
            <a:fld id="{2C6B1FF6-39B9-40F5-8B67-33C6354A3D4F}" type="slidenum">
              <a:rPr kumimoji="0" lang="en-US" smtClean="0"/>
              <a:pPr/>
              <a:t>‹N°›</a:t>
            </a:fld>
            <a:endParaRPr kumimoji="0"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Vide">
    <p:spTree>
      <p:nvGrpSpPr>
        <p:cNvPr id="1" name=""/>
        <p:cNvGrpSpPr/>
        <p:nvPr/>
      </p:nvGrpSpPr>
      <p:grpSpPr>
        <a:xfrm>
          <a:off x="0" y="0"/>
          <a:ext cx="0" cy="0"/>
          <a:chOff x="0" y="0"/>
          <a:chExt cx="0" cy="0"/>
        </a:xfrm>
      </p:grpSpPr>
      <p:sp>
        <p:nvSpPr>
          <p:cNvPr id="7" name="Rectangle 6"/>
          <p:cNvSpPr>
            <a:spLocks noChangeArrowheads="1"/>
          </p:cNvSpPr>
          <p:nvPr/>
        </p:nvSpPr>
        <p:spPr bwMode="white">
          <a:xfrm>
            <a:off x="0" y="670560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8" name="Rectangle 7"/>
          <p:cNvSpPr>
            <a:spLocks noChangeArrowheads="1"/>
          </p:cNvSpPr>
          <p:nvPr/>
        </p:nvSpPr>
        <p:spPr bwMode="white">
          <a:xfrm>
            <a:off x="0" y="0"/>
            <a:ext cx="9144000" cy="155448"/>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0" name="Rectangle 9"/>
          <p:cNvSpPr>
            <a:spLocks noChangeArrowheads="1"/>
          </p:cNvSpPr>
          <p:nvPr/>
        </p:nvSpPr>
        <p:spPr bwMode="white">
          <a:xfrm>
            <a:off x="899160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9" name="Rectangle 8"/>
          <p:cNvSpPr>
            <a:spLocks noChangeArrowheads="1"/>
          </p:cNvSpPr>
          <p:nvPr/>
        </p:nvSpPr>
        <p:spPr bwMode="white">
          <a:xfrm>
            <a:off x="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5" name="Rectangle 4"/>
          <p:cNvSpPr>
            <a:spLocks noChangeArrowheads="1"/>
          </p:cNvSpPr>
          <p:nvPr/>
        </p:nvSpPr>
        <p:spPr bwMode="auto">
          <a:xfrm>
            <a:off x="146304" y="6391656"/>
            <a:ext cx="8833104" cy="309563"/>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6" name="Rectangle 5"/>
          <p:cNvSpPr>
            <a:spLocks noChangeArrowheads="1"/>
          </p:cNvSpPr>
          <p:nvPr/>
        </p:nvSpPr>
        <p:spPr bwMode="auto">
          <a:xfrm>
            <a:off x="152400" y="158496"/>
            <a:ext cx="8833104"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2" name="Espace réservé de la date 1"/>
          <p:cNvSpPr>
            <a:spLocks noGrp="1"/>
          </p:cNvSpPr>
          <p:nvPr>
            <p:ph type="dt" sz="half" idx="10"/>
          </p:nvPr>
        </p:nvSpPr>
        <p:spPr/>
        <p:txBody>
          <a:bodyPr/>
          <a:lstStyle/>
          <a:p>
            <a:fld id="{9D21D778-B565-4D7E-94D7-64010A445B68}" type="datetimeFigureOut">
              <a:rPr lang="en-US" smtClean="0"/>
              <a:pPr/>
              <a:t>3/16/2016</a:t>
            </a:fld>
            <a:endParaRPr lang="en-US"/>
          </a:p>
        </p:txBody>
      </p:sp>
      <p:sp>
        <p:nvSpPr>
          <p:cNvPr id="3" name="Espace réservé du pied de page 2"/>
          <p:cNvSpPr>
            <a:spLocks noGrp="1"/>
          </p:cNvSpPr>
          <p:nvPr>
            <p:ph type="ftr" sz="quarter" idx="11"/>
          </p:nvPr>
        </p:nvSpPr>
        <p:spPr/>
        <p:txBody>
          <a:bodyPr/>
          <a:lstStyle/>
          <a:p>
            <a:endParaRPr kumimoji="0" lang="en-US"/>
          </a:p>
        </p:txBody>
      </p:sp>
      <p:sp>
        <p:nvSpPr>
          <p:cNvPr id="4" name="Espace réservé du numéro de diapositive 3"/>
          <p:cNvSpPr>
            <a:spLocks noGrp="1"/>
          </p:cNvSpPr>
          <p:nvPr>
            <p:ph type="sldNum" sz="quarter" idx="12"/>
          </p:nvPr>
        </p:nvSpPr>
        <p:spPr>
          <a:xfrm>
            <a:off x="4267200" y="6324600"/>
            <a:ext cx="609600" cy="441324"/>
          </a:xfrm>
        </p:spPr>
        <p:txBody>
          <a:bodyPr/>
          <a:lstStyle>
            <a:lvl1pPr>
              <a:defRPr>
                <a:solidFill>
                  <a:srgbClr val="FFFFFF"/>
                </a:solidFill>
              </a:defRPr>
            </a:lvl1pPr>
          </a:lstStyle>
          <a:p>
            <a:fld id="{2C6B1FF6-39B9-40F5-8B67-33C6354A3D4F}" type="slidenum">
              <a:rPr kumimoji="0" lang="en-US" smtClean="0"/>
              <a:pPr/>
              <a:t>‹N°›</a:t>
            </a:fld>
            <a:endParaRPr kumimoji="0" lang="en-US" dirty="0">
              <a:solidFill>
                <a:srgbClr val="FFFFFF"/>
              </a:solidFill>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u avec légende">
    <p:bg>
      <p:bgRef idx="1001">
        <a:schemeClr val="bg1"/>
      </p:bgRef>
    </p:bg>
    <p:spTree>
      <p:nvGrpSpPr>
        <p:cNvPr id="1" name=""/>
        <p:cNvGrpSpPr/>
        <p:nvPr/>
      </p:nvGrpSpPr>
      <p:grpSpPr>
        <a:xfrm>
          <a:off x="0" y="0"/>
          <a:ext cx="0" cy="0"/>
          <a:chOff x="0" y="0"/>
          <a:chExt cx="0" cy="0"/>
        </a:xfrm>
      </p:grpSpPr>
      <p:sp>
        <p:nvSpPr>
          <p:cNvPr id="19" name="Rectangle 18"/>
          <p:cNvSpPr>
            <a:spLocks noChangeArrowheads="1"/>
          </p:cNvSpPr>
          <p:nvPr/>
        </p:nvSpPr>
        <p:spPr bwMode="auto">
          <a:xfrm>
            <a:off x="152400" y="152400"/>
            <a:ext cx="8833104" cy="304800"/>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5" name="Rectangle 14"/>
          <p:cNvSpPr>
            <a:spLocks noChangeArrowheads="1"/>
          </p:cNvSpPr>
          <p:nvPr/>
        </p:nvSpPr>
        <p:spPr bwMode="white">
          <a:xfrm>
            <a:off x="0" y="670560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8" name="Rectangle 17"/>
          <p:cNvSpPr>
            <a:spLocks noChangeArrowheads="1"/>
          </p:cNvSpPr>
          <p:nvPr/>
        </p:nvSpPr>
        <p:spPr bwMode="white">
          <a:xfrm>
            <a:off x="899160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6" name="Rectangle 15"/>
          <p:cNvSpPr>
            <a:spLocks noChangeArrowheads="1"/>
          </p:cNvSpPr>
          <p:nvPr/>
        </p:nvSpPr>
        <p:spPr bwMode="white">
          <a:xfrm>
            <a:off x="0" y="0"/>
            <a:ext cx="9144000" cy="118872"/>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7" name="Rectangle 16"/>
          <p:cNvSpPr>
            <a:spLocks noChangeArrowheads="1"/>
          </p:cNvSpPr>
          <p:nvPr/>
        </p:nvSpPr>
        <p:spPr bwMode="white">
          <a:xfrm>
            <a:off x="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3" name="Rectangle 12"/>
          <p:cNvSpPr/>
          <p:nvPr/>
        </p:nvSpPr>
        <p:spPr>
          <a:xfrm>
            <a:off x="152400" y="609600"/>
            <a:ext cx="2743200" cy="5867400"/>
          </a:xfrm>
          <a:prstGeom prst="rect">
            <a:avLst/>
          </a:prstGeom>
          <a:solidFill>
            <a:schemeClr val="accent1"/>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 name="Titre 1"/>
          <p:cNvSpPr>
            <a:spLocks noGrp="1"/>
          </p:cNvSpPr>
          <p:nvPr>
            <p:ph type="title"/>
          </p:nvPr>
        </p:nvSpPr>
        <p:spPr>
          <a:xfrm>
            <a:off x="381000" y="914400"/>
            <a:ext cx="2362200" cy="990600"/>
          </a:xfrm>
        </p:spPr>
        <p:txBody>
          <a:bodyPr anchor="b">
            <a:noAutofit/>
          </a:bodyPr>
          <a:lstStyle>
            <a:lvl1pPr algn="l">
              <a:buNone/>
              <a:defRPr sz="2200" b="1">
                <a:solidFill>
                  <a:srgbClr val="FFFFFF"/>
                </a:solidFill>
              </a:defRPr>
            </a:lvl1pPr>
          </a:lstStyle>
          <a:p>
            <a:r>
              <a:rPr kumimoji="0" lang="fr-FR" smtClean="0"/>
              <a:t>Cliquez pour modifier le style du titre</a:t>
            </a:r>
            <a:endParaRPr kumimoji="0" lang="en-US"/>
          </a:p>
        </p:txBody>
      </p:sp>
      <p:sp>
        <p:nvSpPr>
          <p:cNvPr id="3" name="Espace réservé du texte 2"/>
          <p:cNvSpPr>
            <a:spLocks noGrp="1"/>
          </p:cNvSpPr>
          <p:nvPr>
            <p:ph type="body" idx="2"/>
          </p:nvPr>
        </p:nvSpPr>
        <p:spPr>
          <a:xfrm>
            <a:off x="381000" y="1981200"/>
            <a:ext cx="2362200" cy="4144963"/>
          </a:xfrm>
        </p:spPr>
        <p:txBody>
          <a:bodyPr/>
          <a:lstStyle>
            <a:lvl1pPr marL="0" indent="0">
              <a:spcAft>
                <a:spcPts val="1000"/>
              </a:spcAft>
              <a:buNone/>
              <a:defRPr sz="1600">
                <a:solidFill>
                  <a:srgbClr val="FFFFFF"/>
                </a:solidFill>
              </a:defRPr>
            </a:lvl1pPr>
            <a:lvl2pPr>
              <a:buNone/>
              <a:defRPr sz="1200"/>
            </a:lvl2pPr>
            <a:lvl3pPr>
              <a:buNone/>
              <a:defRPr sz="1000"/>
            </a:lvl3pPr>
            <a:lvl4pPr>
              <a:buNone/>
              <a:defRPr sz="900"/>
            </a:lvl4pPr>
            <a:lvl5pPr>
              <a:buNone/>
              <a:defRPr sz="900"/>
            </a:lvl5pPr>
          </a:lstStyle>
          <a:p>
            <a:pPr lvl="0" eaLnBrk="1" latinLnBrk="0" hangingPunct="1"/>
            <a:r>
              <a:rPr kumimoji="0" lang="fr-FR" smtClean="0"/>
              <a:t>Cliquez pour modifier les styles du texte du masque</a:t>
            </a:r>
          </a:p>
        </p:txBody>
      </p:sp>
      <p:sp>
        <p:nvSpPr>
          <p:cNvPr id="8" name="Rectangle 7"/>
          <p:cNvSpPr>
            <a:spLocks noChangeArrowheads="1"/>
          </p:cNvSpPr>
          <p:nvPr/>
        </p:nvSpPr>
        <p:spPr bwMode="auto">
          <a:xfrm>
            <a:off x="152400" y="152400"/>
            <a:ext cx="8833104"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9" name="Connecteur droit 8"/>
          <p:cNvSpPr>
            <a:spLocks noChangeShapeType="1"/>
          </p:cNvSpPr>
          <p:nvPr/>
        </p:nvSpPr>
        <p:spPr bwMode="auto">
          <a:xfrm>
            <a:off x="152400" y="533400"/>
            <a:ext cx="8833104" cy="0"/>
          </a:xfrm>
          <a:prstGeom prst="line">
            <a:avLst/>
          </a:prstGeom>
          <a:noFill/>
          <a:ln w="11430"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20" name="Espace réservé du contenu 19"/>
          <p:cNvSpPr>
            <a:spLocks noGrp="1"/>
          </p:cNvSpPr>
          <p:nvPr>
            <p:ph sz="quarter" idx="1"/>
          </p:nvPr>
        </p:nvSpPr>
        <p:spPr>
          <a:xfrm>
            <a:off x="3124200" y="685800"/>
            <a:ext cx="5638800" cy="5410200"/>
          </a:xfrm>
        </p:spPr>
        <p:txBody>
          <a:bodyPr/>
          <a:lstStyle/>
          <a:p>
            <a:pPr lvl="0" eaLnBrk="1" latinLnBrk="0" hangingPunct="1"/>
            <a:r>
              <a:rPr lang="fr-FR" smtClean="0"/>
              <a:t>Cliquez pour modifier les styles du texte du masque</a:t>
            </a:r>
          </a:p>
          <a:p>
            <a:pPr lvl="1" eaLnBrk="1" latinLnBrk="0" hangingPunct="1"/>
            <a:r>
              <a:rPr lang="fr-FR" smtClean="0"/>
              <a:t>Deuxième niveau</a:t>
            </a:r>
          </a:p>
          <a:p>
            <a:pPr lvl="2" eaLnBrk="1" latinLnBrk="0" hangingPunct="1"/>
            <a:r>
              <a:rPr lang="fr-FR" smtClean="0"/>
              <a:t>Troisième niveau</a:t>
            </a:r>
          </a:p>
          <a:p>
            <a:pPr lvl="3" eaLnBrk="1" latinLnBrk="0" hangingPunct="1"/>
            <a:r>
              <a:rPr lang="fr-FR" smtClean="0"/>
              <a:t>Quatrième niveau</a:t>
            </a:r>
          </a:p>
          <a:p>
            <a:pPr lvl="4" eaLnBrk="1" latinLnBrk="0" hangingPunct="1"/>
            <a:r>
              <a:rPr lang="fr-FR" smtClean="0"/>
              <a:t>Cinquième niveau</a:t>
            </a:r>
            <a:endParaRPr kumimoji="0" lang="en-US"/>
          </a:p>
        </p:txBody>
      </p:sp>
      <p:sp>
        <p:nvSpPr>
          <p:cNvPr id="10" name="Ellipse 9"/>
          <p:cNvSpPr/>
          <p:nvPr/>
        </p:nvSpPr>
        <p:spPr>
          <a:xfrm>
            <a:off x="1295400" y="228600"/>
            <a:ext cx="6096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Ellipse 10"/>
          <p:cNvSpPr/>
          <p:nvPr/>
        </p:nvSpPr>
        <p:spPr>
          <a:xfrm>
            <a:off x="1389888" y="323088"/>
            <a:ext cx="420624"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7" name="Espace réservé du numéro de diapositive 6"/>
          <p:cNvSpPr>
            <a:spLocks noGrp="1"/>
          </p:cNvSpPr>
          <p:nvPr>
            <p:ph type="sldNum" sz="quarter" idx="12"/>
          </p:nvPr>
        </p:nvSpPr>
        <p:spPr>
          <a:xfrm>
            <a:off x="1371600" y="312738"/>
            <a:ext cx="457200" cy="441325"/>
          </a:xfrm>
        </p:spPr>
        <p:txBody>
          <a:bodyPr/>
          <a:lstStyle>
            <a:lvl1pPr>
              <a:defRPr>
                <a:solidFill>
                  <a:schemeClr val="accent3">
                    <a:shade val="75000"/>
                  </a:schemeClr>
                </a:solidFill>
              </a:defRPr>
            </a:lvl1pPr>
          </a:lstStyle>
          <a:p>
            <a:fld id="{2C6B1FF6-39B9-40F5-8B67-33C6354A3D4F}" type="slidenum">
              <a:rPr kumimoji="0" lang="en-US" smtClean="0"/>
              <a:pPr/>
              <a:t>‹N°›</a:t>
            </a:fld>
            <a:endParaRPr kumimoji="0" lang="en-US" dirty="0">
              <a:solidFill>
                <a:schemeClr val="accent3">
                  <a:shade val="75000"/>
                </a:schemeClr>
              </a:solidFill>
            </a:endParaRPr>
          </a:p>
        </p:txBody>
      </p:sp>
      <p:sp>
        <p:nvSpPr>
          <p:cNvPr id="21" name="Rectangle 20"/>
          <p:cNvSpPr>
            <a:spLocks noChangeArrowheads="1"/>
          </p:cNvSpPr>
          <p:nvPr/>
        </p:nvSpPr>
        <p:spPr bwMode="auto">
          <a:xfrm>
            <a:off x="149352" y="6388385"/>
            <a:ext cx="8833104" cy="309563"/>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5" name="Espace réservé de la date 4"/>
          <p:cNvSpPr>
            <a:spLocks noGrp="1"/>
          </p:cNvSpPr>
          <p:nvPr>
            <p:ph type="dt" sz="half" idx="10"/>
          </p:nvPr>
        </p:nvSpPr>
        <p:spPr/>
        <p:txBody>
          <a:bodyPr/>
          <a:lstStyle/>
          <a:p>
            <a:fld id="{9D21D778-B565-4D7E-94D7-64010A445B68}" type="datetimeFigureOut">
              <a:rPr lang="en-US" smtClean="0"/>
              <a:pPr/>
              <a:t>3/16/2016</a:t>
            </a:fld>
            <a:endParaRPr lang="en-US"/>
          </a:p>
        </p:txBody>
      </p:sp>
      <p:sp>
        <p:nvSpPr>
          <p:cNvPr id="6" name="Espace réservé du pied de page 5"/>
          <p:cNvSpPr>
            <a:spLocks noGrp="1"/>
          </p:cNvSpPr>
          <p:nvPr>
            <p:ph type="ftr" sz="quarter" idx="11"/>
          </p:nvPr>
        </p:nvSpPr>
        <p:spPr>
          <a:xfrm>
            <a:off x="301752" y="6410848"/>
            <a:ext cx="3383280" cy="365760"/>
          </a:xfrm>
        </p:spPr>
        <p:txBody>
          <a:bodyPr/>
          <a:lstStyle/>
          <a:p>
            <a:endParaRPr kumimoji="0" lang="en-US" dirty="0"/>
          </a:p>
        </p:txBody>
      </p:sp>
    </p:spTree>
  </p:cSld>
  <p:clrMapOvr>
    <a:overrideClrMapping bg1="lt1" tx1="dk1" bg2="lt2" tx2="dk2" accent1="accent1" accent2="accent2" accent3="accent3" accent4="accent4" accent5="accent5" accent6="accent6" hlink="hlink" folHlink="folHlink"/>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Image avec légende">
    <p:spTree>
      <p:nvGrpSpPr>
        <p:cNvPr id="1" name=""/>
        <p:cNvGrpSpPr/>
        <p:nvPr/>
      </p:nvGrpSpPr>
      <p:grpSpPr>
        <a:xfrm>
          <a:off x="0" y="0"/>
          <a:ext cx="0" cy="0"/>
          <a:chOff x="0" y="0"/>
          <a:chExt cx="0" cy="0"/>
        </a:xfrm>
      </p:grpSpPr>
      <p:sp>
        <p:nvSpPr>
          <p:cNvPr id="21" name="Connecteur droit 20"/>
          <p:cNvSpPr>
            <a:spLocks noChangeShapeType="1"/>
          </p:cNvSpPr>
          <p:nvPr/>
        </p:nvSpPr>
        <p:spPr bwMode="auto">
          <a:xfrm>
            <a:off x="152400" y="533400"/>
            <a:ext cx="8833104" cy="0"/>
          </a:xfrm>
          <a:prstGeom prst="line">
            <a:avLst/>
          </a:prstGeom>
          <a:noFill/>
          <a:ln w="11430"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19" name="Rectangle 18"/>
          <p:cNvSpPr>
            <a:spLocks noChangeArrowheads="1"/>
          </p:cNvSpPr>
          <p:nvPr/>
        </p:nvSpPr>
        <p:spPr bwMode="white">
          <a:xfrm>
            <a:off x="0" y="670560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6" name="Rectangle 15"/>
          <p:cNvSpPr>
            <a:spLocks noChangeArrowheads="1"/>
          </p:cNvSpPr>
          <p:nvPr/>
        </p:nvSpPr>
        <p:spPr bwMode="white">
          <a:xfrm>
            <a:off x="899160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7" name="Rectangle 16"/>
          <p:cNvSpPr>
            <a:spLocks noChangeArrowheads="1"/>
          </p:cNvSpPr>
          <p:nvPr/>
        </p:nvSpPr>
        <p:spPr bwMode="white">
          <a:xfrm>
            <a:off x="0" y="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8" name="Rectangle 17"/>
          <p:cNvSpPr>
            <a:spLocks noChangeArrowheads="1"/>
          </p:cNvSpPr>
          <p:nvPr/>
        </p:nvSpPr>
        <p:spPr bwMode="white">
          <a:xfrm>
            <a:off x="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20" name="Rectangle 19"/>
          <p:cNvSpPr>
            <a:spLocks noChangeArrowheads="1"/>
          </p:cNvSpPr>
          <p:nvPr/>
        </p:nvSpPr>
        <p:spPr bwMode="auto">
          <a:xfrm>
            <a:off x="152400" y="152400"/>
            <a:ext cx="8833104" cy="301752"/>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8" name="Rectangle 7"/>
          <p:cNvSpPr/>
          <p:nvPr/>
        </p:nvSpPr>
        <p:spPr>
          <a:xfrm>
            <a:off x="152400" y="609600"/>
            <a:ext cx="2743200" cy="5867400"/>
          </a:xfrm>
          <a:prstGeom prst="rect">
            <a:avLst/>
          </a:prstGeom>
          <a:solidFill>
            <a:schemeClr val="accent1"/>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5" name="Rectangle 14"/>
          <p:cNvSpPr>
            <a:spLocks noChangeArrowheads="1"/>
          </p:cNvSpPr>
          <p:nvPr/>
        </p:nvSpPr>
        <p:spPr bwMode="auto">
          <a:xfrm>
            <a:off x="152400" y="155448"/>
            <a:ext cx="8833104"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12" name="Ellipse 11"/>
          <p:cNvSpPr/>
          <p:nvPr/>
        </p:nvSpPr>
        <p:spPr>
          <a:xfrm>
            <a:off x="1295400" y="228600"/>
            <a:ext cx="6096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3" name="Ellipse 12"/>
          <p:cNvSpPr/>
          <p:nvPr/>
        </p:nvSpPr>
        <p:spPr>
          <a:xfrm>
            <a:off x="1389888" y="323088"/>
            <a:ext cx="420624"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7" name="Espace réservé du numéro de diapositive 6"/>
          <p:cNvSpPr>
            <a:spLocks noGrp="1"/>
          </p:cNvSpPr>
          <p:nvPr>
            <p:ph type="sldNum" sz="quarter" idx="12"/>
          </p:nvPr>
        </p:nvSpPr>
        <p:spPr>
          <a:xfrm>
            <a:off x="1371600" y="312738"/>
            <a:ext cx="457200" cy="441325"/>
          </a:xfrm>
        </p:spPr>
        <p:txBody>
          <a:bodyPr/>
          <a:lstStyle/>
          <a:p>
            <a:fld id="{2C6B1FF6-39B9-40F5-8B67-33C6354A3D4F}" type="slidenum">
              <a:rPr kumimoji="0" lang="en-US" smtClean="0"/>
              <a:pPr/>
              <a:t>‹N°›</a:t>
            </a:fld>
            <a:endParaRPr kumimoji="0" lang="en-US" dirty="0"/>
          </a:p>
        </p:txBody>
      </p:sp>
      <p:sp>
        <p:nvSpPr>
          <p:cNvPr id="2" name="Titre 1"/>
          <p:cNvSpPr>
            <a:spLocks noGrp="1"/>
          </p:cNvSpPr>
          <p:nvPr>
            <p:ph type="title"/>
          </p:nvPr>
        </p:nvSpPr>
        <p:spPr>
          <a:xfrm>
            <a:off x="3000375" y="5029200"/>
            <a:ext cx="5867400" cy="1219200"/>
          </a:xfrm>
        </p:spPr>
        <p:txBody>
          <a:bodyPr anchor="t">
            <a:noAutofit/>
          </a:bodyPr>
          <a:lstStyle>
            <a:lvl1pPr algn="l">
              <a:buNone/>
              <a:defRPr sz="2400" b="1">
                <a:solidFill>
                  <a:schemeClr val="tx2"/>
                </a:solidFill>
              </a:defRPr>
            </a:lvl1pPr>
          </a:lstStyle>
          <a:p>
            <a:r>
              <a:rPr kumimoji="0" lang="fr-FR" smtClean="0"/>
              <a:t>Cliquez pour modifier le style du titre</a:t>
            </a:r>
            <a:endParaRPr kumimoji="0" lang="en-US"/>
          </a:p>
        </p:txBody>
      </p:sp>
      <p:sp>
        <p:nvSpPr>
          <p:cNvPr id="3" name="Espace réservé pour une image  2"/>
          <p:cNvSpPr>
            <a:spLocks noGrp="1"/>
          </p:cNvSpPr>
          <p:nvPr>
            <p:ph type="pic" idx="1"/>
          </p:nvPr>
        </p:nvSpPr>
        <p:spPr>
          <a:xfrm>
            <a:off x="3000375" y="609600"/>
            <a:ext cx="5867400" cy="4267200"/>
          </a:xfrm>
        </p:spPr>
        <p:txBody>
          <a:bodyPr/>
          <a:lstStyle>
            <a:lvl1pPr marL="0" indent="0">
              <a:buNone/>
              <a:defRPr sz="3200"/>
            </a:lvl1pPr>
          </a:lstStyle>
          <a:p>
            <a:r>
              <a:rPr kumimoji="0" lang="fr-FR" smtClean="0"/>
              <a:t>Cliquez sur l'icône pour ajouter une image</a:t>
            </a:r>
            <a:endParaRPr kumimoji="0" lang="en-US" dirty="0"/>
          </a:p>
        </p:txBody>
      </p:sp>
      <p:sp>
        <p:nvSpPr>
          <p:cNvPr id="4" name="Espace réservé du texte 3"/>
          <p:cNvSpPr>
            <a:spLocks noGrp="1"/>
          </p:cNvSpPr>
          <p:nvPr>
            <p:ph type="body" sz="half" idx="2"/>
          </p:nvPr>
        </p:nvSpPr>
        <p:spPr>
          <a:xfrm>
            <a:off x="381000" y="990600"/>
            <a:ext cx="2438400" cy="5257800"/>
          </a:xfrm>
        </p:spPr>
        <p:txBody>
          <a:bodyPr/>
          <a:lstStyle>
            <a:lvl1pPr marL="0" indent="0">
              <a:spcAft>
                <a:spcPts val="1000"/>
              </a:spcAft>
              <a:buFontTx/>
              <a:buNone/>
              <a:defRPr sz="1600">
                <a:solidFill>
                  <a:srgbClr val="FFFFFF"/>
                </a:solidFill>
              </a:defRPr>
            </a:lvl1pPr>
            <a:lvl2pPr>
              <a:defRPr sz="1200"/>
            </a:lvl2pPr>
            <a:lvl3pPr>
              <a:defRPr sz="1000"/>
            </a:lvl3pPr>
            <a:lvl4pPr>
              <a:defRPr sz="900"/>
            </a:lvl4pPr>
            <a:lvl5pPr>
              <a:defRPr sz="900"/>
            </a:lvl5pPr>
          </a:lstStyle>
          <a:p>
            <a:pPr lvl="0" eaLnBrk="1" latinLnBrk="0" hangingPunct="1"/>
            <a:r>
              <a:rPr kumimoji="0" lang="fr-FR" smtClean="0"/>
              <a:t>Cliquez pour modifier les styles du texte du masque</a:t>
            </a:r>
          </a:p>
        </p:txBody>
      </p:sp>
      <p:sp>
        <p:nvSpPr>
          <p:cNvPr id="22" name="Rectangle 21"/>
          <p:cNvSpPr>
            <a:spLocks noChangeArrowheads="1"/>
          </p:cNvSpPr>
          <p:nvPr/>
        </p:nvSpPr>
        <p:spPr bwMode="auto">
          <a:xfrm>
            <a:off x="149352" y="6388385"/>
            <a:ext cx="8833104" cy="309563"/>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5" name="Espace réservé de la date 4"/>
          <p:cNvSpPr>
            <a:spLocks noGrp="1"/>
          </p:cNvSpPr>
          <p:nvPr>
            <p:ph type="dt" sz="half" idx="10"/>
          </p:nvPr>
        </p:nvSpPr>
        <p:spPr>
          <a:xfrm>
            <a:off x="5788152" y="6404984"/>
            <a:ext cx="3044952" cy="365760"/>
          </a:xfrm>
        </p:spPr>
        <p:txBody>
          <a:bodyPr/>
          <a:lstStyle/>
          <a:p>
            <a:fld id="{9D21D778-B565-4D7E-94D7-64010A445B68}" type="datetimeFigureOut">
              <a:rPr lang="en-US" smtClean="0"/>
              <a:pPr/>
              <a:t>3/16/2016</a:t>
            </a:fld>
            <a:endParaRPr lang="en-US" dirty="0"/>
          </a:p>
        </p:txBody>
      </p:sp>
      <p:sp>
        <p:nvSpPr>
          <p:cNvPr id="6" name="Espace réservé du pied de page 5"/>
          <p:cNvSpPr>
            <a:spLocks noGrp="1"/>
          </p:cNvSpPr>
          <p:nvPr>
            <p:ph type="ftr" sz="quarter" idx="11"/>
          </p:nvPr>
        </p:nvSpPr>
        <p:spPr>
          <a:xfrm>
            <a:off x="301752" y="6410848"/>
            <a:ext cx="3584448" cy="365760"/>
          </a:xfrm>
        </p:spPr>
        <p:txBody>
          <a:bodyPr/>
          <a:lstStyle/>
          <a:p>
            <a:endParaRPr kumimoji="0"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bg>
      <p:bgRef idx="1001">
        <a:schemeClr val="bg2"/>
      </p:bgRef>
    </p:bg>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kumimoji="0" lang="fr-FR" smtClean="0"/>
              <a:t>Cliquez pour modifier le style du titre</a:t>
            </a:r>
            <a:endParaRPr kumimoji="0" lang="en-US"/>
          </a:p>
        </p:txBody>
      </p:sp>
      <p:sp>
        <p:nvSpPr>
          <p:cNvPr id="3" name="Espace réservé du texte vertical 2"/>
          <p:cNvSpPr>
            <a:spLocks noGrp="1"/>
          </p:cNvSpPr>
          <p:nvPr>
            <p:ph type="body" orient="vert" idx="1"/>
          </p:nvPr>
        </p:nvSpPr>
        <p:spPr/>
        <p:txBody>
          <a:bodyPr vert="eaVert"/>
          <a:lstStyle/>
          <a:p>
            <a:pPr lvl="0" eaLnBrk="1" latinLnBrk="0" hangingPunct="1"/>
            <a:r>
              <a:rPr lang="fr-FR" smtClean="0"/>
              <a:t>Cliquez pour modifier les styles du texte du masque</a:t>
            </a:r>
          </a:p>
          <a:p>
            <a:pPr lvl="1" eaLnBrk="1" latinLnBrk="0" hangingPunct="1"/>
            <a:r>
              <a:rPr lang="fr-FR" smtClean="0"/>
              <a:t>Deuxième niveau</a:t>
            </a:r>
          </a:p>
          <a:p>
            <a:pPr lvl="2" eaLnBrk="1" latinLnBrk="0" hangingPunct="1"/>
            <a:r>
              <a:rPr lang="fr-FR" smtClean="0"/>
              <a:t>Troisième niveau</a:t>
            </a:r>
          </a:p>
          <a:p>
            <a:pPr lvl="3" eaLnBrk="1" latinLnBrk="0" hangingPunct="1"/>
            <a:r>
              <a:rPr lang="fr-FR" smtClean="0"/>
              <a:t>Quatrième niveau</a:t>
            </a:r>
          </a:p>
          <a:p>
            <a:pPr lvl="4" eaLnBrk="1" latinLnBrk="0" hangingPunct="1"/>
            <a:r>
              <a:rPr lang="fr-FR" smtClean="0"/>
              <a:t>Cinquième niveau</a:t>
            </a:r>
            <a:endParaRPr kumimoji="0" lang="en-US"/>
          </a:p>
        </p:txBody>
      </p:sp>
      <p:sp>
        <p:nvSpPr>
          <p:cNvPr id="4" name="Espace réservé de la date 3"/>
          <p:cNvSpPr>
            <a:spLocks noGrp="1"/>
          </p:cNvSpPr>
          <p:nvPr>
            <p:ph type="dt" sz="half" idx="10"/>
          </p:nvPr>
        </p:nvSpPr>
        <p:spPr/>
        <p:txBody>
          <a:bodyPr/>
          <a:lstStyle/>
          <a:p>
            <a:fld id="{9D21D778-B565-4D7E-94D7-64010A445B68}" type="datetimeFigureOut">
              <a:rPr lang="en-US" smtClean="0"/>
              <a:pPr/>
              <a:t>3/16/2016</a:t>
            </a:fld>
            <a:endParaRPr lang="en-US"/>
          </a:p>
        </p:txBody>
      </p:sp>
      <p:sp>
        <p:nvSpPr>
          <p:cNvPr id="5" name="Espace réservé du pied de page 4"/>
          <p:cNvSpPr>
            <a:spLocks noGrp="1"/>
          </p:cNvSpPr>
          <p:nvPr>
            <p:ph type="ftr" sz="quarter" idx="11"/>
          </p:nvPr>
        </p:nvSpPr>
        <p:spPr/>
        <p:txBody>
          <a:bodyPr/>
          <a:lstStyle/>
          <a:p>
            <a:endParaRPr kumimoji="0" lang="en-US"/>
          </a:p>
        </p:txBody>
      </p:sp>
      <p:sp>
        <p:nvSpPr>
          <p:cNvPr id="6" name="Espace réservé du numéro de diapositive 5"/>
          <p:cNvSpPr>
            <a:spLocks noGrp="1"/>
          </p:cNvSpPr>
          <p:nvPr>
            <p:ph type="sldNum" sz="quarter" idx="12"/>
          </p:nvPr>
        </p:nvSpPr>
        <p:spPr/>
        <p:txBody>
          <a:bodyPr/>
          <a:lstStyle/>
          <a:p>
            <a:fld id="{2C6B1FF6-39B9-40F5-8B67-33C6354A3D4F}" type="slidenum">
              <a:rPr kumimoji="0" lang="en-US" smtClean="0"/>
              <a:pPr/>
              <a:t>‹N°›</a:t>
            </a:fld>
            <a:endParaRPr kumimoji="0" lang="en-US"/>
          </a:p>
        </p:txBody>
      </p:sp>
    </p:spTree>
  </p:cSld>
  <p:clrMapOvr>
    <a:overrideClrMapping bg1="lt1" tx1="dk1" bg2="lt2" tx2="dk2" accent1="accent1" accent2="accent2" accent3="accent3" accent4="accent4" accent5="accent5" accent6="accent6" hlink="hlink" folHlink="folHlink"/>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Titre vertical et texte">
    <p:bg>
      <p:bgRef idx="1001">
        <a:schemeClr val="bg2"/>
      </p:bgRef>
    </p:bg>
    <p:spTree>
      <p:nvGrpSpPr>
        <p:cNvPr id="1" name=""/>
        <p:cNvGrpSpPr/>
        <p:nvPr/>
      </p:nvGrpSpPr>
      <p:grpSpPr>
        <a:xfrm>
          <a:off x="0" y="0"/>
          <a:ext cx="0" cy="0"/>
          <a:chOff x="0" y="0"/>
          <a:chExt cx="0" cy="0"/>
        </a:xfrm>
      </p:grpSpPr>
      <p:sp>
        <p:nvSpPr>
          <p:cNvPr id="7" name="Rectangle 6"/>
          <p:cNvSpPr>
            <a:spLocks noChangeArrowheads="1"/>
          </p:cNvSpPr>
          <p:nvPr/>
        </p:nvSpPr>
        <p:spPr bwMode="white">
          <a:xfrm>
            <a:off x="0" y="670560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8" name="Rectangle 7"/>
          <p:cNvSpPr>
            <a:spLocks noChangeArrowheads="1"/>
          </p:cNvSpPr>
          <p:nvPr/>
        </p:nvSpPr>
        <p:spPr bwMode="white">
          <a:xfrm>
            <a:off x="7010400" y="0"/>
            <a:ext cx="21336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9" name="Rectangle 8"/>
          <p:cNvSpPr>
            <a:spLocks noChangeArrowheads="1"/>
          </p:cNvSpPr>
          <p:nvPr/>
        </p:nvSpPr>
        <p:spPr bwMode="white">
          <a:xfrm>
            <a:off x="0" y="0"/>
            <a:ext cx="9144000" cy="155448"/>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0" name="Rectangle 9"/>
          <p:cNvSpPr>
            <a:spLocks noChangeArrowheads="1"/>
          </p:cNvSpPr>
          <p:nvPr/>
        </p:nvSpPr>
        <p:spPr bwMode="white">
          <a:xfrm>
            <a:off x="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1" name="Rectangle 10"/>
          <p:cNvSpPr>
            <a:spLocks noChangeArrowheads="1"/>
          </p:cNvSpPr>
          <p:nvPr/>
        </p:nvSpPr>
        <p:spPr bwMode="auto">
          <a:xfrm>
            <a:off x="146304" y="6391656"/>
            <a:ext cx="8833104" cy="309563"/>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2" name="Rectangle 11"/>
          <p:cNvSpPr>
            <a:spLocks noChangeArrowheads="1"/>
          </p:cNvSpPr>
          <p:nvPr/>
        </p:nvSpPr>
        <p:spPr bwMode="auto">
          <a:xfrm>
            <a:off x="152400" y="155448"/>
            <a:ext cx="8833104"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13" name="Connecteur droit 12"/>
          <p:cNvSpPr>
            <a:spLocks noChangeShapeType="1"/>
          </p:cNvSpPr>
          <p:nvPr/>
        </p:nvSpPr>
        <p:spPr bwMode="auto">
          <a:xfrm rot="5400000">
            <a:off x="4021836" y="3278124"/>
            <a:ext cx="6245352" cy="0"/>
          </a:xfrm>
          <a:prstGeom prst="line">
            <a:avLst/>
          </a:prstGeom>
          <a:noFill/>
          <a:ln w="9525"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14" name="Ellipse 13"/>
          <p:cNvSpPr/>
          <p:nvPr/>
        </p:nvSpPr>
        <p:spPr>
          <a:xfrm>
            <a:off x="6839712" y="2925763"/>
            <a:ext cx="6096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5" name="Ellipse 14"/>
          <p:cNvSpPr/>
          <p:nvPr/>
        </p:nvSpPr>
        <p:spPr>
          <a:xfrm>
            <a:off x="6934200" y="3020251"/>
            <a:ext cx="420624"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6" name="Espace réservé du numéro de diapositive 5"/>
          <p:cNvSpPr>
            <a:spLocks noGrp="1"/>
          </p:cNvSpPr>
          <p:nvPr>
            <p:ph type="sldNum" sz="quarter" idx="12"/>
          </p:nvPr>
        </p:nvSpPr>
        <p:spPr>
          <a:xfrm>
            <a:off x="6915912" y="3009901"/>
            <a:ext cx="457200" cy="441325"/>
          </a:xfrm>
        </p:spPr>
        <p:txBody>
          <a:bodyPr/>
          <a:lstStyle/>
          <a:p>
            <a:fld id="{2C6B1FF6-39B9-40F5-8B67-33C6354A3D4F}" type="slidenum">
              <a:rPr kumimoji="0" lang="en-US" smtClean="0"/>
              <a:pPr/>
              <a:t>‹N°›</a:t>
            </a:fld>
            <a:endParaRPr kumimoji="0" lang="en-US" dirty="0"/>
          </a:p>
        </p:txBody>
      </p:sp>
      <p:sp>
        <p:nvSpPr>
          <p:cNvPr id="3" name="Espace réservé du texte vertical 2"/>
          <p:cNvSpPr>
            <a:spLocks noGrp="1"/>
          </p:cNvSpPr>
          <p:nvPr>
            <p:ph type="body" orient="vert" idx="1"/>
          </p:nvPr>
        </p:nvSpPr>
        <p:spPr>
          <a:xfrm>
            <a:off x="304800" y="304800"/>
            <a:ext cx="6553200" cy="5821366"/>
          </a:xfrm>
        </p:spPr>
        <p:txBody>
          <a:bodyPr vert="eaVert"/>
          <a:lstStyle/>
          <a:p>
            <a:pPr lvl="0" eaLnBrk="1" latinLnBrk="0" hangingPunct="1"/>
            <a:r>
              <a:rPr lang="fr-FR" smtClean="0"/>
              <a:t>Cliquez pour modifier les styles du texte du masque</a:t>
            </a:r>
          </a:p>
          <a:p>
            <a:pPr lvl="1" eaLnBrk="1" latinLnBrk="0" hangingPunct="1"/>
            <a:r>
              <a:rPr lang="fr-FR" smtClean="0"/>
              <a:t>Deuxième niveau</a:t>
            </a:r>
          </a:p>
          <a:p>
            <a:pPr lvl="2" eaLnBrk="1" latinLnBrk="0" hangingPunct="1"/>
            <a:r>
              <a:rPr lang="fr-FR" smtClean="0"/>
              <a:t>Troisième niveau</a:t>
            </a:r>
          </a:p>
          <a:p>
            <a:pPr lvl="3" eaLnBrk="1" latinLnBrk="0" hangingPunct="1"/>
            <a:r>
              <a:rPr lang="fr-FR" smtClean="0"/>
              <a:t>Quatrième niveau</a:t>
            </a:r>
          </a:p>
          <a:p>
            <a:pPr lvl="4" eaLnBrk="1" latinLnBrk="0" hangingPunct="1"/>
            <a:r>
              <a:rPr lang="fr-FR" smtClean="0"/>
              <a:t>Cinquième niveau</a:t>
            </a:r>
            <a:endParaRPr kumimoji="0" lang="en-US"/>
          </a:p>
        </p:txBody>
      </p:sp>
      <p:sp>
        <p:nvSpPr>
          <p:cNvPr id="4" name="Espace réservé de la date 3"/>
          <p:cNvSpPr>
            <a:spLocks noGrp="1"/>
          </p:cNvSpPr>
          <p:nvPr>
            <p:ph type="dt" sz="half" idx="10"/>
          </p:nvPr>
        </p:nvSpPr>
        <p:spPr/>
        <p:txBody>
          <a:bodyPr/>
          <a:lstStyle/>
          <a:p>
            <a:fld id="{9D21D778-B565-4D7E-94D7-64010A445B68}" type="datetimeFigureOut">
              <a:rPr lang="en-US" smtClean="0"/>
              <a:pPr/>
              <a:t>3/16/2016</a:t>
            </a:fld>
            <a:endParaRPr lang="en-US"/>
          </a:p>
        </p:txBody>
      </p:sp>
      <p:sp>
        <p:nvSpPr>
          <p:cNvPr id="5" name="Espace réservé du pied de page 4"/>
          <p:cNvSpPr>
            <a:spLocks noGrp="1"/>
          </p:cNvSpPr>
          <p:nvPr>
            <p:ph type="ftr" sz="quarter" idx="11"/>
          </p:nvPr>
        </p:nvSpPr>
        <p:spPr/>
        <p:txBody>
          <a:bodyPr/>
          <a:lstStyle/>
          <a:p>
            <a:endParaRPr kumimoji="0" lang="en-US"/>
          </a:p>
        </p:txBody>
      </p:sp>
      <p:sp>
        <p:nvSpPr>
          <p:cNvPr id="2" name="Titre vertical 1"/>
          <p:cNvSpPr>
            <a:spLocks noGrp="1"/>
          </p:cNvSpPr>
          <p:nvPr>
            <p:ph type="title" orient="vert"/>
          </p:nvPr>
        </p:nvSpPr>
        <p:spPr>
          <a:xfrm>
            <a:off x="7391400" y="304801"/>
            <a:ext cx="1447800" cy="5851525"/>
          </a:xfrm>
        </p:spPr>
        <p:txBody>
          <a:bodyPr vert="eaVert"/>
          <a:lstStyle/>
          <a:p>
            <a:r>
              <a:rPr kumimoji="0" lang="fr-FR" smtClean="0"/>
              <a:t>Cliquez pour modifier le style du titre</a:t>
            </a:r>
            <a:endParaRPr kumimoji="0" lang="en-US"/>
          </a:p>
        </p:txBody>
      </p:sp>
    </p:spTree>
  </p:cSld>
  <p:clrMapOvr>
    <a:overrideClrMapping bg1="lt1" tx1="dk1" bg2="lt2" tx2="dk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7" name="Rectangle 16"/>
          <p:cNvSpPr>
            <a:spLocks noChangeArrowheads="1"/>
          </p:cNvSpPr>
          <p:nvPr/>
        </p:nvSpPr>
        <p:spPr bwMode="white">
          <a:xfrm>
            <a:off x="0" y="670560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6" name="Rectangle 15"/>
          <p:cNvSpPr>
            <a:spLocks noChangeArrowheads="1"/>
          </p:cNvSpPr>
          <p:nvPr/>
        </p:nvSpPr>
        <p:spPr bwMode="white">
          <a:xfrm>
            <a:off x="0" y="0"/>
            <a:ext cx="9144000" cy="1393371"/>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8" name="Rectangle 17"/>
          <p:cNvSpPr>
            <a:spLocks noChangeArrowheads="1"/>
          </p:cNvSpPr>
          <p:nvPr/>
        </p:nvSpPr>
        <p:spPr bwMode="white">
          <a:xfrm>
            <a:off x="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9" name="Rectangle 18"/>
          <p:cNvSpPr>
            <a:spLocks noChangeArrowheads="1"/>
          </p:cNvSpPr>
          <p:nvPr/>
        </p:nvSpPr>
        <p:spPr bwMode="white">
          <a:xfrm>
            <a:off x="899160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9" name="Rectangle 8"/>
          <p:cNvSpPr>
            <a:spLocks noChangeArrowheads="1"/>
          </p:cNvSpPr>
          <p:nvPr/>
        </p:nvSpPr>
        <p:spPr bwMode="auto">
          <a:xfrm>
            <a:off x="149352" y="6388385"/>
            <a:ext cx="8833104" cy="309563"/>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4" name="Espace réservé de la date 13"/>
          <p:cNvSpPr>
            <a:spLocks noGrp="1"/>
          </p:cNvSpPr>
          <p:nvPr>
            <p:ph type="dt" sz="half" idx="2"/>
          </p:nvPr>
        </p:nvSpPr>
        <p:spPr>
          <a:xfrm>
            <a:off x="5791200" y="6404984"/>
            <a:ext cx="3044952" cy="365760"/>
          </a:xfrm>
          <a:prstGeom prst="rect">
            <a:avLst/>
          </a:prstGeom>
        </p:spPr>
        <p:txBody>
          <a:bodyPr vert="horz"/>
          <a:lstStyle>
            <a:lvl1pPr algn="r" eaLnBrk="1" latinLnBrk="0" hangingPunct="1">
              <a:defRPr kumimoji="0" sz="1400">
                <a:solidFill>
                  <a:srgbClr val="FFFFFF"/>
                </a:solidFill>
              </a:defRPr>
            </a:lvl1pPr>
          </a:lstStyle>
          <a:p>
            <a:pPr algn="r" eaLnBrk="1" latinLnBrk="0" hangingPunct="1"/>
            <a:fld id="{9D21D778-B565-4D7E-94D7-64010A445B68}" type="datetimeFigureOut">
              <a:rPr lang="en-US" smtClean="0"/>
              <a:pPr algn="r" eaLnBrk="1" latinLnBrk="0" hangingPunct="1"/>
              <a:t>3/16/2016</a:t>
            </a:fld>
            <a:endParaRPr lang="en-US" sz="1400" dirty="0">
              <a:solidFill>
                <a:srgbClr val="FFFFFF"/>
              </a:solidFill>
            </a:endParaRPr>
          </a:p>
        </p:txBody>
      </p:sp>
      <p:sp>
        <p:nvSpPr>
          <p:cNvPr id="3" name="Espace réservé du pied de page 2"/>
          <p:cNvSpPr>
            <a:spLocks noGrp="1"/>
          </p:cNvSpPr>
          <p:nvPr>
            <p:ph type="ftr" sz="quarter" idx="3"/>
          </p:nvPr>
        </p:nvSpPr>
        <p:spPr>
          <a:xfrm>
            <a:off x="304800" y="6410848"/>
            <a:ext cx="3581400" cy="365760"/>
          </a:xfrm>
          <a:prstGeom prst="rect">
            <a:avLst/>
          </a:prstGeom>
        </p:spPr>
        <p:txBody>
          <a:bodyPr vert="horz"/>
          <a:lstStyle>
            <a:lvl1pPr algn="l" eaLnBrk="1" latinLnBrk="0" hangingPunct="1">
              <a:defRPr kumimoji="0" sz="1200">
                <a:solidFill>
                  <a:srgbClr val="FFFFFF"/>
                </a:solidFill>
              </a:defRPr>
            </a:lvl1pPr>
          </a:lstStyle>
          <a:p>
            <a:pPr algn="l" eaLnBrk="1" latinLnBrk="0" hangingPunct="1"/>
            <a:endParaRPr kumimoji="0" lang="en-US" dirty="0">
              <a:solidFill>
                <a:srgbClr val="FFFFFF"/>
              </a:solidFill>
            </a:endParaRPr>
          </a:p>
        </p:txBody>
      </p:sp>
      <p:sp>
        <p:nvSpPr>
          <p:cNvPr id="8" name="Rectangle 7"/>
          <p:cNvSpPr>
            <a:spLocks noChangeArrowheads="1"/>
          </p:cNvSpPr>
          <p:nvPr/>
        </p:nvSpPr>
        <p:spPr bwMode="auto">
          <a:xfrm>
            <a:off x="152400" y="155448"/>
            <a:ext cx="8833104"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10" name="Connecteur droit 9"/>
          <p:cNvSpPr>
            <a:spLocks noChangeShapeType="1"/>
          </p:cNvSpPr>
          <p:nvPr/>
        </p:nvSpPr>
        <p:spPr bwMode="auto">
          <a:xfrm>
            <a:off x="152400" y="1276743"/>
            <a:ext cx="8833104" cy="0"/>
          </a:xfrm>
          <a:prstGeom prst="line">
            <a:avLst/>
          </a:prstGeom>
          <a:noFill/>
          <a:ln w="9525"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12" name="Ellipse 11"/>
          <p:cNvSpPr/>
          <p:nvPr/>
        </p:nvSpPr>
        <p:spPr>
          <a:xfrm>
            <a:off x="4267200" y="956036"/>
            <a:ext cx="6096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5" name="Ellipse 14"/>
          <p:cNvSpPr/>
          <p:nvPr/>
        </p:nvSpPr>
        <p:spPr>
          <a:xfrm>
            <a:off x="4361688" y="1050524"/>
            <a:ext cx="420624"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3" name="Espace réservé du numéro de diapositive 22"/>
          <p:cNvSpPr>
            <a:spLocks noGrp="1"/>
          </p:cNvSpPr>
          <p:nvPr>
            <p:ph type="sldNum" sz="quarter" idx="4"/>
          </p:nvPr>
        </p:nvSpPr>
        <p:spPr>
          <a:xfrm>
            <a:off x="4343400" y="1040174"/>
            <a:ext cx="457200" cy="441325"/>
          </a:xfrm>
          <a:prstGeom prst="rect">
            <a:avLst/>
          </a:prstGeom>
        </p:spPr>
        <p:txBody>
          <a:bodyPr vert="horz" lIns="45720" rIns="45720" anchor="ctr">
            <a:normAutofit/>
          </a:bodyPr>
          <a:lstStyle>
            <a:lvl1pPr algn="ctr" eaLnBrk="1" latinLnBrk="0" hangingPunct="1">
              <a:defRPr kumimoji="0" sz="1600">
                <a:solidFill>
                  <a:schemeClr val="accent3">
                    <a:shade val="75000"/>
                  </a:schemeClr>
                </a:solidFill>
              </a:defRPr>
            </a:lvl1pPr>
          </a:lstStyle>
          <a:p>
            <a:pPr algn="ctr" eaLnBrk="1" latinLnBrk="0" hangingPunct="1"/>
            <a:fld id="{2C6B1FF6-39B9-40F5-8B67-33C6354A3D4F}" type="slidenum">
              <a:rPr kumimoji="0" lang="en-US" smtClean="0"/>
              <a:pPr algn="ctr" eaLnBrk="1" latinLnBrk="0" hangingPunct="1"/>
              <a:t>‹N°›</a:t>
            </a:fld>
            <a:endParaRPr kumimoji="0" lang="en-US" sz="1600" dirty="0">
              <a:solidFill>
                <a:schemeClr val="accent3">
                  <a:shade val="75000"/>
                </a:schemeClr>
              </a:solidFill>
            </a:endParaRPr>
          </a:p>
        </p:txBody>
      </p:sp>
      <p:sp>
        <p:nvSpPr>
          <p:cNvPr id="22" name="Espace réservé du titre 21"/>
          <p:cNvSpPr>
            <a:spLocks noGrp="1"/>
          </p:cNvSpPr>
          <p:nvPr>
            <p:ph type="title"/>
          </p:nvPr>
        </p:nvSpPr>
        <p:spPr>
          <a:xfrm>
            <a:off x="301752" y="228600"/>
            <a:ext cx="8534400" cy="758952"/>
          </a:xfrm>
          <a:prstGeom prst="rect">
            <a:avLst/>
          </a:prstGeom>
        </p:spPr>
        <p:txBody>
          <a:bodyPr vert="horz" anchor="b">
            <a:normAutofit/>
          </a:bodyPr>
          <a:lstStyle/>
          <a:p>
            <a:r>
              <a:rPr kumimoji="0" lang="fr-FR" smtClean="0"/>
              <a:t>Cliquez pour modifier le style du titre</a:t>
            </a:r>
            <a:endParaRPr kumimoji="0" lang="en-US"/>
          </a:p>
        </p:txBody>
      </p:sp>
      <p:sp>
        <p:nvSpPr>
          <p:cNvPr id="13" name="Espace réservé du texte 12"/>
          <p:cNvSpPr>
            <a:spLocks noGrp="1"/>
          </p:cNvSpPr>
          <p:nvPr>
            <p:ph type="body" idx="1"/>
          </p:nvPr>
        </p:nvSpPr>
        <p:spPr>
          <a:xfrm>
            <a:off x="301752" y="1524000"/>
            <a:ext cx="8534400" cy="4599432"/>
          </a:xfrm>
          <a:prstGeom prst="rect">
            <a:avLst/>
          </a:prstGeom>
        </p:spPr>
        <p:txBody>
          <a:bodyPr vert="horz">
            <a:normAutofit/>
          </a:bodyPr>
          <a:lstStyle/>
          <a:p>
            <a:pPr lvl="0" eaLnBrk="1" latinLnBrk="0" hangingPunct="1"/>
            <a:r>
              <a:rPr kumimoji="0" lang="fr-FR" smtClean="0"/>
              <a:t>Cliquez pour modifier les styles du texte du masque</a:t>
            </a:r>
          </a:p>
          <a:p>
            <a:pPr lvl="1" eaLnBrk="1" latinLnBrk="0" hangingPunct="1"/>
            <a:r>
              <a:rPr kumimoji="0" lang="fr-FR" smtClean="0"/>
              <a:t>Deuxième niveau</a:t>
            </a:r>
          </a:p>
          <a:p>
            <a:pPr lvl="2" eaLnBrk="1" latinLnBrk="0" hangingPunct="1"/>
            <a:r>
              <a:rPr kumimoji="0" lang="fr-FR" smtClean="0"/>
              <a:t>Troisième niveau</a:t>
            </a:r>
          </a:p>
          <a:p>
            <a:pPr lvl="3" eaLnBrk="1" latinLnBrk="0" hangingPunct="1"/>
            <a:r>
              <a:rPr kumimoji="0" lang="fr-FR" smtClean="0"/>
              <a:t>Quatrième niveau</a:t>
            </a:r>
          </a:p>
          <a:p>
            <a:pPr lvl="4" eaLnBrk="1" latinLnBrk="0" hangingPunct="1"/>
            <a:r>
              <a:rPr kumimoji="0" lang="fr-FR" smtClean="0"/>
              <a:t>Cinquième niveau</a:t>
            </a:r>
            <a:endParaRPr kumimoji="0" lang="en-US"/>
          </a:p>
        </p:txBody>
      </p:sp>
    </p:spTree>
  </p:cSld>
  <p:clrMap bg1="lt1" tx1="dk1" bg2="lt2" tx2="dk2" accent1="accent1" accent2="accent2" accent3="accent3" accent4="accent4" accent5="accent5" accent6="accent6" hlink="hlink" folHlink="folHlink"/>
  <p:sldLayoutIdLst>
    <p:sldLayoutId id="2147483663" r:id="rId1"/>
    <p:sldLayoutId id="2147483664" r:id="rId2"/>
    <p:sldLayoutId id="2147483665" r:id="rId3"/>
    <p:sldLayoutId id="2147483666" r:id="rId4"/>
    <p:sldLayoutId id="2147483667" r:id="rId5"/>
    <p:sldLayoutId id="2147483668" r:id="rId6"/>
    <p:sldLayoutId id="2147483669" r:id="rId7"/>
    <p:sldLayoutId id="2147483670" r:id="rId8"/>
    <p:sldLayoutId id="2147483671" r:id="rId9"/>
    <p:sldLayoutId id="2147483672" r:id="rId10"/>
    <p:sldLayoutId id="2147483673" r:id="rId11"/>
  </p:sldLayoutIdLst>
  <p:txStyles>
    <p:titleStyle>
      <a:lvl1pPr algn="ctr" rtl="0" eaLnBrk="1" latinLnBrk="0" hangingPunct="1">
        <a:spcBef>
          <a:spcPct val="0"/>
        </a:spcBef>
        <a:buNone/>
        <a:defRPr kumimoji="0" sz="3300" kern="1200">
          <a:solidFill>
            <a:schemeClr val="accent3">
              <a:shade val="75000"/>
            </a:schemeClr>
          </a:solidFill>
          <a:latin typeface="+mj-lt"/>
          <a:ea typeface="+mj-ea"/>
          <a:cs typeface="+mj-cs"/>
        </a:defRPr>
      </a:lvl1pPr>
    </p:titleStyle>
    <p:bodyStyle>
      <a:lvl1pPr marL="274320" indent="-274320" algn="l" rtl="0" eaLnBrk="1" latinLnBrk="0" hangingPunct="1">
        <a:spcBef>
          <a:spcPct val="20000"/>
        </a:spcBef>
        <a:buClr>
          <a:schemeClr val="accent1"/>
        </a:buClr>
        <a:buSzPct val="85000"/>
        <a:buFont typeface="Wingdings 2"/>
        <a:buChar char=""/>
        <a:defRPr kumimoji="0" sz="2700" kern="1200">
          <a:solidFill>
            <a:schemeClr val="tx1"/>
          </a:solidFill>
          <a:latin typeface="+mn-lt"/>
          <a:ea typeface="+mn-ea"/>
          <a:cs typeface="+mn-cs"/>
        </a:defRPr>
      </a:lvl1pPr>
      <a:lvl2pPr marL="548640" indent="-274320" algn="l" rtl="0" eaLnBrk="1" latinLnBrk="0" hangingPunct="1">
        <a:spcBef>
          <a:spcPct val="20000"/>
        </a:spcBef>
        <a:buClr>
          <a:schemeClr val="accent2"/>
        </a:buClr>
        <a:buSzPct val="70000"/>
        <a:buFont typeface="Wingdings"/>
        <a:buChar char=""/>
        <a:defRPr kumimoji="0" sz="2200" kern="1200">
          <a:solidFill>
            <a:schemeClr val="tx2"/>
          </a:solidFill>
          <a:latin typeface="+mn-lt"/>
          <a:ea typeface="+mn-ea"/>
          <a:cs typeface="+mn-cs"/>
        </a:defRPr>
      </a:lvl2pPr>
      <a:lvl3pPr marL="822960" indent="-228600" algn="l" rtl="0" eaLnBrk="1" latinLnBrk="0" hangingPunct="1">
        <a:spcBef>
          <a:spcPct val="20000"/>
        </a:spcBef>
        <a:buClr>
          <a:schemeClr val="accent3"/>
        </a:buClr>
        <a:buSzPct val="75000"/>
        <a:buFont typeface="Wingdings 2"/>
        <a:buChar char=""/>
        <a:defRPr kumimoji="0" sz="2000" kern="1200">
          <a:solidFill>
            <a:schemeClr val="tx1"/>
          </a:solidFill>
          <a:latin typeface="+mn-lt"/>
          <a:ea typeface="+mn-ea"/>
          <a:cs typeface="+mn-cs"/>
        </a:defRPr>
      </a:lvl3pPr>
      <a:lvl4pPr marL="1097280" indent="-228600" algn="l" rtl="0" eaLnBrk="1" latinLnBrk="0" hangingPunct="1">
        <a:spcBef>
          <a:spcPct val="20000"/>
        </a:spcBef>
        <a:buClr>
          <a:schemeClr val="accent4"/>
        </a:buClr>
        <a:buSzPct val="70000"/>
        <a:buFont typeface="Wingdings"/>
        <a:buChar char=""/>
        <a:defRPr kumimoji="0" sz="2000" kern="1200">
          <a:solidFill>
            <a:schemeClr val="tx2"/>
          </a:solidFill>
          <a:latin typeface="+mn-lt"/>
          <a:ea typeface="+mn-ea"/>
          <a:cs typeface="+mn-cs"/>
        </a:defRPr>
      </a:lvl4pPr>
      <a:lvl5pPr marL="1371600" indent="-228600" algn="l" rtl="0" eaLnBrk="1" latinLnBrk="0" hangingPunct="1">
        <a:spcBef>
          <a:spcPct val="20000"/>
        </a:spcBef>
        <a:buClr>
          <a:schemeClr val="accent5"/>
        </a:buClr>
        <a:buFontTx/>
        <a:buChar char="•"/>
        <a:defRPr kumimoji="0" sz="1800" kern="1200">
          <a:solidFill>
            <a:schemeClr val="tx1"/>
          </a:solidFill>
          <a:latin typeface="+mn-lt"/>
          <a:ea typeface="+mn-ea"/>
          <a:cs typeface="+mn-cs"/>
        </a:defRPr>
      </a:lvl5pPr>
      <a:lvl6pPr marL="1645920" indent="-182880" algn="l" rtl="0" eaLnBrk="1" latinLnBrk="0" hangingPunct="1">
        <a:spcBef>
          <a:spcPct val="20000"/>
        </a:spcBef>
        <a:buClr>
          <a:schemeClr val="accent6"/>
        </a:buClr>
        <a:buSzPct val="80000"/>
        <a:buFont typeface="Wingdings 2"/>
        <a:buChar char=""/>
        <a:defRPr kumimoji="0" sz="1800" kern="1200">
          <a:solidFill>
            <a:schemeClr val="tx1"/>
          </a:solidFill>
          <a:latin typeface="+mn-lt"/>
          <a:ea typeface="+mn-ea"/>
          <a:cs typeface="+mn-cs"/>
        </a:defRPr>
      </a:lvl6pPr>
      <a:lvl7pPr marL="1920240" indent="-182880" algn="l" rtl="0" eaLnBrk="1" latinLnBrk="0" hangingPunct="1">
        <a:spcBef>
          <a:spcPct val="20000"/>
        </a:spcBef>
        <a:buClr>
          <a:schemeClr val="accent1">
            <a:shade val="75000"/>
          </a:schemeClr>
        </a:buClr>
        <a:buSzPct val="90000"/>
        <a:buChar char="•"/>
        <a:defRPr kumimoji="0" sz="1600" kern="1200" baseline="0">
          <a:solidFill>
            <a:schemeClr val="tx1"/>
          </a:solidFill>
          <a:latin typeface="+mn-lt"/>
          <a:ea typeface="+mn-ea"/>
          <a:cs typeface="+mn-cs"/>
        </a:defRPr>
      </a:lvl7pPr>
      <a:lvl8pPr marL="2103120" indent="-182880" algn="l" rtl="0" eaLnBrk="1" latinLnBrk="0" hangingPunct="1">
        <a:spcBef>
          <a:spcPct val="20000"/>
        </a:spcBef>
        <a:buClr>
          <a:schemeClr val="accent4">
            <a:shade val="75000"/>
          </a:schemeClr>
        </a:buClr>
        <a:buChar char="•"/>
        <a:defRPr kumimoji="0" sz="1600" kern="1200">
          <a:solidFill>
            <a:schemeClr val="tx1"/>
          </a:solidFill>
          <a:latin typeface="+mn-lt"/>
          <a:ea typeface="+mn-ea"/>
          <a:cs typeface="+mn-cs"/>
        </a:defRPr>
      </a:lvl8pPr>
      <a:lvl9pPr marL="2377440" indent="-182880" algn="l" rtl="0" eaLnBrk="1" latinLnBrk="0" hangingPunct="1">
        <a:spcBef>
          <a:spcPct val="20000"/>
        </a:spcBef>
        <a:buClr>
          <a:schemeClr val="accent2">
            <a:shade val="75000"/>
          </a:schemeClr>
        </a:buClr>
        <a:buSzPct val="90000"/>
        <a:buChar char="•"/>
        <a:defRPr kumimoji="0" sz="1400" kern="1200" cap="all"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8" Type="http://schemas.openxmlformats.org/officeDocument/2006/relationships/tags" Target="../tags/tag19.xml"/><Relationship Id="rId13" Type="http://schemas.openxmlformats.org/officeDocument/2006/relationships/image" Target="../media/image5.png"/><Relationship Id="rId3" Type="http://schemas.openxmlformats.org/officeDocument/2006/relationships/tags" Target="../tags/tag14.xml"/><Relationship Id="rId7" Type="http://schemas.openxmlformats.org/officeDocument/2006/relationships/tags" Target="../tags/tag18.xml"/><Relationship Id="rId12" Type="http://schemas.openxmlformats.org/officeDocument/2006/relationships/image" Target="../media/image4.png"/><Relationship Id="rId2" Type="http://schemas.openxmlformats.org/officeDocument/2006/relationships/tags" Target="../tags/tag13.xml"/><Relationship Id="rId1" Type="http://schemas.openxmlformats.org/officeDocument/2006/relationships/tags" Target="../tags/tag12.xml"/><Relationship Id="rId6" Type="http://schemas.openxmlformats.org/officeDocument/2006/relationships/tags" Target="../tags/tag17.xml"/><Relationship Id="rId11" Type="http://schemas.openxmlformats.org/officeDocument/2006/relationships/image" Target="../media/image3.png"/><Relationship Id="rId5" Type="http://schemas.openxmlformats.org/officeDocument/2006/relationships/tags" Target="../tags/tag16.xml"/><Relationship Id="rId10" Type="http://schemas.openxmlformats.org/officeDocument/2006/relationships/notesSlide" Target="../notesSlides/notesSlide3.xml"/><Relationship Id="rId4" Type="http://schemas.openxmlformats.org/officeDocument/2006/relationships/tags" Target="../tags/tag15.xml"/><Relationship Id="rId9" Type="http://schemas.openxmlformats.org/officeDocument/2006/relationships/slideLayout" Target="../slideLayouts/slideLayout2.xml"/><Relationship Id="rId14" Type="http://schemas.openxmlformats.org/officeDocument/2006/relationships/image" Target="../media/image6.png"/></Relationships>
</file>

<file path=ppt/slides/_rels/slide4.xml.rels><?xml version="1.0" encoding="UTF-8" standalone="yes"?>
<Relationships xmlns="http://schemas.openxmlformats.org/package/2006/relationships"><Relationship Id="rId8" Type="http://schemas.openxmlformats.org/officeDocument/2006/relationships/tags" Target="../tags/tag28.xml"/><Relationship Id="rId13" Type="http://schemas.openxmlformats.org/officeDocument/2006/relationships/tags" Target="../tags/tag33.xml"/><Relationship Id="rId18" Type="http://schemas.openxmlformats.org/officeDocument/2006/relationships/notesSlide" Target="../notesSlides/notesSlide4.xml"/><Relationship Id="rId26" Type="http://schemas.openxmlformats.org/officeDocument/2006/relationships/image" Target="../media/image14.png"/><Relationship Id="rId3" Type="http://schemas.openxmlformats.org/officeDocument/2006/relationships/tags" Target="../tags/tag23.xml"/><Relationship Id="rId21" Type="http://schemas.openxmlformats.org/officeDocument/2006/relationships/image" Target="../media/image9.png"/><Relationship Id="rId7" Type="http://schemas.openxmlformats.org/officeDocument/2006/relationships/tags" Target="../tags/tag27.xml"/><Relationship Id="rId12" Type="http://schemas.openxmlformats.org/officeDocument/2006/relationships/tags" Target="../tags/tag32.xml"/><Relationship Id="rId17" Type="http://schemas.openxmlformats.org/officeDocument/2006/relationships/slideLayout" Target="../slideLayouts/slideLayout2.xml"/><Relationship Id="rId25" Type="http://schemas.openxmlformats.org/officeDocument/2006/relationships/image" Target="../media/image13.png"/><Relationship Id="rId2" Type="http://schemas.openxmlformats.org/officeDocument/2006/relationships/tags" Target="../tags/tag22.xml"/><Relationship Id="rId16" Type="http://schemas.openxmlformats.org/officeDocument/2006/relationships/tags" Target="../tags/tag36.xml"/><Relationship Id="rId20" Type="http://schemas.openxmlformats.org/officeDocument/2006/relationships/image" Target="../media/image8.png"/><Relationship Id="rId29" Type="http://schemas.openxmlformats.org/officeDocument/2006/relationships/image" Target="../media/image17.png"/><Relationship Id="rId1" Type="http://schemas.openxmlformats.org/officeDocument/2006/relationships/tags" Target="../tags/tag21.xml"/><Relationship Id="rId6" Type="http://schemas.openxmlformats.org/officeDocument/2006/relationships/tags" Target="../tags/tag26.xml"/><Relationship Id="rId11" Type="http://schemas.openxmlformats.org/officeDocument/2006/relationships/tags" Target="../tags/tag31.xml"/><Relationship Id="rId24" Type="http://schemas.openxmlformats.org/officeDocument/2006/relationships/image" Target="../media/image12.png"/><Relationship Id="rId5" Type="http://schemas.openxmlformats.org/officeDocument/2006/relationships/tags" Target="../tags/tag25.xml"/><Relationship Id="rId15" Type="http://schemas.openxmlformats.org/officeDocument/2006/relationships/tags" Target="../tags/tag35.xml"/><Relationship Id="rId23" Type="http://schemas.openxmlformats.org/officeDocument/2006/relationships/image" Target="../media/image11.png"/><Relationship Id="rId28" Type="http://schemas.openxmlformats.org/officeDocument/2006/relationships/image" Target="../media/image16.png"/><Relationship Id="rId10" Type="http://schemas.openxmlformats.org/officeDocument/2006/relationships/tags" Target="../tags/tag30.xml"/><Relationship Id="rId19" Type="http://schemas.openxmlformats.org/officeDocument/2006/relationships/image" Target="../media/image7.png"/><Relationship Id="rId4" Type="http://schemas.openxmlformats.org/officeDocument/2006/relationships/tags" Target="../tags/tag24.xml"/><Relationship Id="rId9" Type="http://schemas.openxmlformats.org/officeDocument/2006/relationships/tags" Target="../tags/tag29.xml"/><Relationship Id="rId14" Type="http://schemas.openxmlformats.org/officeDocument/2006/relationships/tags" Target="../tags/tag34.xml"/><Relationship Id="rId22" Type="http://schemas.openxmlformats.org/officeDocument/2006/relationships/image" Target="../media/image10.png"/><Relationship Id="rId27" Type="http://schemas.openxmlformats.org/officeDocument/2006/relationships/image" Target="../media/image15.png"/></Relationships>
</file>

<file path=ppt/slides/_rels/slide5.xml.rels><?xml version="1.0" encoding="UTF-8" standalone="yes"?>
<Relationships xmlns="http://schemas.openxmlformats.org/package/2006/relationships"><Relationship Id="rId8" Type="http://schemas.openxmlformats.org/officeDocument/2006/relationships/image" Target="../media/image21.png"/><Relationship Id="rId3" Type="http://schemas.openxmlformats.org/officeDocument/2006/relationships/tags" Target="../tags/tag40.xml"/><Relationship Id="rId7" Type="http://schemas.openxmlformats.org/officeDocument/2006/relationships/image" Target="../media/image20.png"/><Relationship Id="rId2" Type="http://schemas.openxmlformats.org/officeDocument/2006/relationships/tags" Target="../tags/tag39.xml"/><Relationship Id="rId1" Type="http://schemas.openxmlformats.org/officeDocument/2006/relationships/tags" Target="../tags/tag38.xml"/><Relationship Id="rId6" Type="http://schemas.openxmlformats.org/officeDocument/2006/relationships/image" Target="../media/image19.png"/><Relationship Id="rId11" Type="http://schemas.openxmlformats.org/officeDocument/2006/relationships/image" Target="../media/image24.png"/><Relationship Id="rId5" Type="http://schemas.openxmlformats.org/officeDocument/2006/relationships/image" Target="../media/image18.png"/><Relationship Id="rId10" Type="http://schemas.openxmlformats.org/officeDocument/2006/relationships/image" Target="../media/image23.png"/><Relationship Id="rId4" Type="http://schemas.openxmlformats.org/officeDocument/2006/relationships/slideLayout" Target="../slideLayouts/slideLayout2.xml"/><Relationship Id="rId9" Type="http://schemas.openxmlformats.org/officeDocument/2006/relationships/image" Target="../media/image22.png"/></Relationships>
</file>

<file path=ppt/slides/_rels/slide6.xml.rels><?xml version="1.0" encoding="UTF-8" standalone="yes"?>
<Relationships xmlns="http://schemas.openxmlformats.org/package/2006/relationships"><Relationship Id="rId3" Type="http://schemas.openxmlformats.org/officeDocument/2006/relationships/image" Target="../media/image26.png"/><Relationship Id="rId7" Type="http://schemas.openxmlformats.org/officeDocument/2006/relationships/image" Target="../media/image30.png"/><Relationship Id="rId2" Type="http://schemas.openxmlformats.org/officeDocument/2006/relationships/image" Target="../media/image25.png"/><Relationship Id="rId1" Type="http://schemas.openxmlformats.org/officeDocument/2006/relationships/slideLayout" Target="../slideLayouts/slideLayout2.xml"/><Relationship Id="rId6" Type="http://schemas.openxmlformats.org/officeDocument/2006/relationships/image" Target="../media/image29.png"/><Relationship Id="rId5" Type="http://schemas.openxmlformats.org/officeDocument/2006/relationships/image" Target="../media/image28.png"/><Relationship Id="rId4" Type="http://schemas.openxmlformats.org/officeDocument/2006/relationships/image" Target="../media/image27.png"/></Relationships>
</file>

<file path=ppt/slides/_rels/slide7.xml.rels><?xml version="1.0" encoding="UTF-8" standalone="yes"?>
<Relationships xmlns="http://schemas.openxmlformats.org/package/2006/relationships"><Relationship Id="rId8" Type="http://schemas.openxmlformats.org/officeDocument/2006/relationships/tags" Target="../tags/tag48.xml"/><Relationship Id="rId13" Type="http://schemas.openxmlformats.org/officeDocument/2006/relationships/tags" Target="../tags/tag53.xml"/><Relationship Id="rId18" Type="http://schemas.openxmlformats.org/officeDocument/2006/relationships/tags" Target="../tags/tag58.xml"/><Relationship Id="rId26" Type="http://schemas.openxmlformats.org/officeDocument/2006/relationships/image" Target="../media/image36.png"/><Relationship Id="rId3" Type="http://schemas.openxmlformats.org/officeDocument/2006/relationships/tags" Target="../tags/tag43.xml"/><Relationship Id="rId21" Type="http://schemas.openxmlformats.org/officeDocument/2006/relationships/image" Target="../media/image31.png"/><Relationship Id="rId7" Type="http://schemas.openxmlformats.org/officeDocument/2006/relationships/tags" Target="../tags/tag47.xml"/><Relationship Id="rId12" Type="http://schemas.openxmlformats.org/officeDocument/2006/relationships/tags" Target="../tags/tag52.xml"/><Relationship Id="rId17" Type="http://schemas.openxmlformats.org/officeDocument/2006/relationships/tags" Target="../tags/tag57.xml"/><Relationship Id="rId25" Type="http://schemas.openxmlformats.org/officeDocument/2006/relationships/image" Target="../media/image35.png"/><Relationship Id="rId2" Type="http://schemas.openxmlformats.org/officeDocument/2006/relationships/tags" Target="../tags/tag42.xml"/><Relationship Id="rId16" Type="http://schemas.openxmlformats.org/officeDocument/2006/relationships/tags" Target="../tags/tag56.xml"/><Relationship Id="rId20" Type="http://schemas.openxmlformats.org/officeDocument/2006/relationships/notesSlide" Target="../notesSlides/notesSlide5.xml"/><Relationship Id="rId29" Type="http://schemas.openxmlformats.org/officeDocument/2006/relationships/image" Target="../media/image39.png"/><Relationship Id="rId1" Type="http://schemas.openxmlformats.org/officeDocument/2006/relationships/tags" Target="../tags/tag41.xml"/><Relationship Id="rId6" Type="http://schemas.openxmlformats.org/officeDocument/2006/relationships/tags" Target="../tags/tag46.xml"/><Relationship Id="rId11" Type="http://schemas.openxmlformats.org/officeDocument/2006/relationships/tags" Target="../tags/tag51.xml"/><Relationship Id="rId24" Type="http://schemas.openxmlformats.org/officeDocument/2006/relationships/image" Target="../media/image34.png"/><Relationship Id="rId5" Type="http://schemas.openxmlformats.org/officeDocument/2006/relationships/tags" Target="../tags/tag45.xml"/><Relationship Id="rId15" Type="http://schemas.openxmlformats.org/officeDocument/2006/relationships/tags" Target="../tags/tag55.xml"/><Relationship Id="rId23" Type="http://schemas.openxmlformats.org/officeDocument/2006/relationships/image" Target="../media/image33.png"/><Relationship Id="rId28" Type="http://schemas.openxmlformats.org/officeDocument/2006/relationships/image" Target="../media/image38.png"/><Relationship Id="rId10" Type="http://schemas.openxmlformats.org/officeDocument/2006/relationships/tags" Target="../tags/tag50.xml"/><Relationship Id="rId19" Type="http://schemas.openxmlformats.org/officeDocument/2006/relationships/slideLayout" Target="../slideLayouts/slideLayout2.xml"/><Relationship Id="rId31" Type="http://schemas.openxmlformats.org/officeDocument/2006/relationships/image" Target="../media/image41.png"/><Relationship Id="rId4" Type="http://schemas.openxmlformats.org/officeDocument/2006/relationships/tags" Target="../tags/tag44.xml"/><Relationship Id="rId9" Type="http://schemas.openxmlformats.org/officeDocument/2006/relationships/tags" Target="../tags/tag49.xml"/><Relationship Id="rId14" Type="http://schemas.openxmlformats.org/officeDocument/2006/relationships/tags" Target="../tags/tag54.xml"/><Relationship Id="rId22" Type="http://schemas.openxmlformats.org/officeDocument/2006/relationships/image" Target="../media/image32.png"/><Relationship Id="rId27" Type="http://schemas.openxmlformats.org/officeDocument/2006/relationships/image" Target="../media/image37.png"/><Relationship Id="rId30" Type="http://schemas.openxmlformats.org/officeDocument/2006/relationships/image" Target="../media/image40.png"/></Relationships>
</file>

<file path=ppt/slides/_rels/slide8.xml.rels><?xml version="1.0" encoding="UTF-8" standalone="yes"?>
<Relationships xmlns="http://schemas.openxmlformats.org/package/2006/relationships"><Relationship Id="rId8" Type="http://schemas.openxmlformats.org/officeDocument/2006/relationships/notesSlide" Target="../notesSlides/notesSlide6.xml"/><Relationship Id="rId3" Type="http://schemas.openxmlformats.org/officeDocument/2006/relationships/tags" Target="../tags/tag62.xml"/><Relationship Id="rId7" Type="http://schemas.openxmlformats.org/officeDocument/2006/relationships/slideLayout" Target="../slideLayouts/slideLayout2.xml"/><Relationship Id="rId12" Type="http://schemas.openxmlformats.org/officeDocument/2006/relationships/image" Target="../media/image45.png"/><Relationship Id="rId2" Type="http://schemas.openxmlformats.org/officeDocument/2006/relationships/tags" Target="../tags/tag61.xml"/><Relationship Id="rId1" Type="http://schemas.openxmlformats.org/officeDocument/2006/relationships/tags" Target="../tags/tag60.xml"/><Relationship Id="rId6" Type="http://schemas.openxmlformats.org/officeDocument/2006/relationships/tags" Target="../tags/tag65.xml"/><Relationship Id="rId11" Type="http://schemas.openxmlformats.org/officeDocument/2006/relationships/image" Target="../media/image44.png"/><Relationship Id="rId5" Type="http://schemas.openxmlformats.org/officeDocument/2006/relationships/tags" Target="../tags/tag64.xml"/><Relationship Id="rId10" Type="http://schemas.openxmlformats.org/officeDocument/2006/relationships/image" Target="../media/image43.png"/><Relationship Id="rId4" Type="http://schemas.openxmlformats.org/officeDocument/2006/relationships/tags" Target="../tags/tag63.xml"/><Relationship Id="rId9" Type="http://schemas.openxmlformats.org/officeDocument/2006/relationships/image" Target="../media/image4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0580" name="Rectangle 4"/>
          <p:cNvSpPr>
            <a:spLocks noGrp="1" noChangeArrowheads="1"/>
          </p:cNvSpPr>
          <p:nvPr>
            <p:ph type="ctrTitle"/>
          </p:nvPr>
        </p:nvSpPr>
        <p:spPr>
          <a:xfrm>
            <a:off x="841829" y="2783114"/>
            <a:ext cx="7242628" cy="3113088"/>
          </a:xfrm>
        </p:spPr>
        <p:txBody>
          <a:bodyPr>
            <a:noAutofit/>
          </a:bodyPr>
          <a:lstStyle/>
          <a:p>
            <a:r>
              <a:rPr lang="fr-FR" sz="4800" dirty="0" smtClean="0">
                <a:solidFill>
                  <a:srgbClr val="000000"/>
                </a:solidFill>
              </a:rPr>
              <a:t>Chapitre 8</a:t>
            </a:r>
            <a:r>
              <a:rPr lang="en-US" sz="4800" dirty="0" smtClean="0"/>
              <a:t> </a:t>
            </a:r>
            <a:r>
              <a:rPr lang="fr-FR" sz="4800" dirty="0">
                <a:solidFill>
                  <a:srgbClr val="000000"/>
                </a:solidFill>
              </a:rPr>
              <a:t>Implémentation du placement des contrôleurs de domaine</a:t>
            </a:r>
            <a:endParaRPr lang="en-US" sz="4800" dirty="0">
              <a:solidFill>
                <a:srgbClr val="000000"/>
              </a:solidFill>
            </a:endParaRPr>
          </a:p>
        </p:txBody>
      </p:sp>
      <p:sp>
        <p:nvSpPr>
          <p:cNvPr id="4" name="Rectangle 3"/>
          <p:cNvSpPr/>
          <p:nvPr/>
        </p:nvSpPr>
        <p:spPr>
          <a:xfrm>
            <a:off x="3016545" y="936562"/>
            <a:ext cx="2988319" cy="830997"/>
          </a:xfrm>
          <a:prstGeom prst="rect">
            <a:avLst/>
          </a:prstGeom>
        </p:spPr>
        <p:txBody>
          <a:bodyPr wrap="none">
            <a:spAutoFit/>
          </a:bodyPr>
          <a:lstStyle/>
          <a:p>
            <a:r>
              <a:rPr lang="fr-FR" sz="4800" dirty="0" smtClean="0">
                <a:solidFill>
                  <a:srgbClr val="000000"/>
                </a:solidFill>
              </a:rPr>
              <a:t>Module S44</a:t>
            </a:r>
            <a:endParaRPr lang="fr-FR" sz="4800" dirty="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9666" name="Rectangle 2"/>
          <p:cNvSpPr>
            <a:spLocks noGrp="1" noChangeArrowheads="1"/>
          </p:cNvSpPr>
          <p:nvPr>
            <p:ph type="title"/>
          </p:nvPr>
        </p:nvSpPr>
        <p:spPr>
          <a:xfrm>
            <a:off x="185056" y="339045"/>
            <a:ext cx="8755743" cy="684212"/>
          </a:xfrm>
        </p:spPr>
        <p:txBody>
          <a:bodyPr>
            <a:normAutofit/>
          </a:bodyPr>
          <a:lstStyle/>
          <a:p>
            <a:r>
              <a:rPr lang="fr-FR" sz="3200" b="1" dirty="0" smtClean="0">
                <a:solidFill>
                  <a:srgbClr val="000000"/>
                </a:solidFill>
              </a:rPr>
              <a:t>Plan du cours</a:t>
            </a:r>
            <a:endParaRPr lang="en-US" sz="3200" b="1" dirty="0">
              <a:solidFill>
                <a:srgbClr val="000000"/>
              </a:solidFill>
            </a:endParaRPr>
          </a:p>
        </p:txBody>
      </p:sp>
      <p:sp>
        <p:nvSpPr>
          <p:cNvPr id="369667" name="Rectangle 3"/>
          <p:cNvSpPr>
            <a:spLocks noGrp="1" noChangeArrowheads="1"/>
          </p:cNvSpPr>
          <p:nvPr>
            <p:ph sz="quarter" idx="1"/>
          </p:nvPr>
        </p:nvSpPr>
        <p:spPr/>
        <p:txBody>
          <a:bodyPr>
            <a:normAutofit/>
          </a:bodyPr>
          <a:lstStyle/>
          <a:p>
            <a:pPr>
              <a:buClrTx/>
              <a:buFont typeface="Wingdings" pitchFamily="2" charset="2"/>
              <a:buChar char="q"/>
            </a:pPr>
            <a:r>
              <a:rPr lang="fr-FR" dirty="0" smtClean="0">
                <a:solidFill>
                  <a:srgbClr val="C00000"/>
                </a:solidFill>
              </a:rPr>
              <a:t>Présentation d'un catalogue global</a:t>
            </a:r>
          </a:p>
          <a:p>
            <a:pPr>
              <a:buClrTx/>
              <a:buFont typeface="Wingdings" pitchFamily="2" charset="2"/>
              <a:buChar char="q"/>
            </a:pPr>
            <a:r>
              <a:rPr lang="en-US" dirty="0" smtClean="0">
                <a:solidFill>
                  <a:srgbClr val="C00000"/>
                </a:solidFill>
              </a:rPr>
              <a:t> </a:t>
            </a:r>
            <a:r>
              <a:rPr lang="fr-FR" dirty="0" smtClean="0">
                <a:solidFill>
                  <a:srgbClr val="C00000"/>
                </a:solidFill>
              </a:rPr>
              <a:t>L’importance du catalogue global dans le processus  d’authentification</a:t>
            </a:r>
          </a:p>
          <a:p>
            <a:pPr>
              <a:buClrTx/>
              <a:buFont typeface="Wingdings" pitchFamily="2" charset="2"/>
              <a:buChar char="q"/>
            </a:pPr>
            <a:r>
              <a:rPr lang="fr-FR" dirty="0" smtClean="0">
                <a:solidFill>
                  <a:srgbClr val="C00000"/>
                </a:solidFill>
              </a:rPr>
              <a:t>L’importance du catalogue global dans le processus  d’autorisation</a:t>
            </a:r>
            <a:endParaRPr lang="en-US" dirty="0" smtClean="0">
              <a:solidFill>
                <a:srgbClr val="C00000"/>
              </a:solidFill>
            </a:endParaRPr>
          </a:p>
          <a:p>
            <a:pPr>
              <a:buClrTx/>
              <a:buFont typeface="Wingdings" pitchFamily="2" charset="2"/>
              <a:buChar char="q"/>
            </a:pPr>
            <a:r>
              <a:rPr lang="fr-FR" dirty="0" smtClean="0">
                <a:solidFill>
                  <a:srgbClr val="C00000"/>
                </a:solidFill>
              </a:rPr>
              <a:t>La </a:t>
            </a:r>
            <a:r>
              <a:rPr lang="fr-FR" dirty="0">
                <a:solidFill>
                  <a:srgbClr val="C00000"/>
                </a:solidFill>
              </a:rPr>
              <a:t>mise en cache de l'appartenance au groupe universel</a:t>
            </a:r>
            <a:endParaRPr lang="en-US" dirty="0">
              <a:solidFill>
                <a:srgbClr val="C00000"/>
              </a:solidFill>
            </a:endParaRPr>
          </a:p>
          <a:p>
            <a:pPr>
              <a:buClrTx/>
              <a:buFont typeface="Wingdings" pitchFamily="2" charset="2"/>
              <a:buChar char="q"/>
            </a:pPr>
            <a:r>
              <a:rPr lang="fr-FR" dirty="0" smtClean="0">
                <a:solidFill>
                  <a:srgbClr val="C00000"/>
                </a:solidFill>
              </a:rPr>
              <a:t>Ouverture de session sans catalogue global</a:t>
            </a:r>
            <a:endParaRPr lang="en-US" dirty="0">
              <a:solidFill>
                <a:srgbClr val="C00000"/>
              </a:solidFill>
            </a:endParaRP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7794" name="Rectangle 2"/>
          <p:cNvSpPr>
            <a:spLocks noGrp="1" noChangeArrowheads="1"/>
          </p:cNvSpPr>
          <p:nvPr>
            <p:ph type="title"/>
          </p:nvPr>
        </p:nvSpPr>
        <p:spPr/>
        <p:txBody>
          <a:bodyPr/>
          <a:lstStyle/>
          <a:p>
            <a:r>
              <a:rPr lang="de-DE" b="1" dirty="0" err="1" smtClean="0">
                <a:solidFill>
                  <a:srgbClr val="C00000"/>
                </a:solidFill>
              </a:rPr>
              <a:t>Présentation</a:t>
            </a:r>
            <a:r>
              <a:rPr lang="de-DE" b="1" dirty="0" smtClean="0">
                <a:solidFill>
                  <a:srgbClr val="C00000"/>
                </a:solidFill>
              </a:rPr>
              <a:t> </a:t>
            </a:r>
            <a:r>
              <a:rPr lang="de-DE" b="1" dirty="0" err="1">
                <a:solidFill>
                  <a:srgbClr val="C00000"/>
                </a:solidFill>
              </a:rPr>
              <a:t>d'un</a:t>
            </a:r>
            <a:r>
              <a:rPr lang="de-DE" b="1" dirty="0">
                <a:solidFill>
                  <a:srgbClr val="C00000"/>
                </a:solidFill>
              </a:rPr>
              <a:t> </a:t>
            </a:r>
            <a:r>
              <a:rPr lang="de-DE" b="1" dirty="0" err="1">
                <a:solidFill>
                  <a:srgbClr val="C00000"/>
                </a:solidFill>
              </a:rPr>
              <a:t>catalogue</a:t>
            </a:r>
            <a:r>
              <a:rPr lang="de-DE" b="1" dirty="0">
                <a:solidFill>
                  <a:srgbClr val="C00000"/>
                </a:solidFill>
              </a:rPr>
              <a:t> global</a:t>
            </a:r>
            <a:endParaRPr lang="en-US" b="1" dirty="0">
              <a:solidFill>
                <a:srgbClr val="C00000"/>
              </a:solidFill>
            </a:endParaRPr>
          </a:p>
        </p:txBody>
      </p:sp>
      <p:sp>
        <p:nvSpPr>
          <p:cNvPr id="417814" name="Rectangle 22"/>
          <p:cNvSpPr>
            <a:spLocks noGrp="1" noChangeArrowheads="1"/>
          </p:cNvSpPr>
          <p:nvPr>
            <p:ph type="body" idx="1"/>
          </p:nvPr>
        </p:nvSpPr>
        <p:spPr>
          <a:xfrm>
            <a:off x="182336" y="1516970"/>
            <a:ext cx="8772978" cy="877887"/>
          </a:xfrm>
        </p:spPr>
        <p:txBody>
          <a:bodyPr>
            <a:normAutofit/>
          </a:bodyPr>
          <a:lstStyle/>
          <a:p>
            <a:pPr marL="0" indent="0">
              <a:buClr>
                <a:srgbClr val="C00000"/>
              </a:buClr>
              <a:buFont typeface="Wingdings" pitchFamily="2" charset="2"/>
              <a:buChar char="q"/>
            </a:pPr>
            <a:r>
              <a:rPr lang="de-DE" sz="2300" dirty="0" err="1">
                <a:solidFill>
                  <a:srgbClr val="000000"/>
                </a:solidFill>
                <a:latin typeface="Arial" pitchFamily="34" charset="0"/>
                <a:cs typeface="Arial" pitchFamily="34" charset="0"/>
              </a:rPr>
              <a:t>Un</a:t>
            </a:r>
            <a:r>
              <a:rPr lang="de-DE" sz="2300" dirty="0">
                <a:solidFill>
                  <a:srgbClr val="000000"/>
                </a:solidFill>
                <a:latin typeface="Arial" pitchFamily="34" charset="0"/>
                <a:cs typeface="Arial" pitchFamily="34" charset="0"/>
              </a:rPr>
              <a:t> </a:t>
            </a:r>
            <a:r>
              <a:rPr lang="de-DE" sz="2300" dirty="0" err="1">
                <a:solidFill>
                  <a:srgbClr val="000000"/>
                </a:solidFill>
                <a:latin typeface="Arial" pitchFamily="34" charset="0"/>
                <a:cs typeface="Arial" pitchFamily="34" charset="0"/>
              </a:rPr>
              <a:t>réf</a:t>
            </a:r>
            <a:r>
              <a:rPr lang="fr-FR" sz="2300" dirty="0" err="1">
                <a:solidFill>
                  <a:srgbClr val="000000"/>
                </a:solidFill>
                <a:latin typeface="Arial" pitchFamily="34" charset="0"/>
                <a:cs typeface="Arial" pitchFamily="34" charset="0"/>
              </a:rPr>
              <a:t>érentiel</a:t>
            </a:r>
            <a:r>
              <a:rPr lang="fr-FR" sz="2300" dirty="0">
                <a:solidFill>
                  <a:srgbClr val="000000"/>
                </a:solidFill>
                <a:latin typeface="Arial" pitchFamily="34" charset="0"/>
                <a:cs typeface="Arial" pitchFamily="34" charset="0"/>
              </a:rPr>
              <a:t> d'informations contenant un sous-ensemble des attributs de tous les objets dans Active </a:t>
            </a:r>
            <a:r>
              <a:rPr lang="fr-FR" sz="2300" dirty="0" smtClean="0">
                <a:solidFill>
                  <a:srgbClr val="000000"/>
                </a:solidFill>
                <a:latin typeface="Arial" pitchFamily="34" charset="0"/>
                <a:cs typeface="Arial" pitchFamily="34" charset="0"/>
              </a:rPr>
              <a:t>Directory</a:t>
            </a:r>
            <a:r>
              <a:rPr lang="fr-FR" sz="2300" dirty="0" smtClean="0">
                <a:latin typeface="Arial" pitchFamily="34" charset="0"/>
                <a:cs typeface="Arial" pitchFamily="34" charset="0"/>
              </a:rPr>
              <a:t> </a:t>
            </a:r>
            <a:endParaRPr lang="en-US" sz="2300" dirty="0">
              <a:latin typeface="Arial" pitchFamily="34" charset="0"/>
              <a:cs typeface="Arial" pitchFamily="34" charset="0"/>
            </a:endParaRPr>
          </a:p>
        </p:txBody>
      </p:sp>
      <p:grpSp>
        <p:nvGrpSpPr>
          <p:cNvPr id="16" name="Groupe 15"/>
          <p:cNvGrpSpPr/>
          <p:nvPr/>
        </p:nvGrpSpPr>
        <p:grpSpPr>
          <a:xfrm>
            <a:off x="1454579" y="4599403"/>
            <a:ext cx="7144885" cy="2274887"/>
            <a:chOff x="1454579" y="4599403"/>
            <a:chExt cx="7144885" cy="2274887"/>
          </a:xfrm>
        </p:grpSpPr>
        <p:sp>
          <p:nvSpPr>
            <p:cNvPr id="417824" name="Freeform 32"/>
            <p:cNvSpPr>
              <a:spLocks/>
            </p:cNvSpPr>
            <p:nvPr>
              <p:custDataLst>
                <p:tags r:id="rId1"/>
              </p:custDataLst>
            </p:nvPr>
          </p:nvSpPr>
          <p:spPr bwMode="auto">
            <a:xfrm>
              <a:off x="4217964" y="4653378"/>
              <a:ext cx="3676650" cy="2136775"/>
            </a:xfrm>
            <a:custGeom>
              <a:avLst/>
              <a:gdLst/>
              <a:ahLst/>
              <a:cxnLst>
                <a:cxn ang="0">
                  <a:pos x="59" y="1058"/>
                </a:cxn>
                <a:cxn ang="0">
                  <a:pos x="1470" y="1346"/>
                </a:cxn>
                <a:cxn ang="0">
                  <a:pos x="2316" y="0"/>
                </a:cxn>
                <a:cxn ang="0">
                  <a:pos x="0" y="670"/>
                </a:cxn>
                <a:cxn ang="0">
                  <a:pos x="59" y="1058"/>
                </a:cxn>
              </a:cxnLst>
              <a:rect l="0" t="0" r="r" b="b"/>
              <a:pathLst>
                <a:path w="2316" h="1346">
                  <a:moveTo>
                    <a:pt x="59" y="1058"/>
                  </a:moveTo>
                  <a:lnTo>
                    <a:pt x="1470" y="1346"/>
                  </a:lnTo>
                  <a:lnTo>
                    <a:pt x="2316" y="0"/>
                  </a:lnTo>
                  <a:lnTo>
                    <a:pt x="0" y="670"/>
                  </a:lnTo>
                  <a:lnTo>
                    <a:pt x="59" y="1058"/>
                  </a:lnTo>
                  <a:close/>
                </a:path>
              </a:pathLst>
            </a:custGeom>
            <a:gradFill rotWithShape="1">
              <a:gsLst>
                <a:gs pos="0">
                  <a:srgbClr val="8DACD0"/>
                </a:gs>
                <a:gs pos="100000">
                  <a:srgbClr val="FFFFFF"/>
                </a:gs>
              </a:gsLst>
              <a:lin ang="0" scaled="1"/>
            </a:gradFill>
            <a:ln w="9525" cap="flat" cmpd="sng">
              <a:noFill/>
              <a:prstDash val="solid"/>
              <a:round/>
              <a:headEnd type="none" w="med" len="med"/>
              <a:tailEnd type="none" w="med" len="med"/>
            </a:ln>
            <a:effectLst/>
          </p:spPr>
          <p:txBody>
            <a:bodyPr/>
            <a:lstStyle/>
            <a:p>
              <a:endParaRPr lang="fr-FR"/>
            </a:p>
          </p:txBody>
        </p:sp>
        <p:pic>
          <p:nvPicPr>
            <p:cNvPr id="417826" name="Picture 34" descr="ActiveDirectory01"/>
            <p:cNvPicPr>
              <a:picLocks noChangeAspect="1" noChangeArrowheads="1"/>
            </p:cNvPicPr>
            <p:nvPr>
              <p:custDataLst>
                <p:tags r:id="rId2"/>
              </p:custDataLst>
            </p:nvPr>
          </p:nvPicPr>
          <p:blipFill>
            <a:blip r:embed="rId11"/>
            <a:srcRect/>
            <a:stretch>
              <a:fillRect/>
            </a:stretch>
          </p:blipFill>
          <p:spPr bwMode="auto">
            <a:xfrm>
              <a:off x="3017814" y="5375690"/>
              <a:ext cx="2111375" cy="1382713"/>
            </a:xfrm>
            <a:prstGeom prst="rect">
              <a:avLst/>
            </a:prstGeom>
            <a:noFill/>
          </p:spPr>
        </p:pic>
        <p:pic>
          <p:nvPicPr>
            <p:cNvPr id="417827" name="Picture 35" descr="Internet01"/>
            <p:cNvPicPr>
              <a:picLocks noChangeAspect="1" noChangeArrowheads="1"/>
            </p:cNvPicPr>
            <p:nvPr>
              <p:custDataLst>
                <p:tags r:id="rId3"/>
              </p:custDataLst>
            </p:nvPr>
          </p:nvPicPr>
          <p:blipFill>
            <a:blip r:embed="rId12" cstate="print"/>
            <a:srcRect/>
            <a:stretch>
              <a:fillRect/>
            </a:stretch>
          </p:blipFill>
          <p:spPr bwMode="auto">
            <a:xfrm>
              <a:off x="3301976" y="5121690"/>
              <a:ext cx="1162050" cy="1157288"/>
            </a:xfrm>
            <a:prstGeom prst="rect">
              <a:avLst/>
            </a:prstGeom>
            <a:noFill/>
          </p:spPr>
        </p:pic>
        <p:pic>
          <p:nvPicPr>
            <p:cNvPr id="417828" name="Picture 36" descr="Search01"/>
            <p:cNvPicPr>
              <a:picLocks noChangeAspect="1" noChangeArrowheads="1"/>
            </p:cNvPicPr>
            <p:nvPr>
              <p:custDataLst>
                <p:tags r:id="rId4"/>
              </p:custDataLst>
            </p:nvPr>
          </p:nvPicPr>
          <p:blipFill>
            <a:blip r:embed="rId13"/>
            <a:srcRect/>
            <a:stretch>
              <a:fillRect/>
            </a:stretch>
          </p:blipFill>
          <p:spPr bwMode="auto">
            <a:xfrm rot="-2136353">
              <a:off x="4011589" y="4910553"/>
              <a:ext cx="917575" cy="1889125"/>
            </a:xfrm>
            <a:prstGeom prst="rect">
              <a:avLst/>
            </a:prstGeom>
            <a:noFill/>
          </p:spPr>
        </p:pic>
        <p:sp>
          <p:nvSpPr>
            <p:cNvPr id="417829" name="AutoShape 37"/>
            <p:cNvSpPr>
              <a:spLocks noChangeArrowheads="1"/>
            </p:cNvSpPr>
            <p:nvPr/>
          </p:nvSpPr>
          <p:spPr bwMode="auto">
            <a:xfrm>
              <a:off x="1454579" y="5380907"/>
              <a:ext cx="1657350" cy="339725"/>
            </a:xfrm>
            <a:prstGeom prst="roundRect">
              <a:avLst>
                <a:gd name="adj" fmla="val 4167"/>
              </a:avLst>
            </a:prstGeom>
            <a:solidFill>
              <a:schemeClr val="bg1"/>
            </a:solidFill>
            <a:ln w="9525">
              <a:solidFill>
                <a:srgbClr val="4D4D4D"/>
              </a:solidFill>
              <a:round/>
              <a:headEnd/>
              <a:tailEnd/>
            </a:ln>
            <a:effectLst>
              <a:outerShdw dist="35921" dir="2700000" algn="ctr" rotWithShape="0">
                <a:srgbClr val="AFAFAF"/>
              </a:outerShdw>
            </a:effectLst>
          </p:spPr>
          <p:txBody>
            <a:bodyPr wrap="none" anchor="ctr"/>
            <a:lstStyle/>
            <a:p>
              <a:pPr>
                <a:lnSpc>
                  <a:spcPct val="100000"/>
                </a:lnSpc>
                <a:buClrTx/>
                <a:buFontTx/>
                <a:buNone/>
              </a:pPr>
              <a:r>
                <a:rPr lang="de-DE" dirty="0">
                  <a:solidFill>
                    <a:srgbClr val="000000"/>
                  </a:solidFill>
                  <a:cs typeface="Arial" charset="0"/>
                </a:rPr>
                <a:t>Catalogue global</a:t>
              </a:r>
              <a:endParaRPr lang="en-US" dirty="0"/>
            </a:p>
          </p:txBody>
        </p:sp>
        <p:pic>
          <p:nvPicPr>
            <p:cNvPr id="417831" name="Picture 39" descr="2PopulatedDomain01"/>
            <p:cNvPicPr>
              <a:picLocks noChangeAspect="1" noChangeArrowheads="1"/>
            </p:cNvPicPr>
            <p:nvPr>
              <p:custDataLst>
                <p:tags r:id="rId5"/>
              </p:custDataLst>
            </p:nvPr>
          </p:nvPicPr>
          <p:blipFill>
            <a:blip r:embed="rId14" cstate="print">
              <a:lum bright="24000" contrast="-30000"/>
            </a:blip>
            <a:srcRect/>
            <a:stretch>
              <a:fillRect/>
            </a:stretch>
          </p:blipFill>
          <p:spPr bwMode="auto">
            <a:xfrm>
              <a:off x="7181826" y="4599403"/>
              <a:ext cx="1417638" cy="1250950"/>
            </a:xfrm>
            <a:prstGeom prst="rect">
              <a:avLst/>
            </a:prstGeom>
            <a:noFill/>
            <a:ln w="9525">
              <a:noFill/>
              <a:miter lim="800000"/>
              <a:headEnd/>
              <a:tailEnd/>
            </a:ln>
          </p:spPr>
        </p:pic>
        <p:pic>
          <p:nvPicPr>
            <p:cNvPr id="417832" name="Picture 40" descr="2PopulatedDomain01"/>
            <p:cNvPicPr>
              <a:picLocks noChangeAspect="1" noChangeArrowheads="1"/>
            </p:cNvPicPr>
            <p:nvPr>
              <p:custDataLst>
                <p:tags r:id="rId6"/>
              </p:custDataLst>
            </p:nvPr>
          </p:nvPicPr>
          <p:blipFill>
            <a:blip r:embed="rId14" cstate="print">
              <a:lum bright="24000" contrast="-30000"/>
            </a:blip>
            <a:srcRect/>
            <a:stretch>
              <a:fillRect/>
            </a:stretch>
          </p:blipFill>
          <p:spPr bwMode="auto">
            <a:xfrm>
              <a:off x="6678589" y="4940715"/>
              <a:ext cx="1417637" cy="1250950"/>
            </a:xfrm>
            <a:prstGeom prst="rect">
              <a:avLst/>
            </a:prstGeom>
            <a:noFill/>
            <a:ln w="9525">
              <a:noFill/>
              <a:miter lim="800000"/>
              <a:headEnd/>
              <a:tailEnd/>
            </a:ln>
          </p:spPr>
        </p:pic>
        <p:pic>
          <p:nvPicPr>
            <p:cNvPr id="417833" name="Picture 41" descr="2PopulatedDomain01"/>
            <p:cNvPicPr>
              <a:picLocks noChangeAspect="1" noChangeArrowheads="1"/>
            </p:cNvPicPr>
            <p:nvPr>
              <p:custDataLst>
                <p:tags r:id="rId7"/>
              </p:custDataLst>
            </p:nvPr>
          </p:nvPicPr>
          <p:blipFill>
            <a:blip r:embed="rId14" cstate="print">
              <a:lum bright="24000" contrast="-30000"/>
            </a:blip>
            <a:srcRect/>
            <a:stretch>
              <a:fillRect/>
            </a:stretch>
          </p:blipFill>
          <p:spPr bwMode="auto">
            <a:xfrm>
              <a:off x="6175351" y="5282028"/>
              <a:ext cx="1417638" cy="1250950"/>
            </a:xfrm>
            <a:prstGeom prst="rect">
              <a:avLst/>
            </a:prstGeom>
            <a:noFill/>
            <a:ln w="9525">
              <a:noFill/>
              <a:miter lim="800000"/>
              <a:headEnd/>
              <a:tailEnd/>
            </a:ln>
          </p:spPr>
        </p:pic>
        <p:pic>
          <p:nvPicPr>
            <p:cNvPr id="417834" name="Picture 42" descr="2PopulatedDomain01"/>
            <p:cNvPicPr>
              <a:picLocks noChangeAspect="1" noChangeArrowheads="1"/>
            </p:cNvPicPr>
            <p:nvPr>
              <p:custDataLst>
                <p:tags r:id="rId8"/>
              </p:custDataLst>
            </p:nvPr>
          </p:nvPicPr>
          <p:blipFill>
            <a:blip r:embed="rId14" cstate="print">
              <a:lum bright="24000" contrast="-30000"/>
            </a:blip>
            <a:srcRect/>
            <a:stretch>
              <a:fillRect/>
            </a:stretch>
          </p:blipFill>
          <p:spPr bwMode="auto">
            <a:xfrm>
              <a:off x="5670526" y="5623340"/>
              <a:ext cx="1417638" cy="1250950"/>
            </a:xfrm>
            <a:prstGeom prst="rect">
              <a:avLst/>
            </a:prstGeom>
            <a:noFill/>
            <a:ln w="9525">
              <a:noFill/>
              <a:miter lim="800000"/>
              <a:headEnd/>
              <a:tailEnd/>
            </a:ln>
          </p:spPr>
        </p:pic>
      </p:grpSp>
      <p:sp>
        <p:nvSpPr>
          <p:cNvPr id="14" name="Rectangle 13"/>
          <p:cNvSpPr/>
          <p:nvPr/>
        </p:nvSpPr>
        <p:spPr>
          <a:xfrm>
            <a:off x="391886" y="2739298"/>
            <a:ext cx="8258628" cy="2123658"/>
          </a:xfrm>
          <a:prstGeom prst="rect">
            <a:avLst/>
          </a:prstGeom>
        </p:spPr>
        <p:txBody>
          <a:bodyPr wrap="square">
            <a:spAutoFit/>
          </a:bodyPr>
          <a:lstStyle/>
          <a:p>
            <a:pPr algn="l">
              <a:buFont typeface="Wingdings" pitchFamily="2" charset="2"/>
              <a:buChar char="q"/>
            </a:pPr>
            <a:r>
              <a:rPr lang="fr-FR" sz="2200" b="0" dirty="0" smtClean="0">
                <a:latin typeface="Arial" pitchFamily="34" charset="0"/>
                <a:cs typeface="Arial" pitchFamily="34" charset="0"/>
              </a:rPr>
              <a:t> C’est un DC qui conserve une copie du catalogue global</a:t>
            </a:r>
          </a:p>
          <a:p>
            <a:pPr algn="l">
              <a:buFont typeface="Wingdings" pitchFamily="2" charset="2"/>
              <a:buChar char="q"/>
            </a:pPr>
            <a:r>
              <a:rPr lang="fr-FR" sz="2200" b="0" dirty="0" smtClean="0">
                <a:latin typeface="Arial" pitchFamily="34" charset="0"/>
                <a:cs typeface="Arial" pitchFamily="34" charset="0"/>
              </a:rPr>
              <a:t> Peut traiter les requêtes qui lui sont destinées</a:t>
            </a:r>
          </a:p>
          <a:p>
            <a:pPr algn="l">
              <a:buFont typeface="Wingdings" pitchFamily="2" charset="2"/>
              <a:buChar char="q"/>
            </a:pPr>
            <a:r>
              <a:rPr lang="fr-FR" sz="2200" b="0" dirty="0" smtClean="0">
                <a:latin typeface="Arial" pitchFamily="34" charset="0"/>
                <a:cs typeface="Arial" pitchFamily="34" charset="0"/>
              </a:rPr>
              <a:t> Le premier DC est automatiquement considéré comme un  serveur de catalogue global</a:t>
            </a:r>
          </a:p>
          <a:p>
            <a:pPr algn="l">
              <a:buFont typeface="Wingdings" pitchFamily="2" charset="2"/>
              <a:buChar char="q"/>
            </a:pPr>
            <a:r>
              <a:rPr lang="fr-FR" sz="2200" b="0" dirty="0" smtClean="0">
                <a:latin typeface="Arial" pitchFamily="34" charset="0"/>
                <a:cs typeface="Arial" pitchFamily="34" charset="0"/>
              </a:rPr>
              <a:t> Il  est  possible  de  configurer  d’autres  DC en  serveur  de catalogue global afin de réguler le trafic.</a:t>
            </a:r>
            <a:endParaRPr lang="fr-FR" sz="2200" b="0" dirty="0">
              <a:latin typeface="Arial" pitchFamily="34" charset="0"/>
              <a:cs typeface="Arial" pitchFamily="34" charset="0"/>
            </a:endParaRPr>
          </a:p>
        </p:txBody>
      </p:sp>
      <p:sp>
        <p:nvSpPr>
          <p:cNvPr id="15" name="Rectangle 14"/>
          <p:cNvSpPr/>
          <p:nvPr/>
        </p:nvSpPr>
        <p:spPr>
          <a:xfrm>
            <a:off x="316706" y="2315420"/>
            <a:ext cx="3570208" cy="461665"/>
          </a:xfrm>
          <a:prstGeom prst="rect">
            <a:avLst/>
          </a:prstGeom>
        </p:spPr>
        <p:txBody>
          <a:bodyPr wrap="none">
            <a:spAutoFit/>
          </a:bodyPr>
          <a:lstStyle/>
          <a:p>
            <a:r>
              <a:rPr lang="de-DE" sz="2400" u="sng" dirty="0" err="1" smtClean="0">
                <a:solidFill>
                  <a:srgbClr val="C00000"/>
                </a:solidFill>
              </a:rPr>
              <a:t>Un</a:t>
            </a:r>
            <a:r>
              <a:rPr lang="de-DE" sz="2400" u="sng" dirty="0" smtClean="0">
                <a:solidFill>
                  <a:srgbClr val="C00000"/>
                </a:solidFill>
              </a:rPr>
              <a:t> </a:t>
            </a:r>
            <a:r>
              <a:rPr lang="de-DE" sz="2400" u="sng" dirty="0" err="1" smtClean="0">
                <a:solidFill>
                  <a:srgbClr val="C00000"/>
                </a:solidFill>
              </a:rPr>
              <a:t>serveur</a:t>
            </a:r>
            <a:r>
              <a:rPr lang="de-DE" sz="2400" u="sng" dirty="0" smtClean="0">
                <a:solidFill>
                  <a:srgbClr val="C00000"/>
                </a:solidFill>
              </a:rPr>
              <a:t> </a:t>
            </a:r>
            <a:r>
              <a:rPr lang="de-DE" sz="2400" u="sng" dirty="0" err="1" smtClean="0">
                <a:solidFill>
                  <a:srgbClr val="C00000"/>
                </a:solidFill>
              </a:rPr>
              <a:t>catalogue</a:t>
            </a:r>
            <a:r>
              <a:rPr lang="de-DE" sz="2400" u="sng" dirty="0" smtClean="0">
                <a:solidFill>
                  <a:srgbClr val="C00000"/>
                </a:solidFill>
              </a:rPr>
              <a:t> global</a:t>
            </a:r>
            <a:endParaRPr lang="fr-FR" sz="2400" u="sng"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417814">
                                            <p:txEl>
                                              <p:pRg st="0" end="0"/>
                                            </p:txEl>
                                          </p:spTgt>
                                        </p:tgtEl>
                                        <p:attrNameLst>
                                          <p:attrName>style.visibility</p:attrName>
                                        </p:attrNameLst>
                                      </p:cBhvr>
                                      <p:to>
                                        <p:strVal val="visible"/>
                                      </p:to>
                                    </p:set>
                                    <p:animEffect transition="in" filter="checkerboard(across)">
                                      <p:cBhvr>
                                        <p:cTn id="7" dur="500"/>
                                        <p:tgtEl>
                                          <p:spTgt spid="41781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grpId="0" nodeType="clickEffect">
                                  <p:stCondLst>
                                    <p:cond delay="0"/>
                                  </p:stCondLst>
                                  <p:childTnLst>
                                    <p:set>
                                      <p:cBhvr>
                                        <p:cTn id="11" dur="1" fill="hold">
                                          <p:stCondLst>
                                            <p:cond delay="0"/>
                                          </p:stCondLst>
                                        </p:cTn>
                                        <p:tgtEl>
                                          <p:spTgt spid="15"/>
                                        </p:tgtEl>
                                        <p:attrNameLst>
                                          <p:attrName>style.visibility</p:attrName>
                                        </p:attrNameLst>
                                      </p:cBhvr>
                                      <p:to>
                                        <p:strVal val="visible"/>
                                      </p:to>
                                    </p:set>
                                    <p:animEffect transition="in" filter="checkerboard(across)">
                                      <p:cBhvr>
                                        <p:cTn id="12" dur="500"/>
                                        <p:tgtEl>
                                          <p:spTgt spid="15"/>
                                        </p:tgtEl>
                                      </p:cBhvr>
                                    </p:animEffect>
                                  </p:childTnLst>
                                </p:cTn>
                              </p:par>
                            </p:childTnLst>
                          </p:cTn>
                        </p:par>
                      </p:childTnLst>
                    </p:cTn>
                  </p:par>
                  <p:par>
                    <p:cTn id="13" fill="hold">
                      <p:stCondLst>
                        <p:cond delay="indefinite"/>
                      </p:stCondLst>
                      <p:childTnLst>
                        <p:par>
                          <p:cTn id="14" fill="hold">
                            <p:stCondLst>
                              <p:cond delay="0"/>
                            </p:stCondLst>
                            <p:childTnLst>
                              <p:par>
                                <p:cTn id="15" presetID="5" presetClass="entr" presetSubtype="10" fill="hold" grpId="0" nodeType="clickEffect">
                                  <p:stCondLst>
                                    <p:cond delay="0"/>
                                  </p:stCondLst>
                                  <p:childTnLst>
                                    <p:set>
                                      <p:cBhvr>
                                        <p:cTn id="16" dur="1" fill="hold">
                                          <p:stCondLst>
                                            <p:cond delay="0"/>
                                          </p:stCondLst>
                                        </p:cTn>
                                        <p:tgtEl>
                                          <p:spTgt spid="14">
                                            <p:txEl>
                                              <p:pRg st="0" end="0"/>
                                            </p:txEl>
                                          </p:spTgt>
                                        </p:tgtEl>
                                        <p:attrNameLst>
                                          <p:attrName>style.visibility</p:attrName>
                                        </p:attrNameLst>
                                      </p:cBhvr>
                                      <p:to>
                                        <p:strVal val="visible"/>
                                      </p:to>
                                    </p:set>
                                    <p:animEffect transition="in" filter="checkerboard(across)">
                                      <p:cBhvr>
                                        <p:cTn id="17" dur="1000"/>
                                        <p:tgtEl>
                                          <p:spTgt spid="14">
                                            <p:txEl>
                                              <p:pRg st="0" end="0"/>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5" presetClass="entr" presetSubtype="10" fill="hold" grpId="0" nodeType="clickEffect">
                                  <p:stCondLst>
                                    <p:cond delay="0"/>
                                  </p:stCondLst>
                                  <p:childTnLst>
                                    <p:set>
                                      <p:cBhvr>
                                        <p:cTn id="21" dur="1" fill="hold">
                                          <p:stCondLst>
                                            <p:cond delay="0"/>
                                          </p:stCondLst>
                                        </p:cTn>
                                        <p:tgtEl>
                                          <p:spTgt spid="14">
                                            <p:txEl>
                                              <p:pRg st="1" end="1"/>
                                            </p:txEl>
                                          </p:spTgt>
                                        </p:tgtEl>
                                        <p:attrNameLst>
                                          <p:attrName>style.visibility</p:attrName>
                                        </p:attrNameLst>
                                      </p:cBhvr>
                                      <p:to>
                                        <p:strVal val="visible"/>
                                      </p:to>
                                    </p:set>
                                    <p:animEffect transition="in" filter="checkerboard(across)">
                                      <p:cBhvr>
                                        <p:cTn id="22" dur="1000"/>
                                        <p:tgtEl>
                                          <p:spTgt spid="14">
                                            <p:txEl>
                                              <p:pRg st="1" end="1"/>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5" presetClass="entr" presetSubtype="10" fill="hold" grpId="0" nodeType="clickEffect">
                                  <p:stCondLst>
                                    <p:cond delay="0"/>
                                  </p:stCondLst>
                                  <p:childTnLst>
                                    <p:set>
                                      <p:cBhvr>
                                        <p:cTn id="26" dur="1" fill="hold">
                                          <p:stCondLst>
                                            <p:cond delay="0"/>
                                          </p:stCondLst>
                                        </p:cTn>
                                        <p:tgtEl>
                                          <p:spTgt spid="14">
                                            <p:txEl>
                                              <p:pRg st="2" end="2"/>
                                            </p:txEl>
                                          </p:spTgt>
                                        </p:tgtEl>
                                        <p:attrNameLst>
                                          <p:attrName>style.visibility</p:attrName>
                                        </p:attrNameLst>
                                      </p:cBhvr>
                                      <p:to>
                                        <p:strVal val="visible"/>
                                      </p:to>
                                    </p:set>
                                    <p:animEffect transition="in" filter="checkerboard(across)">
                                      <p:cBhvr>
                                        <p:cTn id="27" dur="1000"/>
                                        <p:tgtEl>
                                          <p:spTgt spid="14">
                                            <p:txEl>
                                              <p:pRg st="2" end="2"/>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5" presetClass="entr" presetSubtype="10" fill="hold" grpId="0" nodeType="clickEffect">
                                  <p:stCondLst>
                                    <p:cond delay="0"/>
                                  </p:stCondLst>
                                  <p:childTnLst>
                                    <p:set>
                                      <p:cBhvr>
                                        <p:cTn id="31" dur="1" fill="hold">
                                          <p:stCondLst>
                                            <p:cond delay="0"/>
                                          </p:stCondLst>
                                        </p:cTn>
                                        <p:tgtEl>
                                          <p:spTgt spid="14">
                                            <p:txEl>
                                              <p:pRg st="3" end="3"/>
                                            </p:txEl>
                                          </p:spTgt>
                                        </p:tgtEl>
                                        <p:attrNameLst>
                                          <p:attrName>style.visibility</p:attrName>
                                        </p:attrNameLst>
                                      </p:cBhvr>
                                      <p:to>
                                        <p:strVal val="visible"/>
                                      </p:to>
                                    </p:set>
                                    <p:animEffect transition="in" filter="checkerboard(across)">
                                      <p:cBhvr>
                                        <p:cTn id="32" dur="1000"/>
                                        <p:tgtEl>
                                          <p:spTgt spid="14">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7814" grpId="0" build="p"/>
      <p:bldP spid="14" grpId="0" uiExpand="1" build="allAtOnce"/>
      <p:bldP spid="15"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2760" name="Oval 88"/>
          <p:cNvSpPr>
            <a:spLocks noChangeArrowheads="1"/>
          </p:cNvSpPr>
          <p:nvPr>
            <p:custDataLst>
              <p:tags r:id="rId1"/>
            </p:custDataLst>
          </p:nvPr>
        </p:nvSpPr>
        <p:spPr bwMode="auto">
          <a:xfrm>
            <a:off x="1301750" y="5241462"/>
            <a:ext cx="3136900" cy="1441450"/>
          </a:xfrm>
          <a:prstGeom prst="ellipse">
            <a:avLst/>
          </a:prstGeom>
          <a:gradFill rotWithShape="1">
            <a:gsLst>
              <a:gs pos="0">
                <a:srgbClr val="FFFFFF"/>
              </a:gs>
              <a:gs pos="100000">
                <a:srgbClr val="EEEFD7"/>
              </a:gs>
            </a:gsLst>
            <a:path path="shape">
              <a:fillToRect l="50000" t="50000" r="50000" b="50000"/>
            </a:path>
          </a:gradFill>
          <a:ln w="9525">
            <a:noFill/>
            <a:round/>
            <a:headEnd/>
            <a:tailEnd/>
          </a:ln>
          <a:effectLst>
            <a:outerShdw dist="35921" dir="2700000" algn="ctr" rotWithShape="0">
              <a:srgbClr val="ADADAD"/>
            </a:outerShdw>
          </a:effectLst>
        </p:spPr>
        <p:txBody>
          <a:bodyPr wrap="none" anchor="ctr"/>
          <a:lstStyle/>
          <a:p>
            <a:endParaRPr lang="fr-FR"/>
          </a:p>
        </p:txBody>
      </p:sp>
      <p:sp>
        <p:nvSpPr>
          <p:cNvPr id="412759" name="Freeform 87"/>
          <p:cNvSpPr>
            <a:spLocks/>
          </p:cNvSpPr>
          <p:nvPr>
            <p:custDataLst>
              <p:tags r:id="rId2"/>
            </p:custDataLst>
          </p:nvPr>
        </p:nvSpPr>
        <p:spPr bwMode="auto">
          <a:xfrm>
            <a:off x="4011613" y="1782300"/>
            <a:ext cx="4149725" cy="2517775"/>
          </a:xfrm>
          <a:custGeom>
            <a:avLst/>
            <a:gdLst/>
            <a:ahLst/>
            <a:cxnLst>
              <a:cxn ang="0">
                <a:pos x="1711" y="0"/>
              </a:cxn>
              <a:cxn ang="0">
                <a:pos x="565" y="537"/>
              </a:cxn>
              <a:cxn ang="0">
                <a:pos x="0" y="1586"/>
              </a:cxn>
              <a:cxn ang="0">
                <a:pos x="2614" y="1586"/>
              </a:cxn>
              <a:cxn ang="0">
                <a:pos x="1711" y="0"/>
              </a:cxn>
            </a:cxnLst>
            <a:rect l="0" t="0" r="r" b="b"/>
            <a:pathLst>
              <a:path w="2614" h="1586">
                <a:moveTo>
                  <a:pt x="1711" y="0"/>
                </a:moveTo>
                <a:lnTo>
                  <a:pt x="565" y="537"/>
                </a:lnTo>
                <a:lnTo>
                  <a:pt x="0" y="1586"/>
                </a:lnTo>
                <a:lnTo>
                  <a:pt x="2614" y="1586"/>
                </a:lnTo>
                <a:lnTo>
                  <a:pt x="1711" y="0"/>
                </a:lnTo>
                <a:close/>
              </a:path>
            </a:pathLst>
          </a:custGeom>
          <a:gradFill rotWithShape="1">
            <a:gsLst>
              <a:gs pos="0">
                <a:srgbClr val="EEEFD7"/>
              </a:gs>
              <a:gs pos="100000">
                <a:srgbClr val="FFFFFF"/>
              </a:gs>
            </a:gsLst>
            <a:lin ang="5400000" scaled="1"/>
          </a:gradFill>
          <a:ln w="6350" cap="flat" cmpd="sng">
            <a:noFill/>
            <a:prstDash val="solid"/>
            <a:round/>
            <a:headEnd/>
            <a:tailEnd/>
          </a:ln>
          <a:effectLst/>
        </p:spPr>
        <p:txBody>
          <a:bodyPr/>
          <a:lstStyle/>
          <a:p>
            <a:endParaRPr lang="fr-FR"/>
          </a:p>
        </p:txBody>
      </p:sp>
      <p:pic>
        <p:nvPicPr>
          <p:cNvPr id="412725" name="Picture 53" descr="2ActiveDirectory_Forest01"/>
          <p:cNvPicPr>
            <a:picLocks noChangeAspect="1" noChangeArrowheads="1"/>
          </p:cNvPicPr>
          <p:nvPr>
            <p:custDataLst>
              <p:tags r:id="rId3"/>
            </p:custDataLst>
          </p:nvPr>
        </p:nvPicPr>
        <p:blipFill>
          <a:blip r:embed="rId19">
            <a:lum bright="6000" contrast="6000"/>
          </a:blip>
          <a:srcRect/>
          <a:stretch>
            <a:fillRect/>
          </a:stretch>
        </p:blipFill>
        <p:spPr bwMode="auto">
          <a:xfrm>
            <a:off x="3862388" y="1707687"/>
            <a:ext cx="4486275" cy="2797175"/>
          </a:xfrm>
          <a:prstGeom prst="rect">
            <a:avLst/>
          </a:prstGeom>
          <a:noFill/>
        </p:spPr>
      </p:pic>
      <p:sp>
        <p:nvSpPr>
          <p:cNvPr id="412731" name="AutoShape 59"/>
          <p:cNvSpPr>
            <a:spLocks noChangeArrowheads="1"/>
          </p:cNvSpPr>
          <p:nvPr/>
        </p:nvSpPr>
        <p:spPr bwMode="auto">
          <a:xfrm>
            <a:off x="6292850" y="2204575"/>
            <a:ext cx="939800" cy="342900"/>
          </a:xfrm>
          <a:prstGeom prst="roundRect">
            <a:avLst>
              <a:gd name="adj" fmla="val 4167"/>
            </a:avLst>
          </a:prstGeom>
          <a:noFill/>
          <a:ln w="9525">
            <a:noFill/>
            <a:round/>
            <a:headEnd/>
            <a:tailEnd/>
          </a:ln>
          <a:effectLst/>
        </p:spPr>
        <p:txBody>
          <a:bodyPr anchor="ctr">
            <a:spAutoFit/>
          </a:bodyPr>
          <a:lstStyle/>
          <a:p>
            <a:r>
              <a:rPr lang="fr-FR" sz="1600">
                <a:solidFill>
                  <a:srgbClr val="000000"/>
                </a:solidFill>
              </a:rPr>
              <a:t>Domaine</a:t>
            </a:r>
            <a:endParaRPr lang="en-US" sz="1600"/>
          </a:p>
        </p:txBody>
      </p:sp>
      <p:sp>
        <p:nvSpPr>
          <p:cNvPr id="412732" name="AutoShape 60"/>
          <p:cNvSpPr>
            <a:spLocks noChangeArrowheads="1"/>
          </p:cNvSpPr>
          <p:nvPr/>
        </p:nvSpPr>
        <p:spPr bwMode="auto">
          <a:xfrm>
            <a:off x="7445375" y="4176250"/>
            <a:ext cx="939800" cy="342900"/>
          </a:xfrm>
          <a:prstGeom prst="roundRect">
            <a:avLst>
              <a:gd name="adj" fmla="val 4167"/>
            </a:avLst>
          </a:prstGeom>
          <a:noFill/>
          <a:ln w="9525">
            <a:noFill/>
            <a:round/>
            <a:headEnd/>
            <a:tailEnd/>
          </a:ln>
          <a:effectLst/>
        </p:spPr>
        <p:txBody>
          <a:bodyPr anchor="ctr">
            <a:spAutoFit/>
          </a:bodyPr>
          <a:lstStyle/>
          <a:p>
            <a:r>
              <a:rPr lang="fr-FR" sz="1600">
                <a:solidFill>
                  <a:srgbClr val="000000"/>
                </a:solidFill>
              </a:rPr>
              <a:t>Domaine</a:t>
            </a:r>
            <a:endParaRPr lang="en-US" sz="1600"/>
          </a:p>
        </p:txBody>
      </p:sp>
      <p:sp>
        <p:nvSpPr>
          <p:cNvPr id="412733" name="AutoShape 61"/>
          <p:cNvSpPr>
            <a:spLocks noChangeArrowheads="1"/>
          </p:cNvSpPr>
          <p:nvPr/>
        </p:nvSpPr>
        <p:spPr bwMode="auto">
          <a:xfrm>
            <a:off x="6875463" y="3196762"/>
            <a:ext cx="914400" cy="342900"/>
          </a:xfrm>
          <a:prstGeom prst="roundRect">
            <a:avLst>
              <a:gd name="adj" fmla="val 4167"/>
            </a:avLst>
          </a:prstGeom>
          <a:noFill/>
          <a:ln w="9525">
            <a:noFill/>
            <a:round/>
            <a:headEnd/>
            <a:tailEnd/>
          </a:ln>
          <a:effectLst/>
        </p:spPr>
        <p:txBody>
          <a:bodyPr anchor="ctr">
            <a:spAutoFit/>
          </a:bodyPr>
          <a:lstStyle/>
          <a:p>
            <a:r>
              <a:rPr lang="fr-FR" sz="1600">
                <a:solidFill>
                  <a:srgbClr val="000000"/>
                </a:solidFill>
              </a:rPr>
              <a:t>Domaine</a:t>
            </a:r>
            <a:endParaRPr lang="en-US" sz="1600"/>
          </a:p>
        </p:txBody>
      </p:sp>
      <p:sp>
        <p:nvSpPr>
          <p:cNvPr id="412734" name="AutoShape 62"/>
          <p:cNvSpPr>
            <a:spLocks noChangeArrowheads="1"/>
          </p:cNvSpPr>
          <p:nvPr/>
        </p:nvSpPr>
        <p:spPr bwMode="auto">
          <a:xfrm>
            <a:off x="5721350" y="3196762"/>
            <a:ext cx="911225" cy="342900"/>
          </a:xfrm>
          <a:prstGeom prst="roundRect">
            <a:avLst>
              <a:gd name="adj" fmla="val 4167"/>
            </a:avLst>
          </a:prstGeom>
          <a:noFill/>
          <a:ln w="9525">
            <a:noFill/>
            <a:round/>
            <a:headEnd/>
            <a:tailEnd/>
          </a:ln>
          <a:effectLst/>
        </p:spPr>
        <p:txBody>
          <a:bodyPr anchor="ctr">
            <a:spAutoFit/>
          </a:bodyPr>
          <a:lstStyle/>
          <a:p>
            <a:r>
              <a:rPr lang="fr-FR" sz="1600">
                <a:solidFill>
                  <a:srgbClr val="000000"/>
                </a:solidFill>
              </a:rPr>
              <a:t>Domaine</a:t>
            </a:r>
            <a:endParaRPr lang="en-US" sz="1600"/>
          </a:p>
        </p:txBody>
      </p:sp>
      <p:sp>
        <p:nvSpPr>
          <p:cNvPr id="412735" name="AutoShape 63"/>
          <p:cNvSpPr>
            <a:spLocks noChangeArrowheads="1"/>
          </p:cNvSpPr>
          <p:nvPr/>
        </p:nvSpPr>
        <p:spPr bwMode="auto">
          <a:xfrm>
            <a:off x="4440238" y="3082462"/>
            <a:ext cx="911225" cy="342900"/>
          </a:xfrm>
          <a:prstGeom prst="roundRect">
            <a:avLst>
              <a:gd name="adj" fmla="val 4167"/>
            </a:avLst>
          </a:prstGeom>
          <a:noFill/>
          <a:ln w="9525">
            <a:noFill/>
            <a:round/>
            <a:headEnd/>
            <a:tailEnd/>
          </a:ln>
          <a:effectLst/>
        </p:spPr>
        <p:txBody>
          <a:bodyPr anchor="ctr">
            <a:spAutoFit/>
          </a:bodyPr>
          <a:lstStyle/>
          <a:p>
            <a:r>
              <a:rPr lang="fr-FR" sz="1600">
                <a:solidFill>
                  <a:srgbClr val="000000"/>
                </a:solidFill>
              </a:rPr>
              <a:t>Domaine</a:t>
            </a:r>
            <a:endParaRPr lang="en-US" sz="1600"/>
          </a:p>
        </p:txBody>
      </p:sp>
      <p:sp>
        <p:nvSpPr>
          <p:cNvPr id="412736" name="AutoShape 64"/>
          <p:cNvSpPr>
            <a:spLocks noChangeArrowheads="1"/>
          </p:cNvSpPr>
          <p:nvPr/>
        </p:nvSpPr>
        <p:spPr bwMode="auto">
          <a:xfrm>
            <a:off x="3854450" y="4085762"/>
            <a:ext cx="914400" cy="342900"/>
          </a:xfrm>
          <a:prstGeom prst="roundRect">
            <a:avLst>
              <a:gd name="adj" fmla="val 4167"/>
            </a:avLst>
          </a:prstGeom>
          <a:noFill/>
          <a:ln w="9525">
            <a:noFill/>
            <a:round/>
            <a:headEnd/>
            <a:tailEnd/>
          </a:ln>
          <a:effectLst/>
        </p:spPr>
        <p:txBody>
          <a:bodyPr anchor="ctr">
            <a:spAutoFit/>
          </a:bodyPr>
          <a:lstStyle/>
          <a:p>
            <a:r>
              <a:rPr lang="fr-FR" sz="1600">
                <a:solidFill>
                  <a:srgbClr val="000000"/>
                </a:solidFill>
              </a:rPr>
              <a:t>Domaine</a:t>
            </a:r>
            <a:endParaRPr lang="en-US" sz="1600"/>
          </a:p>
        </p:txBody>
      </p:sp>
      <p:sp>
        <p:nvSpPr>
          <p:cNvPr id="412737" name="AutoShape 65"/>
          <p:cNvSpPr>
            <a:spLocks noChangeArrowheads="1"/>
          </p:cNvSpPr>
          <p:nvPr/>
        </p:nvSpPr>
        <p:spPr bwMode="auto">
          <a:xfrm>
            <a:off x="5011738" y="4085762"/>
            <a:ext cx="911225" cy="342900"/>
          </a:xfrm>
          <a:prstGeom prst="roundRect">
            <a:avLst>
              <a:gd name="adj" fmla="val 4167"/>
            </a:avLst>
          </a:prstGeom>
          <a:noFill/>
          <a:ln w="9525">
            <a:noFill/>
            <a:round/>
            <a:headEnd/>
            <a:tailEnd/>
          </a:ln>
          <a:effectLst/>
        </p:spPr>
        <p:txBody>
          <a:bodyPr anchor="ctr">
            <a:spAutoFit/>
          </a:bodyPr>
          <a:lstStyle/>
          <a:p>
            <a:r>
              <a:rPr lang="fr-FR" sz="1600">
                <a:solidFill>
                  <a:srgbClr val="000000"/>
                </a:solidFill>
              </a:rPr>
              <a:t>Domaine</a:t>
            </a:r>
            <a:endParaRPr lang="en-US" sz="1600"/>
          </a:p>
        </p:txBody>
      </p:sp>
      <p:pic>
        <p:nvPicPr>
          <p:cNvPr id="412702" name="Picture 30" descr="Server01"/>
          <p:cNvPicPr>
            <a:picLocks noChangeAspect="1" noChangeArrowheads="1"/>
          </p:cNvPicPr>
          <p:nvPr>
            <p:custDataLst>
              <p:tags r:id="rId4"/>
            </p:custDataLst>
          </p:nvPr>
        </p:nvPicPr>
        <p:blipFill>
          <a:blip r:embed="rId20"/>
          <a:srcRect/>
          <a:stretch>
            <a:fillRect/>
          </a:stretch>
        </p:blipFill>
        <p:spPr bwMode="auto">
          <a:xfrm>
            <a:off x="2654300" y="4563600"/>
            <a:ext cx="1600200" cy="1882775"/>
          </a:xfrm>
          <a:prstGeom prst="rect">
            <a:avLst/>
          </a:prstGeom>
          <a:noFill/>
          <a:ln w="9525">
            <a:noFill/>
            <a:miter lim="800000"/>
            <a:headEnd/>
            <a:tailEnd/>
          </a:ln>
        </p:spPr>
      </p:pic>
      <p:sp>
        <p:nvSpPr>
          <p:cNvPr id="412706" name="AutoShape 34"/>
          <p:cNvSpPr>
            <a:spLocks noChangeArrowheads="1"/>
          </p:cNvSpPr>
          <p:nvPr/>
        </p:nvSpPr>
        <p:spPr bwMode="auto">
          <a:xfrm>
            <a:off x="1489075" y="6478125"/>
            <a:ext cx="2762250" cy="385762"/>
          </a:xfrm>
          <a:prstGeom prst="roundRect">
            <a:avLst>
              <a:gd name="adj" fmla="val 4167"/>
            </a:avLst>
          </a:prstGeom>
          <a:solidFill>
            <a:schemeClr val="bg1"/>
          </a:solidFill>
          <a:ln w="9525">
            <a:solidFill>
              <a:srgbClr val="4D4D4D"/>
            </a:solidFill>
            <a:round/>
            <a:headEnd/>
            <a:tailEnd/>
          </a:ln>
          <a:effectLst>
            <a:outerShdw dist="35921" dir="2700000" algn="ctr" rotWithShape="0">
              <a:srgbClr val="AFAFAF"/>
            </a:outerShdw>
          </a:effectLst>
        </p:spPr>
        <p:txBody>
          <a:bodyPr anchor="ctr">
            <a:spAutoFit/>
          </a:bodyPr>
          <a:lstStyle/>
          <a:p>
            <a:r>
              <a:rPr lang="fr-FR">
                <a:solidFill>
                  <a:srgbClr val="000000"/>
                </a:solidFill>
              </a:rPr>
              <a:t>Serveur de catalogue global</a:t>
            </a:r>
            <a:endParaRPr lang="en-US"/>
          </a:p>
        </p:txBody>
      </p:sp>
      <p:pic>
        <p:nvPicPr>
          <p:cNvPr id="412709" name="Picture 37" descr="2Ou01"/>
          <p:cNvPicPr>
            <a:picLocks noChangeAspect="1" noChangeArrowheads="1"/>
          </p:cNvPicPr>
          <p:nvPr>
            <p:custDataLst>
              <p:tags r:id="rId5"/>
            </p:custDataLst>
          </p:nvPr>
        </p:nvPicPr>
        <p:blipFill>
          <a:blip r:embed="rId21"/>
          <a:srcRect/>
          <a:stretch>
            <a:fillRect/>
          </a:stretch>
        </p:blipFill>
        <p:spPr bwMode="auto">
          <a:xfrm>
            <a:off x="1060450" y="1971212"/>
            <a:ext cx="1808163" cy="1912938"/>
          </a:xfrm>
          <a:prstGeom prst="rect">
            <a:avLst/>
          </a:prstGeom>
          <a:noFill/>
        </p:spPr>
      </p:pic>
      <p:pic>
        <p:nvPicPr>
          <p:cNvPr id="412711" name="Picture 39" descr="DesktopPrinter01"/>
          <p:cNvPicPr>
            <a:picLocks noChangeAspect="1" noChangeArrowheads="1"/>
          </p:cNvPicPr>
          <p:nvPr>
            <p:custDataLst>
              <p:tags r:id="rId6"/>
            </p:custDataLst>
          </p:nvPr>
        </p:nvPicPr>
        <p:blipFill>
          <a:blip r:embed="rId22" cstate="print"/>
          <a:srcRect/>
          <a:stretch>
            <a:fillRect/>
          </a:stretch>
        </p:blipFill>
        <p:spPr bwMode="auto">
          <a:xfrm>
            <a:off x="1776413" y="1877550"/>
            <a:ext cx="908050" cy="846137"/>
          </a:xfrm>
          <a:prstGeom prst="rect">
            <a:avLst/>
          </a:prstGeom>
          <a:noFill/>
        </p:spPr>
      </p:pic>
      <p:pic>
        <p:nvPicPr>
          <p:cNvPr id="412712" name="Picture 40" descr="Team01"/>
          <p:cNvPicPr>
            <a:picLocks noChangeAspect="1" noChangeArrowheads="1"/>
          </p:cNvPicPr>
          <p:nvPr>
            <p:custDataLst>
              <p:tags r:id="rId7"/>
            </p:custDataLst>
          </p:nvPr>
        </p:nvPicPr>
        <p:blipFill>
          <a:blip r:embed="rId23" cstate="print"/>
          <a:srcRect/>
          <a:stretch>
            <a:fillRect/>
          </a:stretch>
        </p:blipFill>
        <p:spPr bwMode="auto">
          <a:xfrm>
            <a:off x="2103438" y="2576050"/>
            <a:ext cx="927100" cy="1087437"/>
          </a:xfrm>
          <a:prstGeom prst="rect">
            <a:avLst/>
          </a:prstGeom>
          <a:noFill/>
        </p:spPr>
      </p:pic>
      <p:sp>
        <p:nvSpPr>
          <p:cNvPr id="412713" name="AutoShape 41"/>
          <p:cNvSpPr>
            <a:spLocks noChangeArrowheads="1"/>
          </p:cNvSpPr>
          <p:nvPr/>
        </p:nvSpPr>
        <p:spPr bwMode="auto">
          <a:xfrm>
            <a:off x="1120775" y="4335000"/>
            <a:ext cx="1746250" cy="385762"/>
          </a:xfrm>
          <a:prstGeom prst="roundRect">
            <a:avLst>
              <a:gd name="adj" fmla="val 4167"/>
            </a:avLst>
          </a:prstGeom>
          <a:solidFill>
            <a:schemeClr val="bg1"/>
          </a:solidFill>
          <a:ln w="9525">
            <a:solidFill>
              <a:srgbClr val="4D4D4D"/>
            </a:solidFill>
            <a:round/>
            <a:headEnd/>
            <a:tailEnd/>
          </a:ln>
          <a:effectLst>
            <a:outerShdw dist="35921" dir="2700000" algn="ctr" rotWithShape="0">
              <a:srgbClr val="AFAFAF"/>
            </a:outerShdw>
          </a:effectLst>
        </p:spPr>
        <p:txBody>
          <a:bodyPr anchor="ctr">
            <a:spAutoFit/>
          </a:bodyPr>
          <a:lstStyle/>
          <a:p>
            <a:r>
              <a:rPr lang="fr-FR" dirty="0">
                <a:solidFill>
                  <a:srgbClr val="000000"/>
                </a:solidFill>
              </a:rPr>
              <a:t>Catalogue global</a:t>
            </a:r>
            <a:endParaRPr lang="en-US" dirty="0"/>
          </a:p>
        </p:txBody>
      </p:sp>
      <p:sp>
        <p:nvSpPr>
          <p:cNvPr id="412719" name="AutoShape 47"/>
          <p:cNvSpPr>
            <a:spLocks noChangeArrowheads="1"/>
          </p:cNvSpPr>
          <p:nvPr>
            <p:custDataLst>
              <p:tags r:id="rId8"/>
            </p:custDataLst>
          </p:nvPr>
        </p:nvSpPr>
        <p:spPr bwMode="auto">
          <a:xfrm>
            <a:off x="1695450" y="3668250"/>
            <a:ext cx="549275" cy="703262"/>
          </a:xfrm>
          <a:prstGeom prst="downArrow">
            <a:avLst>
              <a:gd name="adj1" fmla="val 52602"/>
              <a:gd name="adj2" fmla="val 51155"/>
            </a:avLst>
          </a:prstGeom>
          <a:solidFill>
            <a:srgbClr val="FF0000">
              <a:alpha val="75000"/>
            </a:srgbClr>
          </a:solidFill>
          <a:ln w="9525" algn="ctr">
            <a:noFill/>
            <a:miter lim="800000"/>
            <a:headEnd/>
            <a:tailEnd/>
          </a:ln>
          <a:effectLst/>
        </p:spPr>
        <p:txBody>
          <a:bodyPr/>
          <a:lstStyle/>
          <a:p>
            <a:endParaRPr lang="fr-FR"/>
          </a:p>
        </p:txBody>
      </p:sp>
      <p:grpSp>
        <p:nvGrpSpPr>
          <p:cNvPr id="412763" name="Group 71"/>
          <p:cNvGrpSpPr>
            <a:grpSpLocks/>
          </p:cNvGrpSpPr>
          <p:nvPr>
            <p:custDataLst>
              <p:tags r:id="rId9"/>
            </p:custDataLst>
          </p:nvPr>
        </p:nvGrpSpPr>
        <p:grpSpPr bwMode="auto">
          <a:xfrm>
            <a:off x="1287463" y="4727112"/>
            <a:ext cx="1338262" cy="1196975"/>
            <a:chOff x="811" y="2676"/>
            <a:chExt cx="843" cy="754"/>
          </a:xfrm>
        </p:grpSpPr>
        <p:pic>
          <p:nvPicPr>
            <p:cNvPr id="412740" name="Picture 68" descr="ActiveDirectory01"/>
            <p:cNvPicPr>
              <a:picLocks noChangeAspect="1" noChangeArrowheads="1"/>
            </p:cNvPicPr>
            <p:nvPr>
              <p:custDataLst>
                <p:tags r:id="rId14"/>
              </p:custDataLst>
            </p:nvPr>
          </p:nvPicPr>
          <p:blipFill>
            <a:blip r:embed="rId24" cstate="print"/>
            <a:srcRect/>
            <a:stretch>
              <a:fillRect/>
            </a:stretch>
          </p:blipFill>
          <p:spPr bwMode="auto">
            <a:xfrm>
              <a:off x="811" y="2862"/>
              <a:ext cx="843" cy="552"/>
            </a:xfrm>
            <a:prstGeom prst="rect">
              <a:avLst/>
            </a:prstGeom>
            <a:noFill/>
          </p:spPr>
        </p:pic>
        <p:pic>
          <p:nvPicPr>
            <p:cNvPr id="412741" name="Picture 69" descr="Internet01"/>
            <p:cNvPicPr>
              <a:picLocks noChangeAspect="1" noChangeArrowheads="1"/>
            </p:cNvPicPr>
            <p:nvPr>
              <p:custDataLst>
                <p:tags r:id="rId15"/>
              </p:custDataLst>
            </p:nvPr>
          </p:nvPicPr>
          <p:blipFill>
            <a:blip r:embed="rId25" cstate="print"/>
            <a:srcRect/>
            <a:stretch>
              <a:fillRect/>
            </a:stretch>
          </p:blipFill>
          <p:spPr bwMode="auto">
            <a:xfrm>
              <a:off x="924" y="2760"/>
              <a:ext cx="464" cy="462"/>
            </a:xfrm>
            <a:prstGeom prst="rect">
              <a:avLst/>
            </a:prstGeom>
            <a:noFill/>
          </p:spPr>
        </p:pic>
        <p:pic>
          <p:nvPicPr>
            <p:cNvPr id="412742" name="Picture 70" descr="Search01"/>
            <p:cNvPicPr>
              <a:picLocks noChangeAspect="1" noChangeArrowheads="1"/>
            </p:cNvPicPr>
            <p:nvPr>
              <p:custDataLst>
                <p:tags r:id="rId16"/>
              </p:custDataLst>
            </p:nvPr>
          </p:nvPicPr>
          <p:blipFill>
            <a:blip r:embed="rId26" cstate="print"/>
            <a:srcRect/>
            <a:stretch>
              <a:fillRect/>
            </a:stretch>
          </p:blipFill>
          <p:spPr bwMode="auto">
            <a:xfrm rot="19463647" flipH="1">
              <a:off x="1208" y="2676"/>
              <a:ext cx="366" cy="754"/>
            </a:xfrm>
            <a:prstGeom prst="rect">
              <a:avLst/>
            </a:prstGeom>
            <a:noFill/>
          </p:spPr>
        </p:pic>
      </p:grpSp>
      <p:sp>
        <p:nvSpPr>
          <p:cNvPr id="412747" name="Arc 75"/>
          <p:cNvSpPr>
            <a:spLocks/>
          </p:cNvSpPr>
          <p:nvPr>
            <p:custDataLst>
              <p:tags r:id="rId10"/>
            </p:custDataLst>
          </p:nvPr>
        </p:nvSpPr>
        <p:spPr bwMode="auto">
          <a:xfrm flipV="1">
            <a:off x="4554538" y="3996862"/>
            <a:ext cx="2247900" cy="2235200"/>
          </a:xfrm>
          <a:custGeom>
            <a:avLst/>
            <a:gdLst>
              <a:gd name="G0" fmla="+- 0 0 0"/>
              <a:gd name="G1" fmla="+- 21600 0 0"/>
              <a:gd name="G2" fmla="+- 21600 0 0"/>
              <a:gd name="T0" fmla="*/ 0 w 21475"/>
              <a:gd name="T1" fmla="*/ 0 h 21600"/>
              <a:gd name="T2" fmla="*/ 21475 w 21475"/>
              <a:gd name="T3" fmla="*/ 19277 h 21600"/>
              <a:gd name="T4" fmla="*/ 0 w 21475"/>
              <a:gd name="T5" fmla="*/ 21600 h 21600"/>
            </a:gdLst>
            <a:ahLst/>
            <a:cxnLst>
              <a:cxn ang="0">
                <a:pos x="T0" y="T1"/>
              </a:cxn>
              <a:cxn ang="0">
                <a:pos x="T2" y="T3"/>
              </a:cxn>
              <a:cxn ang="0">
                <a:pos x="T4" y="T5"/>
              </a:cxn>
            </a:cxnLst>
            <a:rect l="0" t="0" r="r" b="b"/>
            <a:pathLst>
              <a:path w="21475" h="21600" fill="none" extrusionOk="0">
                <a:moveTo>
                  <a:pt x="-1" y="0"/>
                </a:moveTo>
                <a:cubicBezTo>
                  <a:pt x="11030" y="0"/>
                  <a:pt x="20288" y="8310"/>
                  <a:pt x="21474" y="19277"/>
                </a:cubicBezTo>
              </a:path>
              <a:path w="21475" h="21600" stroke="0" extrusionOk="0">
                <a:moveTo>
                  <a:pt x="-1" y="0"/>
                </a:moveTo>
                <a:cubicBezTo>
                  <a:pt x="11030" y="0"/>
                  <a:pt x="20288" y="8310"/>
                  <a:pt x="21474" y="19277"/>
                </a:cubicBezTo>
                <a:lnTo>
                  <a:pt x="0" y="21600"/>
                </a:lnTo>
                <a:close/>
              </a:path>
            </a:pathLst>
          </a:custGeom>
          <a:noFill/>
          <a:ln w="76200" cap="rnd">
            <a:solidFill>
              <a:srgbClr val="CC0000"/>
            </a:solidFill>
            <a:prstDash val="sysDot"/>
            <a:round/>
            <a:headEnd/>
            <a:tailEnd type="triangle" w="med" len="med"/>
          </a:ln>
          <a:effectLst/>
        </p:spPr>
        <p:txBody>
          <a:bodyPr wrap="none" anchor="ctr"/>
          <a:lstStyle/>
          <a:p>
            <a:endParaRPr lang="fr-FR"/>
          </a:p>
        </p:txBody>
      </p:sp>
      <p:sp>
        <p:nvSpPr>
          <p:cNvPr id="412746" name="AutoShape 74"/>
          <p:cNvSpPr>
            <a:spLocks noChangeArrowheads="1"/>
          </p:cNvSpPr>
          <p:nvPr/>
        </p:nvSpPr>
        <p:spPr bwMode="auto">
          <a:xfrm>
            <a:off x="5130800" y="5992350"/>
            <a:ext cx="1003300" cy="381000"/>
          </a:xfrm>
          <a:prstGeom prst="roundRect">
            <a:avLst>
              <a:gd name="adj" fmla="val 4167"/>
            </a:avLst>
          </a:prstGeom>
          <a:gradFill rotWithShape="1">
            <a:gsLst>
              <a:gs pos="0">
                <a:srgbClr val="ADE2A1"/>
              </a:gs>
              <a:gs pos="100000">
                <a:srgbClr val="E8F6E4"/>
              </a:gs>
            </a:gsLst>
            <a:lin ang="2700000" scaled="1"/>
          </a:gradFill>
          <a:ln w="9525">
            <a:solidFill>
              <a:srgbClr val="4D4D4D"/>
            </a:solidFill>
            <a:round/>
            <a:headEnd/>
            <a:tailEnd/>
          </a:ln>
          <a:effectLst>
            <a:outerShdw dist="35921" dir="2700000" algn="ctr" rotWithShape="0">
              <a:srgbClr val="AFAFAF"/>
            </a:outerShdw>
          </a:effectLst>
        </p:spPr>
        <p:txBody>
          <a:bodyPr anchor="ctr"/>
          <a:lstStyle/>
          <a:p>
            <a:pPr>
              <a:lnSpc>
                <a:spcPct val="85000"/>
              </a:lnSpc>
            </a:pPr>
            <a:r>
              <a:rPr lang="fr-FR">
                <a:solidFill>
                  <a:srgbClr val="000000"/>
                </a:solidFill>
              </a:rPr>
              <a:t>Résultat</a:t>
            </a:r>
            <a:endParaRPr lang="en-US"/>
          </a:p>
        </p:txBody>
      </p:sp>
      <p:sp>
        <p:nvSpPr>
          <p:cNvPr id="412748" name="Arc 76"/>
          <p:cNvSpPr>
            <a:spLocks/>
          </p:cNvSpPr>
          <p:nvPr>
            <p:custDataLst>
              <p:tags r:id="rId11"/>
            </p:custDataLst>
          </p:nvPr>
        </p:nvSpPr>
        <p:spPr bwMode="auto">
          <a:xfrm flipV="1">
            <a:off x="4441825" y="3841287"/>
            <a:ext cx="2012950" cy="2054225"/>
          </a:xfrm>
          <a:custGeom>
            <a:avLst/>
            <a:gdLst>
              <a:gd name="G0" fmla="+- 0 0 0"/>
              <a:gd name="G1" fmla="+- 21600 0 0"/>
              <a:gd name="G2" fmla="+- 21600 0 0"/>
              <a:gd name="T0" fmla="*/ 0 w 21175"/>
              <a:gd name="T1" fmla="*/ 0 h 21600"/>
              <a:gd name="T2" fmla="*/ 21175 w 21175"/>
              <a:gd name="T3" fmla="*/ 17336 h 21600"/>
              <a:gd name="T4" fmla="*/ 0 w 21175"/>
              <a:gd name="T5" fmla="*/ 21600 h 21600"/>
            </a:gdLst>
            <a:ahLst/>
            <a:cxnLst>
              <a:cxn ang="0">
                <a:pos x="T0" y="T1"/>
              </a:cxn>
              <a:cxn ang="0">
                <a:pos x="T2" y="T3"/>
              </a:cxn>
              <a:cxn ang="0">
                <a:pos x="T4" y="T5"/>
              </a:cxn>
            </a:cxnLst>
            <a:rect l="0" t="0" r="r" b="b"/>
            <a:pathLst>
              <a:path w="21175" h="21600" fill="none" extrusionOk="0">
                <a:moveTo>
                  <a:pt x="-1" y="0"/>
                </a:moveTo>
                <a:cubicBezTo>
                  <a:pt x="10285" y="0"/>
                  <a:pt x="19144" y="7252"/>
                  <a:pt x="21174" y="17336"/>
                </a:cubicBezTo>
              </a:path>
              <a:path w="21175" h="21600" stroke="0" extrusionOk="0">
                <a:moveTo>
                  <a:pt x="-1" y="0"/>
                </a:moveTo>
                <a:cubicBezTo>
                  <a:pt x="10285" y="0"/>
                  <a:pt x="19144" y="7252"/>
                  <a:pt x="21174" y="17336"/>
                </a:cubicBezTo>
                <a:lnTo>
                  <a:pt x="0" y="21600"/>
                </a:lnTo>
                <a:close/>
              </a:path>
            </a:pathLst>
          </a:custGeom>
          <a:noFill/>
          <a:ln w="76200" cap="rnd">
            <a:solidFill>
              <a:srgbClr val="CC0000"/>
            </a:solidFill>
            <a:prstDash val="sysDot"/>
            <a:round/>
            <a:headEnd type="triangle" w="med" len="med"/>
            <a:tailEnd/>
          </a:ln>
          <a:effectLst/>
        </p:spPr>
        <p:txBody>
          <a:bodyPr wrap="none" anchor="ctr"/>
          <a:lstStyle/>
          <a:p>
            <a:endParaRPr lang="fr-FR"/>
          </a:p>
        </p:txBody>
      </p:sp>
      <p:sp>
        <p:nvSpPr>
          <p:cNvPr id="412745" name="AutoShape 73"/>
          <p:cNvSpPr>
            <a:spLocks noChangeArrowheads="1"/>
          </p:cNvSpPr>
          <p:nvPr/>
        </p:nvSpPr>
        <p:spPr bwMode="auto">
          <a:xfrm>
            <a:off x="5397500" y="4644562"/>
            <a:ext cx="1003300" cy="381000"/>
          </a:xfrm>
          <a:prstGeom prst="roundRect">
            <a:avLst>
              <a:gd name="adj" fmla="val 4167"/>
            </a:avLst>
          </a:prstGeom>
          <a:gradFill rotWithShape="1">
            <a:gsLst>
              <a:gs pos="0">
                <a:srgbClr val="ADE2A1"/>
              </a:gs>
              <a:gs pos="100000">
                <a:srgbClr val="E8F6E4"/>
              </a:gs>
            </a:gsLst>
            <a:lin ang="2700000" scaled="1"/>
          </a:gradFill>
          <a:ln w="9525">
            <a:solidFill>
              <a:srgbClr val="4D4D4D"/>
            </a:solidFill>
            <a:round/>
            <a:headEnd/>
            <a:tailEnd/>
          </a:ln>
          <a:effectLst>
            <a:outerShdw dist="35921" dir="2700000" algn="ctr" rotWithShape="0">
              <a:srgbClr val="AFAFAF"/>
            </a:outerShdw>
          </a:effectLst>
        </p:spPr>
        <p:txBody>
          <a:bodyPr anchor="ctr"/>
          <a:lstStyle/>
          <a:p>
            <a:pPr>
              <a:lnSpc>
                <a:spcPct val="85000"/>
              </a:lnSpc>
            </a:pPr>
            <a:r>
              <a:rPr lang="fr-FR" dirty="0">
                <a:solidFill>
                  <a:srgbClr val="000000"/>
                </a:solidFill>
              </a:rPr>
              <a:t>Requête</a:t>
            </a:r>
            <a:endParaRPr lang="en-US" dirty="0"/>
          </a:p>
        </p:txBody>
      </p:sp>
      <p:pic>
        <p:nvPicPr>
          <p:cNvPr id="412749" name="Picture 77" descr="User_UserD01"/>
          <p:cNvPicPr>
            <a:picLocks noChangeAspect="1" noChangeArrowheads="1"/>
          </p:cNvPicPr>
          <p:nvPr>
            <p:custDataLst>
              <p:tags r:id="rId12"/>
            </p:custDataLst>
          </p:nvPr>
        </p:nvPicPr>
        <p:blipFill>
          <a:blip r:embed="rId27" cstate="print"/>
          <a:srcRect/>
          <a:stretch>
            <a:fillRect/>
          </a:stretch>
        </p:blipFill>
        <p:spPr bwMode="auto">
          <a:xfrm>
            <a:off x="1149350" y="1998200"/>
            <a:ext cx="530225" cy="1208087"/>
          </a:xfrm>
          <a:prstGeom prst="rect">
            <a:avLst/>
          </a:prstGeom>
          <a:noFill/>
        </p:spPr>
      </p:pic>
      <p:pic>
        <p:nvPicPr>
          <p:cNvPr id="412727" name="Picture 55" descr="Computer_DesktopComputer01"/>
          <p:cNvPicPr>
            <a:picLocks noChangeAspect="1" noChangeArrowheads="1"/>
          </p:cNvPicPr>
          <p:nvPr>
            <p:custDataLst>
              <p:tags r:id="rId13"/>
            </p:custDataLst>
          </p:nvPr>
        </p:nvPicPr>
        <p:blipFill>
          <a:blip r:embed="rId28" cstate="print"/>
          <a:srcRect/>
          <a:stretch>
            <a:fillRect/>
          </a:stretch>
        </p:blipFill>
        <p:spPr bwMode="auto">
          <a:xfrm>
            <a:off x="1419225" y="2852275"/>
            <a:ext cx="674688" cy="804862"/>
          </a:xfrm>
          <a:prstGeom prst="rect">
            <a:avLst/>
          </a:prstGeom>
          <a:noFill/>
        </p:spPr>
      </p:pic>
      <p:sp>
        <p:nvSpPr>
          <p:cNvPr id="31" name="Rectangle 2"/>
          <p:cNvSpPr>
            <a:spLocks noGrp="1" noChangeArrowheads="1"/>
          </p:cNvSpPr>
          <p:nvPr>
            <p:ph type="title"/>
          </p:nvPr>
        </p:nvSpPr>
        <p:spPr>
          <a:xfrm>
            <a:off x="301752" y="228600"/>
            <a:ext cx="8534400" cy="758952"/>
          </a:xfrm>
        </p:spPr>
        <p:txBody>
          <a:bodyPr/>
          <a:lstStyle/>
          <a:p>
            <a:r>
              <a:rPr lang="de-DE" b="1" dirty="0" err="1" smtClean="0">
                <a:solidFill>
                  <a:srgbClr val="C00000"/>
                </a:solidFill>
              </a:rPr>
              <a:t>Rôle</a:t>
            </a:r>
            <a:r>
              <a:rPr lang="de-DE" b="1" dirty="0" smtClean="0">
                <a:solidFill>
                  <a:srgbClr val="C00000"/>
                </a:solidFill>
              </a:rPr>
              <a:t> </a:t>
            </a:r>
            <a:r>
              <a:rPr lang="de-DE" b="1" dirty="0" err="1">
                <a:solidFill>
                  <a:srgbClr val="C00000"/>
                </a:solidFill>
              </a:rPr>
              <a:t>d'un</a:t>
            </a:r>
            <a:r>
              <a:rPr lang="de-DE" b="1" dirty="0">
                <a:solidFill>
                  <a:srgbClr val="C00000"/>
                </a:solidFill>
              </a:rPr>
              <a:t> </a:t>
            </a:r>
            <a:r>
              <a:rPr lang="de-DE" b="1" dirty="0" err="1">
                <a:solidFill>
                  <a:srgbClr val="C00000"/>
                </a:solidFill>
              </a:rPr>
              <a:t>catalogue</a:t>
            </a:r>
            <a:r>
              <a:rPr lang="de-DE" b="1" dirty="0">
                <a:solidFill>
                  <a:srgbClr val="C00000"/>
                </a:solidFill>
              </a:rPr>
              <a:t> global</a:t>
            </a:r>
            <a:endParaRPr lang="en-US" b="1" dirty="0">
              <a:solidFill>
                <a:srgbClr val="C00000"/>
              </a:solidFill>
            </a:endParaRPr>
          </a:p>
        </p:txBody>
      </p:sp>
      <p:sp>
        <p:nvSpPr>
          <p:cNvPr id="32" name="Rectangle 31"/>
          <p:cNvSpPr/>
          <p:nvPr/>
        </p:nvSpPr>
        <p:spPr>
          <a:xfrm>
            <a:off x="406400" y="1254649"/>
            <a:ext cx="8534400" cy="1415772"/>
          </a:xfrm>
          <a:prstGeom prst="rect">
            <a:avLst/>
          </a:prstGeom>
        </p:spPr>
        <p:txBody>
          <a:bodyPr wrap="square">
            <a:spAutoFit/>
          </a:bodyPr>
          <a:lstStyle/>
          <a:p>
            <a:pPr algn="l">
              <a:buFont typeface="Wingdings" pitchFamily="2" charset="2"/>
              <a:buChar char="q"/>
            </a:pPr>
            <a:r>
              <a:rPr lang="fr-FR" sz="2200" dirty="0" smtClean="0"/>
              <a:t>  Trouver  </a:t>
            </a:r>
            <a:r>
              <a:rPr lang="fr-FR" sz="2200" dirty="0" smtClean="0"/>
              <a:t>des  informations AD sur  toutes  la  forêt,  quel  que  soit  l’emplacement  des  ces </a:t>
            </a:r>
            <a:r>
              <a:rPr lang="fr-FR" sz="2200" dirty="0" smtClean="0"/>
              <a:t>données</a:t>
            </a:r>
          </a:p>
          <a:p>
            <a:pPr algn="l">
              <a:buFont typeface="Wingdings" pitchFamily="2" charset="2"/>
              <a:buChar char="q"/>
            </a:pPr>
            <a:r>
              <a:rPr lang="fr-FR" sz="2200" dirty="0" smtClean="0"/>
              <a:t> </a:t>
            </a:r>
            <a:r>
              <a:rPr lang="fr-FR" sz="2200" dirty="0" smtClean="0"/>
              <a:t> </a:t>
            </a:r>
            <a:r>
              <a:rPr lang="fr-FR" sz="2000" dirty="0" smtClean="0"/>
              <a:t>Utiliser  des  informations  d’appartenance  à  des  groupes  universels  pour  ouvrir  une  session  sur  le </a:t>
            </a:r>
            <a:r>
              <a:rPr lang="fr-FR" sz="2000" dirty="0" smtClean="0"/>
              <a:t>réseau</a:t>
            </a:r>
            <a:endParaRPr lang="fr-FR" sz="2200" dirty="0"/>
          </a:p>
        </p:txBody>
      </p:sp>
      <p:pic>
        <p:nvPicPr>
          <p:cNvPr id="1026" name="Picture 2"/>
          <p:cNvPicPr>
            <a:picLocks noChangeAspect="1" noChangeArrowheads="1"/>
          </p:cNvPicPr>
          <p:nvPr/>
        </p:nvPicPr>
        <p:blipFill>
          <a:blip r:embed="rId29"/>
          <a:srcRect/>
          <a:stretch>
            <a:fillRect/>
          </a:stretch>
        </p:blipFill>
        <p:spPr bwMode="auto">
          <a:xfrm>
            <a:off x="256673" y="2810101"/>
            <a:ext cx="8887327" cy="3518126"/>
          </a:xfrm>
          <a:prstGeom prst="rect">
            <a:avLst/>
          </a:prstGeom>
          <a:noFill/>
          <a:ln w="9525">
            <a:noFill/>
            <a:miter lim="800000"/>
            <a:headEnd/>
            <a:tailEnd/>
          </a:ln>
          <a:effec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nodeType="clickEffect">
                                  <p:stCondLst>
                                    <p:cond delay="0"/>
                                  </p:stCondLst>
                                  <p:childTnLst>
                                    <p:set>
                                      <p:cBhvr>
                                        <p:cTn id="6" dur="1" fill="hold">
                                          <p:stCondLst>
                                            <p:cond delay="0"/>
                                          </p:stCondLst>
                                        </p:cTn>
                                        <p:tgtEl>
                                          <p:spTgt spid="32">
                                            <p:txEl>
                                              <p:pRg st="0" end="0"/>
                                            </p:txEl>
                                          </p:spTgt>
                                        </p:tgtEl>
                                        <p:attrNameLst>
                                          <p:attrName>style.visibility</p:attrName>
                                        </p:attrNameLst>
                                      </p:cBhvr>
                                      <p:to>
                                        <p:strVal val="visible"/>
                                      </p:to>
                                    </p:set>
                                    <p:animEffect transition="in" filter="checkerboard(across)">
                                      <p:cBhvr>
                                        <p:cTn id="7" dur="500"/>
                                        <p:tgtEl>
                                          <p:spTgt spid="3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nodeType="clickEffect">
                                  <p:stCondLst>
                                    <p:cond delay="0"/>
                                  </p:stCondLst>
                                  <p:childTnLst>
                                    <p:set>
                                      <p:cBhvr>
                                        <p:cTn id="11" dur="1" fill="hold">
                                          <p:stCondLst>
                                            <p:cond delay="0"/>
                                          </p:stCondLst>
                                        </p:cTn>
                                        <p:tgtEl>
                                          <p:spTgt spid="412702"/>
                                        </p:tgtEl>
                                        <p:attrNameLst>
                                          <p:attrName>style.visibility</p:attrName>
                                        </p:attrNameLst>
                                      </p:cBhvr>
                                      <p:to>
                                        <p:strVal val="visible"/>
                                      </p:to>
                                    </p:set>
                                    <p:animEffect transition="in" filter="checkerboard(across)">
                                      <p:cBhvr>
                                        <p:cTn id="12" dur="1000"/>
                                        <p:tgtEl>
                                          <p:spTgt spid="412702"/>
                                        </p:tgtEl>
                                      </p:cBhvr>
                                    </p:animEffect>
                                  </p:childTnLst>
                                </p:cTn>
                              </p:par>
                              <p:par>
                                <p:cTn id="13" presetID="5" presetClass="entr" presetSubtype="10" fill="hold" grpId="0" nodeType="withEffect">
                                  <p:stCondLst>
                                    <p:cond delay="0"/>
                                  </p:stCondLst>
                                  <p:childTnLst>
                                    <p:set>
                                      <p:cBhvr>
                                        <p:cTn id="14" dur="1" fill="hold">
                                          <p:stCondLst>
                                            <p:cond delay="0"/>
                                          </p:stCondLst>
                                        </p:cTn>
                                        <p:tgtEl>
                                          <p:spTgt spid="412706"/>
                                        </p:tgtEl>
                                        <p:attrNameLst>
                                          <p:attrName>style.visibility</p:attrName>
                                        </p:attrNameLst>
                                      </p:cBhvr>
                                      <p:to>
                                        <p:strVal val="visible"/>
                                      </p:to>
                                    </p:set>
                                    <p:animEffect transition="in" filter="checkerboard(across)">
                                      <p:cBhvr>
                                        <p:cTn id="15" dur="1000"/>
                                        <p:tgtEl>
                                          <p:spTgt spid="412706"/>
                                        </p:tgtEl>
                                      </p:cBhvr>
                                    </p:animEffect>
                                  </p:childTnLst>
                                </p:cTn>
                              </p:par>
                              <p:par>
                                <p:cTn id="16" presetID="5" presetClass="entr" presetSubtype="10" fill="hold" grpId="0" nodeType="withEffect">
                                  <p:stCondLst>
                                    <p:cond delay="0"/>
                                  </p:stCondLst>
                                  <p:childTnLst>
                                    <p:set>
                                      <p:cBhvr>
                                        <p:cTn id="17" dur="1" fill="hold">
                                          <p:stCondLst>
                                            <p:cond delay="0"/>
                                          </p:stCondLst>
                                        </p:cTn>
                                        <p:tgtEl>
                                          <p:spTgt spid="412760"/>
                                        </p:tgtEl>
                                        <p:attrNameLst>
                                          <p:attrName>style.visibility</p:attrName>
                                        </p:attrNameLst>
                                      </p:cBhvr>
                                      <p:to>
                                        <p:strVal val="visible"/>
                                      </p:to>
                                    </p:set>
                                    <p:animEffect transition="in" filter="checkerboard(across)">
                                      <p:cBhvr>
                                        <p:cTn id="18" dur="1000"/>
                                        <p:tgtEl>
                                          <p:spTgt spid="412760"/>
                                        </p:tgtEl>
                                      </p:cBhvr>
                                    </p:animEffect>
                                  </p:childTnLst>
                                </p:cTn>
                              </p:par>
                              <p:par>
                                <p:cTn id="19" presetID="5" presetClass="entr" presetSubtype="10" fill="hold" grpId="0" nodeType="withEffect">
                                  <p:stCondLst>
                                    <p:cond delay="0"/>
                                  </p:stCondLst>
                                  <p:childTnLst>
                                    <p:set>
                                      <p:cBhvr>
                                        <p:cTn id="20" dur="1" fill="hold">
                                          <p:stCondLst>
                                            <p:cond delay="0"/>
                                          </p:stCondLst>
                                        </p:cTn>
                                        <p:tgtEl>
                                          <p:spTgt spid="412713"/>
                                        </p:tgtEl>
                                        <p:attrNameLst>
                                          <p:attrName>style.visibility</p:attrName>
                                        </p:attrNameLst>
                                      </p:cBhvr>
                                      <p:to>
                                        <p:strVal val="visible"/>
                                      </p:to>
                                    </p:set>
                                    <p:animEffect transition="in" filter="checkerboard(across)">
                                      <p:cBhvr>
                                        <p:cTn id="21" dur="1000"/>
                                        <p:tgtEl>
                                          <p:spTgt spid="412713"/>
                                        </p:tgtEl>
                                      </p:cBhvr>
                                    </p:animEffect>
                                  </p:childTnLst>
                                </p:cTn>
                              </p:par>
                              <p:par>
                                <p:cTn id="22" presetID="5" presetClass="entr" presetSubtype="10" fill="hold" nodeType="withEffect">
                                  <p:stCondLst>
                                    <p:cond delay="0"/>
                                  </p:stCondLst>
                                  <p:childTnLst>
                                    <p:set>
                                      <p:cBhvr>
                                        <p:cTn id="23" dur="1" fill="hold">
                                          <p:stCondLst>
                                            <p:cond delay="0"/>
                                          </p:stCondLst>
                                        </p:cTn>
                                        <p:tgtEl>
                                          <p:spTgt spid="412763"/>
                                        </p:tgtEl>
                                        <p:attrNameLst>
                                          <p:attrName>style.visibility</p:attrName>
                                        </p:attrNameLst>
                                      </p:cBhvr>
                                      <p:to>
                                        <p:strVal val="visible"/>
                                      </p:to>
                                    </p:set>
                                    <p:animEffect transition="in" filter="checkerboard(across)">
                                      <p:cBhvr>
                                        <p:cTn id="24" dur="1000"/>
                                        <p:tgtEl>
                                          <p:spTgt spid="412763"/>
                                        </p:tgtEl>
                                      </p:cBhvr>
                                    </p:animEffect>
                                  </p:childTnLst>
                                </p:cTn>
                              </p:par>
                              <p:par>
                                <p:cTn id="25" presetID="2" presetClass="entr" presetSubtype="1" fill="hold" nodeType="withEffect">
                                  <p:stCondLst>
                                    <p:cond delay="0"/>
                                  </p:stCondLst>
                                  <p:childTnLst>
                                    <p:set>
                                      <p:cBhvr>
                                        <p:cTn id="26" dur="1" fill="hold">
                                          <p:stCondLst>
                                            <p:cond delay="0"/>
                                          </p:stCondLst>
                                        </p:cTn>
                                        <p:tgtEl>
                                          <p:spTgt spid="412709"/>
                                        </p:tgtEl>
                                        <p:attrNameLst>
                                          <p:attrName>style.visibility</p:attrName>
                                        </p:attrNameLst>
                                      </p:cBhvr>
                                      <p:to>
                                        <p:strVal val="visible"/>
                                      </p:to>
                                    </p:set>
                                    <p:anim calcmode="lin" valueType="num">
                                      <p:cBhvr additive="base">
                                        <p:cTn id="27" dur="500" fill="hold"/>
                                        <p:tgtEl>
                                          <p:spTgt spid="412709"/>
                                        </p:tgtEl>
                                        <p:attrNameLst>
                                          <p:attrName>ppt_x</p:attrName>
                                        </p:attrNameLst>
                                      </p:cBhvr>
                                      <p:tavLst>
                                        <p:tav tm="0">
                                          <p:val>
                                            <p:strVal val="#ppt_x"/>
                                          </p:val>
                                        </p:tav>
                                        <p:tav tm="100000">
                                          <p:val>
                                            <p:strVal val="#ppt_x"/>
                                          </p:val>
                                        </p:tav>
                                      </p:tavLst>
                                    </p:anim>
                                    <p:anim calcmode="lin" valueType="num">
                                      <p:cBhvr additive="base">
                                        <p:cTn id="28" dur="500" fill="hold"/>
                                        <p:tgtEl>
                                          <p:spTgt spid="412709"/>
                                        </p:tgtEl>
                                        <p:attrNameLst>
                                          <p:attrName>ppt_y</p:attrName>
                                        </p:attrNameLst>
                                      </p:cBhvr>
                                      <p:tavLst>
                                        <p:tav tm="0">
                                          <p:val>
                                            <p:strVal val="0-#ppt_h/2"/>
                                          </p:val>
                                        </p:tav>
                                        <p:tav tm="100000">
                                          <p:val>
                                            <p:strVal val="#ppt_y"/>
                                          </p:val>
                                        </p:tav>
                                      </p:tavLst>
                                    </p:anim>
                                  </p:childTnLst>
                                </p:cTn>
                              </p:par>
                              <p:par>
                                <p:cTn id="29" presetID="2" presetClass="entr" presetSubtype="1" fill="hold" nodeType="withEffect">
                                  <p:stCondLst>
                                    <p:cond delay="0"/>
                                  </p:stCondLst>
                                  <p:childTnLst>
                                    <p:set>
                                      <p:cBhvr>
                                        <p:cTn id="30" dur="1" fill="hold">
                                          <p:stCondLst>
                                            <p:cond delay="0"/>
                                          </p:stCondLst>
                                        </p:cTn>
                                        <p:tgtEl>
                                          <p:spTgt spid="412711"/>
                                        </p:tgtEl>
                                        <p:attrNameLst>
                                          <p:attrName>style.visibility</p:attrName>
                                        </p:attrNameLst>
                                      </p:cBhvr>
                                      <p:to>
                                        <p:strVal val="visible"/>
                                      </p:to>
                                    </p:set>
                                    <p:anim calcmode="lin" valueType="num">
                                      <p:cBhvr additive="base">
                                        <p:cTn id="31" dur="500" fill="hold"/>
                                        <p:tgtEl>
                                          <p:spTgt spid="412711"/>
                                        </p:tgtEl>
                                        <p:attrNameLst>
                                          <p:attrName>ppt_x</p:attrName>
                                        </p:attrNameLst>
                                      </p:cBhvr>
                                      <p:tavLst>
                                        <p:tav tm="0">
                                          <p:val>
                                            <p:strVal val="#ppt_x"/>
                                          </p:val>
                                        </p:tav>
                                        <p:tav tm="100000">
                                          <p:val>
                                            <p:strVal val="#ppt_x"/>
                                          </p:val>
                                        </p:tav>
                                      </p:tavLst>
                                    </p:anim>
                                    <p:anim calcmode="lin" valueType="num">
                                      <p:cBhvr additive="base">
                                        <p:cTn id="32" dur="500" fill="hold"/>
                                        <p:tgtEl>
                                          <p:spTgt spid="412711"/>
                                        </p:tgtEl>
                                        <p:attrNameLst>
                                          <p:attrName>ppt_y</p:attrName>
                                        </p:attrNameLst>
                                      </p:cBhvr>
                                      <p:tavLst>
                                        <p:tav tm="0">
                                          <p:val>
                                            <p:strVal val="0-#ppt_h/2"/>
                                          </p:val>
                                        </p:tav>
                                        <p:tav tm="100000">
                                          <p:val>
                                            <p:strVal val="#ppt_y"/>
                                          </p:val>
                                        </p:tav>
                                      </p:tavLst>
                                    </p:anim>
                                  </p:childTnLst>
                                </p:cTn>
                              </p:par>
                              <p:par>
                                <p:cTn id="33" presetID="2" presetClass="entr" presetSubtype="1" fill="hold" nodeType="withEffect">
                                  <p:stCondLst>
                                    <p:cond delay="0"/>
                                  </p:stCondLst>
                                  <p:childTnLst>
                                    <p:set>
                                      <p:cBhvr>
                                        <p:cTn id="34" dur="1" fill="hold">
                                          <p:stCondLst>
                                            <p:cond delay="0"/>
                                          </p:stCondLst>
                                        </p:cTn>
                                        <p:tgtEl>
                                          <p:spTgt spid="412712"/>
                                        </p:tgtEl>
                                        <p:attrNameLst>
                                          <p:attrName>style.visibility</p:attrName>
                                        </p:attrNameLst>
                                      </p:cBhvr>
                                      <p:to>
                                        <p:strVal val="visible"/>
                                      </p:to>
                                    </p:set>
                                    <p:anim calcmode="lin" valueType="num">
                                      <p:cBhvr additive="base">
                                        <p:cTn id="35" dur="500" fill="hold"/>
                                        <p:tgtEl>
                                          <p:spTgt spid="412712"/>
                                        </p:tgtEl>
                                        <p:attrNameLst>
                                          <p:attrName>ppt_x</p:attrName>
                                        </p:attrNameLst>
                                      </p:cBhvr>
                                      <p:tavLst>
                                        <p:tav tm="0">
                                          <p:val>
                                            <p:strVal val="#ppt_x"/>
                                          </p:val>
                                        </p:tav>
                                        <p:tav tm="100000">
                                          <p:val>
                                            <p:strVal val="#ppt_x"/>
                                          </p:val>
                                        </p:tav>
                                      </p:tavLst>
                                    </p:anim>
                                    <p:anim calcmode="lin" valueType="num">
                                      <p:cBhvr additive="base">
                                        <p:cTn id="36" dur="500" fill="hold"/>
                                        <p:tgtEl>
                                          <p:spTgt spid="412712"/>
                                        </p:tgtEl>
                                        <p:attrNameLst>
                                          <p:attrName>ppt_y</p:attrName>
                                        </p:attrNameLst>
                                      </p:cBhvr>
                                      <p:tavLst>
                                        <p:tav tm="0">
                                          <p:val>
                                            <p:strVal val="0-#ppt_h/2"/>
                                          </p:val>
                                        </p:tav>
                                        <p:tav tm="100000">
                                          <p:val>
                                            <p:strVal val="#ppt_y"/>
                                          </p:val>
                                        </p:tav>
                                      </p:tavLst>
                                    </p:anim>
                                  </p:childTnLst>
                                </p:cTn>
                              </p:par>
                              <p:par>
                                <p:cTn id="37" presetID="2" presetClass="entr" presetSubtype="1" fill="hold" grpId="0" nodeType="withEffect">
                                  <p:stCondLst>
                                    <p:cond delay="0"/>
                                  </p:stCondLst>
                                  <p:childTnLst>
                                    <p:set>
                                      <p:cBhvr>
                                        <p:cTn id="38" dur="1" fill="hold">
                                          <p:stCondLst>
                                            <p:cond delay="0"/>
                                          </p:stCondLst>
                                        </p:cTn>
                                        <p:tgtEl>
                                          <p:spTgt spid="412719"/>
                                        </p:tgtEl>
                                        <p:attrNameLst>
                                          <p:attrName>style.visibility</p:attrName>
                                        </p:attrNameLst>
                                      </p:cBhvr>
                                      <p:to>
                                        <p:strVal val="visible"/>
                                      </p:to>
                                    </p:set>
                                    <p:anim calcmode="lin" valueType="num">
                                      <p:cBhvr additive="base">
                                        <p:cTn id="39" dur="500" fill="hold"/>
                                        <p:tgtEl>
                                          <p:spTgt spid="412719"/>
                                        </p:tgtEl>
                                        <p:attrNameLst>
                                          <p:attrName>ppt_x</p:attrName>
                                        </p:attrNameLst>
                                      </p:cBhvr>
                                      <p:tavLst>
                                        <p:tav tm="0">
                                          <p:val>
                                            <p:strVal val="#ppt_x"/>
                                          </p:val>
                                        </p:tav>
                                        <p:tav tm="100000">
                                          <p:val>
                                            <p:strVal val="#ppt_x"/>
                                          </p:val>
                                        </p:tav>
                                      </p:tavLst>
                                    </p:anim>
                                    <p:anim calcmode="lin" valueType="num">
                                      <p:cBhvr additive="base">
                                        <p:cTn id="40" dur="500" fill="hold"/>
                                        <p:tgtEl>
                                          <p:spTgt spid="412719"/>
                                        </p:tgtEl>
                                        <p:attrNameLst>
                                          <p:attrName>ppt_y</p:attrName>
                                        </p:attrNameLst>
                                      </p:cBhvr>
                                      <p:tavLst>
                                        <p:tav tm="0">
                                          <p:val>
                                            <p:strVal val="0-#ppt_h/2"/>
                                          </p:val>
                                        </p:tav>
                                        <p:tav tm="100000">
                                          <p:val>
                                            <p:strVal val="#ppt_y"/>
                                          </p:val>
                                        </p:tav>
                                      </p:tavLst>
                                    </p:anim>
                                  </p:childTnLst>
                                </p:cTn>
                              </p:par>
                              <p:par>
                                <p:cTn id="41" presetID="2" presetClass="entr" presetSubtype="1" fill="hold" nodeType="withEffect">
                                  <p:stCondLst>
                                    <p:cond delay="0"/>
                                  </p:stCondLst>
                                  <p:childTnLst>
                                    <p:set>
                                      <p:cBhvr>
                                        <p:cTn id="42" dur="1" fill="hold">
                                          <p:stCondLst>
                                            <p:cond delay="0"/>
                                          </p:stCondLst>
                                        </p:cTn>
                                        <p:tgtEl>
                                          <p:spTgt spid="412749"/>
                                        </p:tgtEl>
                                        <p:attrNameLst>
                                          <p:attrName>style.visibility</p:attrName>
                                        </p:attrNameLst>
                                      </p:cBhvr>
                                      <p:to>
                                        <p:strVal val="visible"/>
                                      </p:to>
                                    </p:set>
                                    <p:anim calcmode="lin" valueType="num">
                                      <p:cBhvr additive="base">
                                        <p:cTn id="43" dur="500" fill="hold"/>
                                        <p:tgtEl>
                                          <p:spTgt spid="412749"/>
                                        </p:tgtEl>
                                        <p:attrNameLst>
                                          <p:attrName>ppt_x</p:attrName>
                                        </p:attrNameLst>
                                      </p:cBhvr>
                                      <p:tavLst>
                                        <p:tav tm="0">
                                          <p:val>
                                            <p:strVal val="#ppt_x"/>
                                          </p:val>
                                        </p:tav>
                                        <p:tav tm="100000">
                                          <p:val>
                                            <p:strVal val="#ppt_x"/>
                                          </p:val>
                                        </p:tav>
                                      </p:tavLst>
                                    </p:anim>
                                    <p:anim calcmode="lin" valueType="num">
                                      <p:cBhvr additive="base">
                                        <p:cTn id="44" dur="500" fill="hold"/>
                                        <p:tgtEl>
                                          <p:spTgt spid="412749"/>
                                        </p:tgtEl>
                                        <p:attrNameLst>
                                          <p:attrName>ppt_y</p:attrName>
                                        </p:attrNameLst>
                                      </p:cBhvr>
                                      <p:tavLst>
                                        <p:tav tm="0">
                                          <p:val>
                                            <p:strVal val="0-#ppt_h/2"/>
                                          </p:val>
                                        </p:tav>
                                        <p:tav tm="100000">
                                          <p:val>
                                            <p:strVal val="#ppt_y"/>
                                          </p:val>
                                        </p:tav>
                                      </p:tavLst>
                                    </p:anim>
                                  </p:childTnLst>
                                </p:cTn>
                              </p:par>
                              <p:par>
                                <p:cTn id="45" presetID="2" presetClass="entr" presetSubtype="1" fill="hold" nodeType="withEffect">
                                  <p:stCondLst>
                                    <p:cond delay="0"/>
                                  </p:stCondLst>
                                  <p:childTnLst>
                                    <p:set>
                                      <p:cBhvr>
                                        <p:cTn id="46" dur="1" fill="hold">
                                          <p:stCondLst>
                                            <p:cond delay="0"/>
                                          </p:stCondLst>
                                        </p:cTn>
                                        <p:tgtEl>
                                          <p:spTgt spid="412727"/>
                                        </p:tgtEl>
                                        <p:attrNameLst>
                                          <p:attrName>style.visibility</p:attrName>
                                        </p:attrNameLst>
                                      </p:cBhvr>
                                      <p:to>
                                        <p:strVal val="visible"/>
                                      </p:to>
                                    </p:set>
                                    <p:anim calcmode="lin" valueType="num">
                                      <p:cBhvr additive="base">
                                        <p:cTn id="47" dur="500" fill="hold"/>
                                        <p:tgtEl>
                                          <p:spTgt spid="412727"/>
                                        </p:tgtEl>
                                        <p:attrNameLst>
                                          <p:attrName>ppt_x</p:attrName>
                                        </p:attrNameLst>
                                      </p:cBhvr>
                                      <p:tavLst>
                                        <p:tav tm="0">
                                          <p:val>
                                            <p:strVal val="#ppt_x"/>
                                          </p:val>
                                        </p:tav>
                                        <p:tav tm="100000">
                                          <p:val>
                                            <p:strVal val="#ppt_x"/>
                                          </p:val>
                                        </p:tav>
                                      </p:tavLst>
                                    </p:anim>
                                    <p:anim calcmode="lin" valueType="num">
                                      <p:cBhvr additive="base">
                                        <p:cTn id="48" dur="500" fill="hold"/>
                                        <p:tgtEl>
                                          <p:spTgt spid="412727"/>
                                        </p:tgtEl>
                                        <p:attrNameLst>
                                          <p:attrName>ppt_y</p:attrName>
                                        </p:attrNameLst>
                                      </p:cBhvr>
                                      <p:tavLst>
                                        <p:tav tm="0">
                                          <p:val>
                                            <p:strVal val="0-#ppt_h/2"/>
                                          </p:val>
                                        </p:tav>
                                        <p:tav tm="100000">
                                          <p:val>
                                            <p:strVal val="#ppt_y"/>
                                          </p:val>
                                        </p:tav>
                                      </p:tavLst>
                                    </p:anim>
                                  </p:childTnLst>
                                </p:cTn>
                              </p:par>
                              <p:par>
                                <p:cTn id="49" presetID="5" presetClass="entr" presetSubtype="10" fill="hold" grpId="0" nodeType="withEffect">
                                  <p:stCondLst>
                                    <p:cond delay="0"/>
                                  </p:stCondLst>
                                  <p:childTnLst>
                                    <p:set>
                                      <p:cBhvr>
                                        <p:cTn id="50" dur="1" fill="hold">
                                          <p:stCondLst>
                                            <p:cond delay="0"/>
                                          </p:stCondLst>
                                        </p:cTn>
                                        <p:tgtEl>
                                          <p:spTgt spid="412759"/>
                                        </p:tgtEl>
                                        <p:attrNameLst>
                                          <p:attrName>style.visibility</p:attrName>
                                        </p:attrNameLst>
                                      </p:cBhvr>
                                      <p:to>
                                        <p:strVal val="visible"/>
                                      </p:to>
                                    </p:set>
                                    <p:animEffect transition="in" filter="checkerboard(across)">
                                      <p:cBhvr>
                                        <p:cTn id="51" dur="1000"/>
                                        <p:tgtEl>
                                          <p:spTgt spid="412759"/>
                                        </p:tgtEl>
                                      </p:cBhvr>
                                    </p:animEffect>
                                  </p:childTnLst>
                                </p:cTn>
                              </p:par>
                              <p:par>
                                <p:cTn id="52" presetID="5" presetClass="entr" presetSubtype="10" fill="hold" nodeType="withEffect">
                                  <p:stCondLst>
                                    <p:cond delay="0"/>
                                  </p:stCondLst>
                                  <p:childTnLst>
                                    <p:set>
                                      <p:cBhvr>
                                        <p:cTn id="53" dur="1" fill="hold">
                                          <p:stCondLst>
                                            <p:cond delay="0"/>
                                          </p:stCondLst>
                                        </p:cTn>
                                        <p:tgtEl>
                                          <p:spTgt spid="412725"/>
                                        </p:tgtEl>
                                        <p:attrNameLst>
                                          <p:attrName>style.visibility</p:attrName>
                                        </p:attrNameLst>
                                      </p:cBhvr>
                                      <p:to>
                                        <p:strVal val="visible"/>
                                      </p:to>
                                    </p:set>
                                    <p:animEffect transition="in" filter="checkerboard(across)">
                                      <p:cBhvr>
                                        <p:cTn id="54" dur="1000"/>
                                        <p:tgtEl>
                                          <p:spTgt spid="412725"/>
                                        </p:tgtEl>
                                      </p:cBhvr>
                                    </p:animEffect>
                                  </p:childTnLst>
                                </p:cTn>
                              </p:par>
                              <p:par>
                                <p:cTn id="55" presetID="5" presetClass="entr" presetSubtype="10" fill="hold" grpId="0" nodeType="withEffect">
                                  <p:stCondLst>
                                    <p:cond delay="0"/>
                                  </p:stCondLst>
                                  <p:childTnLst>
                                    <p:set>
                                      <p:cBhvr>
                                        <p:cTn id="56" dur="1" fill="hold">
                                          <p:stCondLst>
                                            <p:cond delay="0"/>
                                          </p:stCondLst>
                                        </p:cTn>
                                        <p:tgtEl>
                                          <p:spTgt spid="412731"/>
                                        </p:tgtEl>
                                        <p:attrNameLst>
                                          <p:attrName>style.visibility</p:attrName>
                                        </p:attrNameLst>
                                      </p:cBhvr>
                                      <p:to>
                                        <p:strVal val="visible"/>
                                      </p:to>
                                    </p:set>
                                    <p:animEffect transition="in" filter="checkerboard(across)">
                                      <p:cBhvr>
                                        <p:cTn id="57" dur="1000"/>
                                        <p:tgtEl>
                                          <p:spTgt spid="412731"/>
                                        </p:tgtEl>
                                      </p:cBhvr>
                                    </p:animEffect>
                                  </p:childTnLst>
                                </p:cTn>
                              </p:par>
                              <p:par>
                                <p:cTn id="58" presetID="5" presetClass="entr" presetSubtype="10" fill="hold" grpId="0" nodeType="withEffect">
                                  <p:stCondLst>
                                    <p:cond delay="0"/>
                                  </p:stCondLst>
                                  <p:childTnLst>
                                    <p:set>
                                      <p:cBhvr>
                                        <p:cTn id="59" dur="1" fill="hold">
                                          <p:stCondLst>
                                            <p:cond delay="0"/>
                                          </p:stCondLst>
                                        </p:cTn>
                                        <p:tgtEl>
                                          <p:spTgt spid="412732"/>
                                        </p:tgtEl>
                                        <p:attrNameLst>
                                          <p:attrName>style.visibility</p:attrName>
                                        </p:attrNameLst>
                                      </p:cBhvr>
                                      <p:to>
                                        <p:strVal val="visible"/>
                                      </p:to>
                                    </p:set>
                                    <p:animEffect transition="in" filter="checkerboard(across)">
                                      <p:cBhvr>
                                        <p:cTn id="60" dur="1000"/>
                                        <p:tgtEl>
                                          <p:spTgt spid="412732"/>
                                        </p:tgtEl>
                                      </p:cBhvr>
                                    </p:animEffect>
                                  </p:childTnLst>
                                </p:cTn>
                              </p:par>
                              <p:par>
                                <p:cTn id="61" presetID="5" presetClass="entr" presetSubtype="10" fill="hold" grpId="0" nodeType="withEffect">
                                  <p:stCondLst>
                                    <p:cond delay="0"/>
                                  </p:stCondLst>
                                  <p:childTnLst>
                                    <p:set>
                                      <p:cBhvr>
                                        <p:cTn id="62" dur="1" fill="hold">
                                          <p:stCondLst>
                                            <p:cond delay="0"/>
                                          </p:stCondLst>
                                        </p:cTn>
                                        <p:tgtEl>
                                          <p:spTgt spid="412733"/>
                                        </p:tgtEl>
                                        <p:attrNameLst>
                                          <p:attrName>style.visibility</p:attrName>
                                        </p:attrNameLst>
                                      </p:cBhvr>
                                      <p:to>
                                        <p:strVal val="visible"/>
                                      </p:to>
                                    </p:set>
                                    <p:animEffect transition="in" filter="checkerboard(across)">
                                      <p:cBhvr>
                                        <p:cTn id="63" dur="1000"/>
                                        <p:tgtEl>
                                          <p:spTgt spid="412733"/>
                                        </p:tgtEl>
                                      </p:cBhvr>
                                    </p:animEffect>
                                  </p:childTnLst>
                                </p:cTn>
                              </p:par>
                              <p:par>
                                <p:cTn id="64" presetID="5" presetClass="entr" presetSubtype="10" fill="hold" grpId="0" nodeType="withEffect">
                                  <p:stCondLst>
                                    <p:cond delay="0"/>
                                  </p:stCondLst>
                                  <p:childTnLst>
                                    <p:set>
                                      <p:cBhvr>
                                        <p:cTn id="65" dur="1" fill="hold">
                                          <p:stCondLst>
                                            <p:cond delay="0"/>
                                          </p:stCondLst>
                                        </p:cTn>
                                        <p:tgtEl>
                                          <p:spTgt spid="412734"/>
                                        </p:tgtEl>
                                        <p:attrNameLst>
                                          <p:attrName>style.visibility</p:attrName>
                                        </p:attrNameLst>
                                      </p:cBhvr>
                                      <p:to>
                                        <p:strVal val="visible"/>
                                      </p:to>
                                    </p:set>
                                    <p:animEffect transition="in" filter="checkerboard(across)">
                                      <p:cBhvr>
                                        <p:cTn id="66" dur="1000"/>
                                        <p:tgtEl>
                                          <p:spTgt spid="412734"/>
                                        </p:tgtEl>
                                      </p:cBhvr>
                                    </p:animEffect>
                                  </p:childTnLst>
                                </p:cTn>
                              </p:par>
                              <p:par>
                                <p:cTn id="67" presetID="5" presetClass="entr" presetSubtype="10" fill="hold" grpId="0" nodeType="withEffect">
                                  <p:stCondLst>
                                    <p:cond delay="0"/>
                                  </p:stCondLst>
                                  <p:childTnLst>
                                    <p:set>
                                      <p:cBhvr>
                                        <p:cTn id="68" dur="1" fill="hold">
                                          <p:stCondLst>
                                            <p:cond delay="0"/>
                                          </p:stCondLst>
                                        </p:cTn>
                                        <p:tgtEl>
                                          <p:spTgt spid="412735"/>
                                        </p:tgtEl>
                                        <p:attrNameLst>
                                          <p:attrName>style.visibility</p:attrName>
                                        </p:attrNameLst>
                                      </p:cBhvr>
                                      <p:to>
                                        <p:strVal val="visible"/>
                                      </p:to>
                                    </p:set>
                                    <p:animEffect transition="in" filter="checkerboard(across)">
                                      <p:cBhvr>
                                        <p:cTn id="69" dur="1000"/>
                                        <p:tgtEl>
                                          <p:spTgt spid="412735"/>
                                        </p:tgtEl>
                                      </p:cBhvr>
                                    </p:animEffect>
                                  </p:childTnLst>
                                </p:cTn>
                              </p:par>
                              <p:par>
                                <p:cTn id="70" presetID="5" presetClass="entr" presetSubtype="10" fill="hold" grpId="0" nodeType="withEffect">
                                  <p:stCondLst>
                                    <p:cond delay="0"/>
                                  </p:stCondLst>
                                  <p:childTnLst>
                                    <p:set>
                                      <p:cBhvr>
                                        <p:cTn id="71" dur="1" fill="hold">
                                          <p:stCondLst>
                                            <p:cond delay="0"/>
                                          </p:stCondLst>
                                        </p:cTn>
                                        <p:tgtEl>
                                          <p:spTgt spid="412736"/>
                                        </p:tgtEl>
                                        <p:attrNameLst>
                                          <p:attrName>style.visibility</p:attrName>
                                        </p:attrNameLst>
                                      </p:cBhvr>
                                      <p:to>
                                        <p:strVal val="visible"/>
                                      </p:to>
                                    </p:set>
                                    <p:animEffect transition="in" filter="checkerboard(across)">
                                      <p:cBhvr>
                                        <p:cTn id="72" dur="1000"/>
                                        <p:tgtEl>
                                          <p:spTgt spid="412736"/>
                                        </p:tgtEl>
                                      </p:cBhvr>
                                    </p:animEffect>
                                  </p:childTnLst>
                                </p:cTn>
                              </p:par>
                              <p:par>
                                <p:cTn id="73" presetID="5" presetClass="entr" presetSubtype="10" fill="hold" grpId="0" nodeType="withEffect">
                                  <p:stCondLst>
                                    <p:cond delay="0"/>
                                  </p:stCondLst>
                                  <p:childTnLst>
                                    <p:set>
                                      <p:cBhvr>
                                        <p:cTn id="74" dur="1" fill="hold">
                                          <p:stCondLst>
                                            <p:cond delay="0"/>
                                          </p:stCondLst>
                                        </p:cTn>
                                        <p:tgtEl>
                                          <p:spTgt spid="412737"/>
                                        </p:tgtEl>
                                        <p:attrNameLst>
                                          <p:attrName>style.visibility</p:attrName>
                                        </p:attrNameLst>
                                      </p:cBhvr>
                                      <p:to>
                                        <p:strVal val="visible"/>
                                      </p:to>
                                    </p:set>
                                    <p:animEffect transition="in" filter="checkerboard(across)">
                                      <p:cBhvr>
                                        <p:cTn id="75" dur="1000"/>
                                        <p:tgtEl>
                                          <p:spTgt spid="412737"/>
                                        </p:tgtEl>
                                      </p:cBhvr>
                                    </p:animEffect>
                                  </p:childTnLst>
                                </p:cTn>
                              </p:par>
                            </p:childTnLst>
                          </p:cTn>
                        </p:par>
                      </p:childTnLst>
                    </p:cTn>
                  </p:par>
                  <p:par>
                    <p:cTn id="76" fill="hold">
                      <p:stCondLst>
                        <p:cond delay="indefinite"/>
                      </p:stCondLst>
                      <p:childTnLst>
                        <p:par>
                          <p:cTn id="77" fill="hold">
                            <p:stCondLst>
                              <p:cond delay="0"/>
                            </p:stCondLst>
                            <p:childTnLst>
                              <p:par>
                                <p:cTn id="78" presetID="5" presetClass="entr" presetSubtype="10" fill="hold" grpId="0" nodeType="clickEffect">
                                  <p:stCondLst>
                                    <p:cond delay="0"/>
                                  </p:stCondLst>
                                  <p:childTnLst>
                                    <p:set>
                                      <p:cBhvr>
                                        <p:cTn id="79" dur="1" fill="hold">
                                          <p:stCondLst>
                                            <p:cond delay="0"/>
                                          </p:stCondLst>
                                        </p:cTn>
                                        <p:tgtEl>
                                          <p:spTgt spid="412748"/>
                                        </p:tgtEl>
                                        <p:attrNameLst>
                                          <p:attrName>style.visibility</p:attrName>
                                        </p:attrNameLst>
                                      </p:cBhvr>
                                      <p:to>
                                        <p:strVal val="visible"/>
                                      </p:to>
                                    </p:set>
                                    <p:animEffect transition="in" filter="checkerboard(across)">
                                      <p:cBhvr>
                                        <p:cTn id="80" dur="500"/>
                                        <p:tgtEl>
                                          <p:spTgt spid="412748"/>
                                        </p:tgtEl>
                                      </p:cBhvr>
                                    </p:animEffect>
                                  </p:childTnLst>
                                </p:cTn>
                              </p:par>
                              <p:par>
                                <p:cTn id="81" presetID="5" presetClass="entr" presetSubtype="10" fill="hold" grpId="0" nodeType="withEffect">
                                  <p:stCondLst>
                                    <p:cond delay="0"/>
                                  </p:stCondLst>
                                  <p:childTnLst>
                                    <p:set>
                                      <p:cBhvr>
                                        <p:cTn id="82" dur="1" fill="hold">
                                          <p:stCondLst>
                                            <p:cond delay="0"/>
                                          </p:stCondLst>
                                        </p:cTn>
                                        <p:tgtEl>
                                          <p:spTgt spid="412745"/>
                                        </p:tgtEl>
                                        <p:attrNameLst>
                                          <p:attrName>style.visibility</p:attrName>
                                        </p:attrNameLst>
                                      </p:cBhvr>
                                      <p:to>
                                        <p:strVal val="visible"/>
                                      </p:to>
                                    </p:set>
                                    <p:animEffect transition="in" filter="checkerboard(across)">
                                      <p:cBhvr>
                                        <p:cTn id="83" dur="500"/>
                                        <p:tgtEl>
                                          <p:spTgt spid="412745"/>
                                        </p:tgtEl>
                                      </p:cBhvr>
                                    </p:animEffect>
                                  </p:childTnLst>
                                </p:cTn>
                              </p:par>
                            </p:childTnLst>
                          </p:cTn>
                        </p:par>
                      </p:childTnLst>
                    </p:cTn>
                  </p:par>
                  <p:par>
                    <p:cTn id="84" fill="hold">
                      <p:stCondLst>
                        <p:cond delay="indefinite"/>
                      </p:stCondLst>
                      <p:childTnLst>
                        <p:par>
                          <p:cTn id="85" fill="hold">
                            <p:stCondLst>
                              <p:cond delay="0"/>
                            </p:stCondLst>
                            <p:childTnLst>
                              <p:par>
                                <p:cTn id="86" presetID="5" presetClass="entr" presetSubtype="10" fill="hold" grpId="0" nodeType="clickEffect">
                                  <p:stCondLst>
                                    <p:cond delay="0"/>
                                  </p:stCondLst>
                                  <p:childTnLst>
                                    <p:set>
                                      <p:cBhvr>
                                        <p:cTn id="87" dur="1" fill="hold">
                                          <p:stCondLst>
                                            <p:cond delay="0"/>
                                          </p:stCondLst>
                                        </p:cTn>
                                        <p:tgtEl>
                                          <p:spTgt spid="412746"/>
                                        </p:tgtEl>
                                        <p:attrNameLst>
                                          <p:attrName>style.visibility</p:attrName>
                                        </p:attrNameLst>
                                      </p:cBhvr>
                                      <p:to>
                                        <p:strVal val="visible"/>
                                      </p:to>
                                    </p:set>
                                    <p:animEffect transition="in" filter="checkerboard(across)">
                                      <p:cBhvr>
                                        <p:cTn id="88" dur="500"/>
                                        <p:tgtEl>
                                          <p:spTgt spid="412746"/>
                                        </p:tgtEl>
                                      </p:cBhvr>
                                    </p:animEffect>
                                  </p:childTnLst>
                                </p:cTn>
                              </p:par>
                              <p:par>
                                <p:cTn id="89" presetID="5" presetClass="entr" presetSubtype="10" fill="hold" grpId="0" nodeType="withEffect">
                                  <p:stCondLst>
                                    <p:cond delay="0"/>
                                  </p:stCondLst>
                                  <p:childTnLst>
                                    <p:set>
                                      <p:cBhvr>
                                        <p:cTn id="90" dur="1" fill="hold">
                                          <p:stCondLst>
                                            <p:cond delay="0"/>
                                          </p:stCondLst>
                                        </p:cTn>
                                        <p:tgtEl>
                                          <p:spTgt spid="412747"/>
                                        </p:tgtEl>
                                        <p:attrNameLst>
                                          <p:attrName>style.visibility</p:attrName>
                                        </p:attrNameLst>
                                      </p:cBhvr>
                                      <p:to>
                                        <p:strVal val="visible"/>
                                      </p:to>
                                    </p:set>
                                    <p:animEffect transition="in" filter="checkerboard(across)">
                                      <p:cBhvr>
                                        <p:cTn id="91" dur="500"/>
                                        <p:tgtEl>
                                          <p:spTgt spid="412747"/>
                                        </p:tgtEl>
                                      </p:cBhvr>
                                    </p:animEffect>
                                  </p:childTnLst>
                                </p:cTn>
                              </p:par>
                            </p:childTnLst>
                          </p:cTn>
                        </p:par>
                      </p:childTnLst>
                    </p:cTn>
                  </p:par>
                  <p:par>
                    <p:cTn id="92" fill="hold">
                      <p:stCondLst>
                        <p:cond delay="indefinite"/>
                      </p:stCondLst>
                      <p:childTnLst>
                        <p:par>
                          <p:cTn id="93" fill="hold">
                            <p:stCondLst>
                              <p:cond delay="0"/>
                            </p:stCondLst>
                            <p:childTnLst>
                              <p:par>
                                <p:cTn id="94" presetID="5" presetClass="entr" presetSubtype="10" fill="hold" nodeType="clickEffect">
                                  <p:stCondLst>
                                    <p:cond delay="0"/>
                                  </p:stCondLst>
                                  <p:childTnLst>
                                    <p:set>
                                      <p:cBhvr>
                                        <p:cTn id="95" dur="1" fill="hold">
                                          <p:stCondLst>
                                            <p:cond delay="0"/>
                                          </p:stCondLst>
                                        </p:cTn>
                                        <p:tgtEl>
                                          <p:spTgt spid="32">
                                            <p:txEl>
                                              <p:pRg st="1" end="1"/>
                                            </p:txEl>
                                          </p:spTgt>
                                        </p:tgtEl>
                                        <p:attrNameLst>
                                          <p:attrName>style.visibility</p:attrName>
                                        </p:attrNameLst>
                                      </p:cBhvr>
                                      <p:to>
                                        <p:strVal val="visible"/>
                                      </p:to>
                                    </p:set>
                                    <p:animEffect transition="in" filter="checkerboard(across)">
                                      <p:cBhvr>
                                        <p:cTn id="96" dur="500"/>
                                        <p:tgtEl>
                                          <p:spTgt spid="32">
                                            <p:txEl>
                                              <p:pRg st="1" end="1"/>
                                            </p:txEl>
                                          </p:spTgt>
                                        </p:tgtEl>
                                      </p:cBhvr>
                                    </p:animEffect>
                                  </p:childTnLst>
                                </p:cTn>
                              </p:par>
                              <p:par>
                                <p:cTn id="97" presetID="5" presetClass="exit" presetSubtype="10" fill="hold" grpId="1" nodeType="withEffect">
                                  <p:stCondLst>
                                    <p:cond delay="0"/>
                                  </p:stCondLst>
                                  <p:childTnLst>
                                    <p:animEffect transition="out" filter="checkerboard(across)">
                                      <p:cBhvr>
                                        <p:cTn id="98" dur="500"/>
                                        <p:tgtEl>
                                          <p:spTgt spid="412760"/>
                                        </p:tgtEl>
                                      </p:cBhvr>
                                    </p:animEffect>
                                    <p:set>
                                      <p:cBhvr>
                                        <p:cTn id="99" dur="1" fill="hold">
                                          <p:stCondLst>
                                            <p:cond delay="499"/>
                                          </p:stCondLst>
                                        </p:cTn>
                                        <p:tgtEl>
                                          <p:spTgt spid="412760"/>
                                        </p:tgtEl>
                                        <p:attrNameLst>
                                          <p:attrName>style.visibility</p:attrName>
                                        </p:attrNameLst>
                                      </p:cBhvr>
                                      <p:to>
                                        <p:strVal val="hidden"/>
                                      </p:to>
                                    </p:set>
                                  </p:childTnLst>
                                </p:cTn>
                              </p:par>
                              <p:par>
                                <p:cTn id="100" presetID="5" presetClass="exit" presetSubtype="10" fill="hold" grpId="1" nodeType="withEffect">
                                  <p:stCondLst>
                                    <p:cond delay="0"/>
                                  </p:stCondLst>
                                  <p:childTnLst>
                                    <p:animEffect transition="out" filter="checkerboard(across)">
                                      <p:cBhvr>
                                        <p:cTn id="101" dur="500"/>
                                        <p:tgtEl>
                                          <p:spTgt spid="412759"/>
                                        </p:tgtEl>
                                      </p:cBhvr>
                                    </p:animEffect>
                                    <p:set>
                                      <p:cBhvr>
                                        <p:cTn id="102" dur="1" fill="hold">
                                          <p:stCondLst>
                                            <p:cond delay="499"/>
                                          </p:stCondLst>
                                        </p:cTn>
                                        <p:tgtEl>
                                          <p:spTgt spid="412759"/>
                                        </p:tgtEl>
                                        <p:attrNameLst>
                                          <p:attrName>style.visibility</p:attrName>
                                        </p:attrNameLst>
                                      </p:cBhvr>
                                      <p:to>
                                        <p:strVal val="hidden"/>
                                      </p:to>
                                    </p:set>
                                  </p:childTnLst>
                                </p:cTn>
                              </p:par>
                              <p:par>
                                <p:cTn id="103" presetID="5" presetClass="exit" presetSubtype="10" fill="hold" nodeType="withEffect">
                                  <p:stCondLst>
                                    <p:cond delay="0"/>
                                  </p:stCondLst>
                                  <p:childTnLst>
                                    <p:animEffect transition="out" filter="checkerboard(across)">
                                      <p:cBhvr>
                                        <p:cTn id="104" dur="500"/>
                                        <p:tgtEl>
                                          <p:spTgt spid="412725"/>
                                        </p:tgtEl>
                                      </p:cBhvr>
                                    </p:animEffect>
                                    <p:set>
                                      <p:cBhvr>
                                        <p:cTn id="105" dur="1" fill="hold">
                                          <p:stCondLst>
                                            <p:cond delay="499"/>
                                          </p:stCondLst>
                                        </p:cTn>
                                        <p:tgtEl>
                                          <p:spTgt spid="412725"/>
                                        </p:tgtEl>
                                        <p:attrNameLst>
                                          <p:attrName>style.visibility</p:attrName>
                                        </p:attrNameLst>
                                      </p:cBhvr>
                                      <p:to>
                                        <p:strVal val="hidden"/>
                                      </p:to>
                                    </p:set>
                                  </p:childTnLst>
                                </p:cTn>
                              </p:par>
                              <p:par>
                                <p:cTn id="106" presetID="5" presetClass="exit" presetSubtype="10" fill="hold" grpId="1" nodeType="withEffect">
                                  <p:stCondLst>
                                    <p:cond delay="0"/>
                                  </p:stCondLst>
                                  <p:childTnLst>
                                    <p:animEffect transition="out" filter="checkerboard(across)">
                                      <p:cBhvr>
                                        <p:cTn id="107" dur="500"/>
                                        <p:tgtEl>
                                          <p:spTgt spid="412731"/>
                                        </p:tgtEl>
                                      </p:cBhvr>
                                    </p:animEffect>
                                    <p:set>
                                      <p:cBhvr>
                                        <p:cTn id="108" dur="1" fill="hold">
                                          <p:stCondLst>
                                            <p:cond delay="499"/>
                                          </p:stCondLst>
                                        </p:cTn>
                                        <p:tgtEl>
                                          <p:spTgt spid="412731"/>
                                        </p:tgtEl>
                                        <p:attrNameLst>
                                          <p:attrName>style.visibility</p:attrName>
                                        </p:attrNameLst>
                                      </p:cBhvr>
                                      <p:to>
                                        <p:strVal val="hidden"/>
                                      </p:to>
                                    </p:set>
                                  </p:childTnLst>
                                </p:cTn>
                              </p:par>
                              <p:par>
                                <p:cTn id="109" presetID="5" presetClass="exit" presetSubtype="10" fill="hold" grpId="1" nodeType="withEffect">
                                  <p:stCondLst>
                                    <p:cond delay="0"/>
                                  </p:stCondLst>
                                  <p:childTnLst>
                                    <p:animEffect transition="out" filter="checkerboard(across)">
                                      <p:cBhvr>
                                        <p:cTn id="110" dur="500"/>
                                        <p:tgtEl>
                                          <p:spTgt spid="412732"/>
                                        </p:tgtEl>
                                      </p:cBhvr>
                                    </p:animEffect>
                                    <p:set>
                                      <p:cBhvr>
                                        <p:cTn id="111" dur="1" fill="hold">
                                          <p:stCondLst>
                                            <p:cond delay="499"/>
                                          </p:stCondLst>
                                        </p:cTn>
                                        <p:tgtEl>
                                          <p:spTgt spid="412732"/>
                                        </p:tgtEl>
                                        <p:attrNameLst>
                                          <p:attrName>style.visibility</p:attrName>
                                        </p:attrNameLst>
                                      </p:cBhvr>
                                      <p:to>
                                        <p:strVal val="hidden"/>
                                      </p:to>
                                    </p:set>
                                  </p:childTnLst>
                                </p:cTn>
                              </p:par>
                              <p:par>
                                <p:cTn id="112" presetID="5" presetClass="exit" presetSubtype="10" fill="hold" grpId="1" nodeType="withEffect">
                                  <p:stCondLst>
                                    <p:cond delay="0"/>
                                  </p:stCondLst>
                                  <p:childTnLst>
                                    <p:animEffect transition="out" filter="checkerboard(across)">
                                      <p:cBhvr>
                                        <p:cTn id="113" dur="500"/>
                                        <p:tgtEl>
                                          <p:spTgt spid="412733"/>
                                        </p:tgtEl>
                                      </p:cBhvr>
                                    </p:animEffect>
                                    <p:set>
                                      <p:cBhvr>
                                        <p:cTn id="114" dur="1" fill="hold">
                                          <p:stCondLst>
                                            <p:cond delay="499"/>
                                          </p:stCondLst>
                                        </p:cTn>
                                        <p:tgtEl>
                                          <p:spTgt spid="412733"/>
                                        </p:tgtEl>
                                        <p:attrNameLst>
                                          <p:attrName>style.visibility</p:attrName>
                                        </p:attrNameLst>
                                      </p:cBhvr>
                                      <p:to>
                                        <p:strVal val="hidden"/>
                                      </p:to>
                                    </p:set>
                                  </p:childTnLst>
                                </p:cTn>
                              </p:par>
                              <p:par>
                                <p:cTn id="115" presetID="5" presetClass="exit" presetSubtype="10" fill="hold" grpId="1" nodeType="withEffect">
                                  <p:stCondLst>
                                    <p:cond delay="0"/>
                                  </p:stCondLst>
                                  <p:childTnLst>
                                    <p:animEffect transition="out" filter="checkerboard(across)">
                                      <p:cBhvr>
                                        <p:cTn id="116" dur="500"/>
                                        <p:tgtEl>
                                          <p:spTgt spid="412734"/>
                                        </p:tgtEl>
                                      </p:cBhvr>
                                    </p:animEffect>
                                    <p:set>
                                      <p:cBhvr>
                                        <p:cTn id="117" dur="1" fill="hold">
                                          <p:stCondLst>
                                            <p:cond delay="499"/>
                                          </p:stCondLst>
                                        </p:cTn>
                                        <p:tgtEl>
                                          <p:spTgt spid="412734"/>
                                        </p:tgtEl>
                                        <p:attrNameLst>
                                          <p:attrName>style.visibility</p:attrName>
                                        </p:attrNameLst>
                                      </p:cBhvr>
                                      <p:to>
                                        <p:strVal val="hidden"/>
                                      </p:to>
                                    </p:set>
                                  </p:childTnLst>
                                </p:cTn>
                              </p:par>
                              <p:par>
                                <p:cTn id="118" presetID="5" presetClass="exit" presetSubtype="10" fill="hold" grpId="1" nodeType="withEffect">
                                  <p:stCondLst>
                                    <p:cond delay="0"/>
                                  </p:stCondLst>
                                  <p:childTnLst>
                                    <p:animEffect transition="out" filter="checkerboard(across)">
                                      <p:cBhvr>
                                        <p:cTn id="119" dur="500"/>
                                        <p:tgtEl>
                                          <p:spTgt spid="412735"/>
                                        </p:tgtEl>
                                      </p:cBhvr>
                                    </p:animEffect>
                                    <p:set>
                                      <p:cBhvr>
                                        <p:cTn id="120" dur="1" fill="hold">
                                          <p:stCondLst>
                                            <p:cond delay="499"/>
                                          </p:stCondLst>
                                        </p:cTn>
                                        <p:tgtEl>
                                          <p:spTgt spid="412735"/>
                                        </p:tgtEl>
                                        <p:attrNameLst>
                                          <p:attrName>style.visibility</p:attrName>
                                        </p:attrNameLst>
                                      </p:cBhvr>
                                      <p:to>
                                        <p:strVal val="hidden"/>
                                      </p:to>
                                    </p:set>
                                  </p:childTnLst>
                                </p:cTn>
                              </p:par>
                              <p:par>
                                <p:cTn id="121" presetID="5" presetClass="exit" presetSubtype="10" fill="hold" grpId="1" nodeType="withEffect">
                                  <p:stCondLst>
                                    <p:cond delay="0"/>
                                  </p:stCondLst>
                                  <p:childTnLst>
                                    <p:animEffect transition="out" filter="checkerboard(across)">
                                      <p:cBhvr>
                                        <p:cTn id="122" dur="500"/>
                                        <p:tgtEl>
                                          <p:spTgt spid="412736"/>
                                        </p:tgtEl>
                                      </p:cBhvr>
                                    </p:animEffect>
                                    <p:set>
                                      <p:cBhvr>
                                        <p:cTn id="123" dur="1" fill="hold">
                                          <p:stCondLst>
                                            <p:cond delay="499"/>
                                          </p:stCondLst>
                                        </p:cTn>
                                        <p:tgtEl>
                                          <p:spTgt spid="412736"/>
                                        </p:tgtEl>
                                        <p:attrNameLst>
                                          <p:attrName>style.visibility</p:attrName>
                                        </p:attrNameLst>
                                      </p:cBhvr>
                                      <p:to>
                                        <p:strVal val="hidden"/>
                                      </p:to>
                                    </p:set>
                                  </p:childTnLst>
                                </p:cTn>
                              </p:par>
                              <p:par>
                                <p:cTn id="124" presetID="5" presetClass="exit" presetSubtype="10" fill="hold" grpId="1" nodeType="withEffect">
                                  <p:stCondLst>
                                    <p:cond delay="0"/>
                                  </p:stCondLst>
                                  <p:childTnLst>
                                    <p:animEffect transition="out" filter="checkerboard(across)">
                                      <p:cBhvr>
                                        <p:cTn id="125" dur="500"/>
                                        <p:tgtEl>
                                          <p:spTgt spid="412737"/>
                                        </p:tgtEl>
                                      </p:cBhvr>
                                    </p:animEffect>
                                    <p:set>
                                      <p:cBhvr>
                                        <p:cTn id="126" dur="1" fill="hold">
                                          <p:stCondLst>
                                            <p:cond delay="499"/>
                                          </p:stCondLst>
                                        </p:cTn>
                                        <p:tgtEl>
                                          <p:spTgt spid="412737"/>
                                        </p:tgtEl>
                                        <p:attrNameLst>
                                          <p:attrName>style.visibility</p:attrName>
                                        </p:attrNameLst>
                                      </p:cBhvr>
                                      <p:to>
                                        <p:strVal val="hidden"/>
                                      </p:to>
                                    </p:set>
                                  </p:childTnLst>
                                </p:cTn>
                              </p:par>
                              <p:par>
                                <p:cTn id="127" presetID="5" presetClass="exit" presetSubtype="10" fill="hold" nodeType="withEffect">
                                  <p:stCondLst>
                                    <p:cond delay="0"/>
                                  </p:stCondLst>
                                  <p:childTnLst>
                                    <p:animEffect transition="out" filter="checkerboard(across)">
                                      <p:cBhvr>
                                        <p:cTn id="128" dur="500"/>
                                        <p:tgtEl>
                                          <p:spTgt spid="412702"/>
                                        </p:tgtEl>
                                      </p:cBhvr>
                                    </p:animEffect>
                                    <p:set>
                                      <p:cBhvr>
                                        <p:cTn id="129" dur="1" fill="hold">
                                          <p:stCondLst>
                                            <p:cond delay="499"/>
                                          </p:stCondLst>
                                        </p:cTn>
                                        <p:tgtEl>
                                          <p:spTgt spid="412702"/>
                                        </p:tgtEl>
                                        <p:attrNameLst>
                                          <p:attrName>style.visibility</p:attrName>
                                        </p:attrNameLst>
                                      </p:cBhvr>
                                      <p:to>
                                        <p:strVal val="hidden"/>
                                      </p:to>
                                    </p:set>
                                  </p:childTnLst>
                                </p:cTn>
                              </p:par>
                              <p:par>
                                <p:cTn id="130" presetID="5" presetClass="exit" presetSubtype="10" fill="hold" grpId="1" nodeType="withEffect">
                                  <p:stCondLst>
                                    <p:cond delay="0"/>
                                  </p:stCondLst>
                                  <p:childTnLst>
                                    <p:animEffect transition="out" filter="checkerboard(across)">
                                      <p:cBhvr>
                                        <p:cTn id="131" dur="500"/>
                                        <p:tgtEl>
                                          <p:spTgt spid="412706"/>
                                        </p:tgtEl>
                                      </p:cBhvr>
                                    </p:animEffect>
                                    <p:set>
                                      <p:cBhvr>
                                        <p:cTn id="132" dur="1" fill="hold">
                                          <p:stCondLst>
                                            <p:cond delay="499"/>
                                          </p:stCondLst>
                                        </p:cTn>
                                        <p:tgtEl>
                                          <p:spTgt spid="412706"/>
                                        </p:tgtEl>
                                        <p:attrNameLst>
                                          <p:attrName>style.visibility</p:attrName>
                                        </p:attrNameLst>
                                      </p:cBhvr>
                                      <p:to>
                                        <p:strVal val="hidden"/>
                                      </p:to>
                                    </p:set>
                                  </p:childTnLst>
                                </p:cTn>
                              </p:par>
                              <p:par>
                                <p:cTn id="133" presetID="5" presetClass="exit" presetSubtype="10" fill="hold" nodeType="withEffect">
                                  <p:stCondLst>
                                    <p:cond delay="0"/>
                                  </p:stCondLst>
                                  <p:childTnLst>
                                    <p:animEffect transition="out" filter="checkerboard(across)">
                                      <p:cBhvr>
                                        <p:cTn id="134" dur="500"/>
                                        <p:tgtEl>
                                          <p:spTgt spid="412709"/>
                                        </p:tgtEl>
                                      </p:cBhvr>
                                    </p:animEffect>
                                    <p:set>
                                      <p:cBhvr>
                                        <p:cTn id="135" dur="1" fill="hold">
                                          <p:stCondLst>
                                            <p:cond delay="499"/>
                                          </p:stCondLst>
                                        </p:cTn>
                                        <p:tgtEl>
                                          <p:spTgt spid="412709"/>
                                        </p:tgtEl>
                                        <p:attrNameLst>
                                          <p:attrName>style.visibility</p:attrName>
                                        </p:attrNameLst>
                                      </p:cBhvr>
                                      <p:to>
                                        <p:strVal val="hidden"/>
                                      </p:to>
                                    </p:set>
                                  </p:childTnLst>
                                </p:cTn>
                              </p:par>
                              <p:par>
                                <p:cTn id="136" presetID="5" presetClass="exit" presetSubtype="10" fill="hold" nodeType="withEffect">
                                  <p:stCondLst>
                                    <p:cond delay="0"/>
                                  </p:stCondLst>
                                  <p:childTnLst>
                                    <p:animEffect transition="out" filter="checkerboard(across)">
                                      <p:cBhvr>
                                        <p:cTn id="137" dur="500"/>
                                        <p:tgtEl>
                                          <p:spTgt spid="412711"/>
                                        </p:tgtEl>
                                      </p:cBhvr>
                                    </p:animEffect>
                                    <p:set>
                                      <p:cBhvr>
                                        <p:cTn id="138" dur="1" fill="hold">
                                          <p:stCondLst>
                                            <p:cond delay="499"/>
                                          </p:stCondLst>
                                        </p:cTn>
                                        <p:tgtEl>
                                          <p:spTgt spid="412711"/>
                                        </p:tgtEl>
                                        <p:attrNameLst>
                                          <p:attrName>style.visibility</p:attrName>
                                        </p:attrNameLst>
                                      </p:cBhvr>
                                      <p:to>
                                        <p:strVal val="hidden"/>
                                      </p:to>
                                    </p:set>
                                  </p:childTnLst>
                                </p:cTn>
                              </p:par>
                              <p:par>
                                <p:cTn id="139" presetID="5" presetClass="exit" presetSubtype="10" fill="hold" nodeType="withEffect">
                                  <p:stCondLst>
                                    <p:cond delay="0"/>
                                  </p:stCondLst>
                                  <p:childTnLst>
                                    <p:animEffect transition="out" filter="checkerboard(across)">
                                      <p:cBhvr>
                                        <p:cTn id="140" dur="500"/>
                                        <p:tgtEl>
                                          <p:spTgt spid="412712"/>
                                        </p:tgtEl>
                                      </p:cBhvr>
                                    </p:animEffect>
                                    <p:set>
                                      <p:cBhvr>
                                        <p:cTn id="141" dur="1" fill="hold">
                                          <p:stCondLst>
                                            <p:cond delay="499"/>
                                          </p:stCondLst>
                                        </p:cTn>
                                        <p:tgtEl>
                                          <p:spTgt spid="412712"/>
                                        </p:tgtEl>
                                        <p:attrNameLst>
                                          <p:attrName>style.visibility</p:attrName>
                                        </p:attrNameLst>
                                      </p:cBhvr>
                                      <p:to>
                                        <p:strVal val="hidden"/>
                                      </p:to>
                                    </p:set>
                                  </p:childTnLst>
                                </p:cTn>
                              </p:par>
                              <p:par>
                                <p:cTn id="142" presetID="5" presetClass="exit" presetSubtype="10" fill="hold" grpId="1" nodeType="withEffect">
                                  <p:stCondLst>
                                    <p:cond delay="0"/>
                                  </p:stCondLst>
                                  <p:childTnLst>
                                    <p:animEffect transition="out" filter="checkerboard(across)">
                                      <p:cBhvr>
                                        <p:cTn id="143" dur="500"/>
                                        <p:tgtEl>
                                          <p:spTgt spid="412713"/>
                                        </p:tgtEl>
                                      </p:cBhvr>
                                    </p:animEffect>
                                    <p:set>
                                      <p:cBhvr>
                                        <p:cTn id="144" dur="1" fill="hold">
                                          <p:stCondLst>
                                            <p:cond delay="499"/>
                                          </p:stCondLst>
                                        </p:cTn>
                                        <p:tgtEl>
                                          <p:spTgt spid="412713"/>
                                        </p:tgtEl>
                                        <p:attrNameLst>
                                          <p:attrName>style.visibility</p:attrName>
                                        </p:attrNameLst>
                                      </p:cBhvr>
                                      <p:to>
                                        <p:strVal val="hidden"/>
                                      </p:to>
                                    </p:set>
                                  </p:childTnLst>
                                </p:cTn>
                              </p:par>
                              <p:par>
                                <p:cTn id="145" presetID="5" presetClass="exit" presetSubtype="10" fill="hold" grpId="1" nodeType="withEffect">
                                  <p:stCondLst>
                                    <p:cond delay="0"/>
                                  </p:stCondLst>
                                  <p:childTnLst>
                                    <p:animEffect transition="out" filter="checkerboard(across)">
                                      <p:cBhvr>
                                        <p:cTn id="146" dur="500"/>
                                        <p:tgtEl>
                                          <p:spTgt spid="412719"/>
                                        </p:tgtEl>
                                      </p:cBhvr>
                                    </p:animEffect>
                                    <p:set>
                                      <p:cBhvr>
                                        <p:cTn id="147" dur="1" fill="hold">
                                          <p:stCondLst>
                                            <p:cond delay="499"/>
                                          </p:stCondLst>
                                        </p:cTn>
                                        <p:tgtEl>
                                          <p:spTgt spid="412719"/>
                                        </p:tgtEl>
                                        <p:attrNameLst>
                                          <p:attrName>style.visibility</p:attrName>
                                        </p:attrNameLst>
                                      </p:cBhvr>
                                      <p:to>
                                        <p:strVal val="hidden"/>
                                      </p:to>
                                    </p:set>
                                  </p:childTnLst>
                                </p:cTn>
                              </p:par>
                              <p:par>
                                <p:cTn id="148" presetID="5" presetClass="exit" presetSubtype="10" fill="hold" nodeType="withEffect">
                                  <p:stCondLst>
                                    <p:cond delay="0"/>
                                  </p:stCondLst>
                                  <p:childTnLst>
                                    <p:animEffect transition="out" filter="checkerboard(across)">
                                      <p:cBhvr>
                                        <p:cTn id="149" dur="500"/>
                                        <p:tgtEl>
                                          <p:spTgt spid="412763"/>
                                        </p:tgtEl>
                                      </p:cBhvr>
                                    </p:animEffect>
                                    <p:set>
                                      <p:cBhvr>
                                        <p:cTn id="150" dur="1" fill="hold">
                                          <p:stCondLst>
                                            <p:cond delay="499"/>
                                          </p:stCondLst>
                                        </p:cTn>
                                        <p:tgtEl>
                                          <p:spTgt spid="412763"/>
                                        </p:tgtEl>
                                        <p:attrNameLst>
                                          <p:attrName>style.visibility</p:attrName>
                                        </p:attrNameLst>
                                      </p:cBhvr>
                                      <p:to>
                                        <p:strVal val="hidden"/>
                                      </p:to>
                                    </p:set>
                                  </p:childTnLst>
                                </p:cTn>
                              </p:par>
                              <p:par>
                                <p:cTn id="151" presetID="5" presetClass="exit" presetSubtype="10" fill="hold" grpId="1" nodeType="withEffect">
                                  <p:stCondLst>
                                    <p:cond delay="0"/>
                                  </p:stCondLst>
                                  <p:childTnLst>
                                    <p:animEffect transition="out" filter="checkerboard(across)">
                                      <p:cBhvr>
                                        <p:cTn id="152" dur="500"/>
                                        <p:tgtEl>
                                          <p:spTgt spid="412747"/>
                                        </p:tgtEl>
                                      </p:cBhvr>
                                    </p:animEffect>
                                    <p:set>
                                      <p:cBhvr>
                                        <p:cTn id="153" dur="1" fill="hold">
                                          <p:stCondLst>
                                            <p:cond delay="499"/>
                                          </p:stCondLst>
                                        </p:cTn>
                                        <p:tgtEl>
                                          <p:spTgt spid="412747"/>
                                        </p:tgtEl>
                                        <p:attrNameLst>
                                          <p:attrName>style.visibility</p:attrName>
                                        </p:attrNameLst>
                                      </p:cBhvr>
                                      <p:to>
                                        <p:strVal val="hidden"/>
                                      </p:to>
                                    </p:set>
                                  </p:childTnLst>
                                </p:cTn>
                              </p:par>
                              <p:par>
                                <p:cTn id="154" presetID="5" presetClass="exit" presetSubtype="10" fill="hold" grpId="1" nodeType="withEffect">
                                  <p:stCondLst>
                                    <p:cond delay="0"/>
                                  </p:stCondLst>
                                  <p:childTnLst>
                                    <p:animEffect transition="out" filter="checkerboard(across)">
                                      <p:cBhvr>
                                        <p:cTn id="155" dur="500"/>
                                        <p:tgtEl>
                                          <p:spTgt spid="412748"/>
                                        </p:tgtEl>
                                      </p:cBhvr>
                                    </p:animEffect>
                                    <p:set>
                                      <p:cBhvr>
                                        <p:cTn id="156" dur="1" fill="hold">
                                          <p:stCondLst>
                                            <p:cond delay="499"/>
                                          </p:stCondLst>
                                        </p:cTn>
                                        <p:tgtEl>
                                          <p:spTgt spid="412748"/>
                                        </p:tgtEl>
                                        <p:attrNameLst>
                                          <p:attrName>style.visibility</p:attrName>
                                        </p:attrNameLst>
                                      </p:cBhvr>
                                      <p:to>
                                        <p:strVal val="hidden"/>
                                      </p:to>
                                    </p:set>
                                  </p:childTnLst>
                                </p:cTn>
                              </p:par>
                              <p:par>
                                <p:cTn id="157" presetID="5" presetClass="exit" presetSubtype="10" fill="hold" grpId="1" nodeType="withEffect">
                                  <p:stCondLst>
                                    <p:cond delay="0"/>
                                  </p:stCondLst>
                                  <p:childTnLst>
                                    <p:animEffect transition="out" filter="checkerboard(across)">
                                      <p:cBhvr>
                                        <p:cTn id="158" dur="500"/>
                                        <p:tgtEl>
                                          <p:spTgt spid="412746"/>
                                        </p:tgtEl>
                                      </p:cBhvr>
                                    </p:animEffect>
                                    <p:set>
                                      <p:cBhvr>
                                        <p:cTn id="159" dur="1" fill="hold">
                                          <p:stCondLst>
                                            <p:cond delay="499"/>
                                          </p:stCondLst>
                                        </p:cTn>
                                        <p:tgtEl>
                                          <p:spTgt spid="412746"/>
                                        </p:tgtEl>
                                        <p:attrNameLst>
                                          <p:attrName>style.visibility</p:attrName>
                                        </p:attrNameLst>
                                      </p:cBhvr>
                                      <p:to>
                                        <p:strVal val="hidden"/>
                                      </p:to>
                                    </p:set>
                                  </p:childTnLst>
                                </p:cTn>
                              </p:par>
                              <p:par>
                                <p:cTn id="160" presetID="5" presetClass="exit" presetSubtype="10" fill="hold" grpId="1" nodeType="withEffect">
                                  <p:stCondLst>
                                    <p:cond delay="0"/>
                                  </p:stCondLst>
                                  <p:childTnLst>
                                    <p:animEffect transition="out" filter="checkerboard(across)">
                                      <p:cBhvr>
                                        <p:cTn id="161" dur="500"/>
                                        <p:tgtEl>
                                          <p:spTgt spid="412745"/>
                                        </p:tgtEl>
                                      </p:cBhvr>
                                    </p:animEffect>
                                    <p:set>
                                      <p:cBhvr>
                                        <p:cTn id="162" dur="1" fill="hold">
                                          <p:stCondLst>
                                            <p:cond delay="499"/>
                                          </p:stCondLst>
                                        </p:cTn>
                                        <p:tgtEl>
                                          <p:spTgt spid="412745"/>
                                        </p:tgtEl>
                                        <p:attrNameLst>
                                          <p:attrName>style.visibility</p:attrName>
                                        </p:attrNameLst>
                                      </p:cBhvr>
                                      <p:to>
                                        <p:strVal val="hidden"/>
                                      </p:to>
                                    </p:set>
                                  </p:childTnLst>
                                </p:cTn>
                              </p:par>
                              <p:par>
                                <p:cTn id="163" presetID="5" presetClass="exit" presetSubtype="10" fill="hold" nodeType="withEffect">
                                  <p:stCondLst>
                                    <p:cond delay="0"/>
                                  </p:stCondLst>
                                  <p:childTnLst>
                                    <p:animEffect transition="out" filter="checkerboard(across)">
                                      <p:cBhvr>
                                        <p:cTn id="164" dur="500"/>
                                        <p:tgtEl>
                                          <p:spTgt spid="412749"/>
                                        </p:tgtEl>
                                      </p:cBhvr>
                                    </p:animEffect>
                                    <p:set>
                                      <p:cBhvr>
                                        <p:cTn id="165" dur="1" fill="hold">
                                          <p:stCondLst>
                                            <p:cond delay="499"/>
                                          </p:stCondLst>
                                        </p:cTn>
                                        <p:tgtEl>
                                          <p:spTgt spid="412749"/>
                                        </p:tgtEl>
                                        <p:attrNameLst>
                                          <p:attrName>style.visibility</p:attrName>
                                        </p:attrNameLst>
                                      </p:cBhvr>
                                      <p:to>
                                        <p:strVal val="hidden"/>
                                      </p:to>
                                    </p:set>
                                  </p:childTnLst>
                                </p:cTn>
                              </p:par>
                              <p:par>
                                <p:cTn id="166" presetID="5" presetClass="exit" presetSubtype="10" fill="hold" nodeType="withEffect">
                                  <p:stCondLst>
                                    <p:cond delay="0"/>
                                  </p:stCondLst>
                                  <p:childTnLst>
                                    <p:animEffect transition="out" filter="checkerboard(across)">
                                      <p:cBhvr>
                                        <p:cTn id="167" dur="500"/>
                                        <p:tgtEl>
                                          <p:spTgt spid="412727"/>
                                        </p:tgtEl>
                                      </p:cBhvr>
                                    </p:animEffect>
                                    <p:set>
                                      <p:cBhvr>
                                        <p:cTn id="168" dur="1" fill="hold">
                                          <p:stCondLst>
                                            <p:cond delay="499"/>
                                          </p:stCondLst>
                                        </p:cTn>
                                        <p:tgtEl>
                                          <p:spTgt spid="412727"/>
                                        </p:tgtEl>
                                        <p:attrNameLst>
                                          <p:attrName>style.visibility</p:attrName>
                                        </p:attrNameLst>
                                      </p:cBhvr>
                                      <p:to>
                                        <p:strVal val="hidden"/>
                                      </p:to>
                                    </p:set>
                                  </p:childTnLst>
                                </p:cTn>
                              </p:par>
                              <p:par>
                                <p:cTn id="169" presetID="5" presetClass="entr" presetSubtype="10" fill="hold" nodeType="withEffect">
                                  <p:stCondLst>
                                    <p:cond delay="0"/>
                                  </p:stCondLst>
                                  <p:childTnLst>
                                    <p:set>
                                      <p:cBhvr>
                                        <p:cTn id="170" dur="1" fill="hold">
                                          <p:stCondLst>
                                            <p:cond delay="0"/>
                                          </p:stCondLst>
                                        </p:cTn>
                                        <p:tgtEl>
                                          <p:spTgt spid="1026"/>
                                        </p:tgtEl>
                                        <p:attrNameLst>
                                          <p:attrName>style.visibility</p:attrName>
                                        </p:attrNameLst>
                                      </p:cBhvr>
                                      <p:to>
                                        <p:strVal val="visible"/>
                                      </p:to>
                                    </p:set>
                                    <p:animEffect transition="in" filter="checkerboard(across)">
                                      <p:cBhvr>
                                        <p:cTn id="171" dur="500"/>
                                        <p:tgtEl>
                                          <p:spTgt spid="10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2760" grpId="0" animBg="1"/>
      <p:bldP spid="412760" grpId="1" animBg="1"/>
      <p:bldP spid="412759" grpId="0" animBg="1"/>
      <p:bldP spid="412759" grpId="1" animBg="1"/>
      <p:bldP spid="412731" grpId="0"/>
      <p:bldP spid="412731" grpId="1"/>
      <p:bldP spid="412732" grpId="0"/>
      <p:bldP spid="412732" grpId="1"/>
      <p:bldP spid="412733" grpId="0"/>
      <p:bldP spid="412733" grpId="1"/>
      <p:bldP spid="412734" grpId="0"/>
      <p:bldP spid="412734" grpId="1"/>
      <p:bldP spid="412735" grpId="0"/>
      <p:bldP spid="412735" grpId="1"/>
      <p:bldP spid="412736" grpId="0"/>
      <p:bldP spid="412736" grpId="1"/>
      <p:bldP spid="412737" grpId="0"/>
      <p:bldP spid="412737" grpId="1"/>
      <p:bldP spid="412706" grpId="0" animBg="1"/>
      <p:bldP spid="412706" grpId="1" animBg="1"/>
      <p:bldP spid="412713" grpId="0" animBg="1"/>
      <p:bldP spid="412713" grpId="1" animBg="1"/>
      <p:bldP spid="412719" grpId="0" animBg="1"/>
      <p:bldP spid="412719" grpId="1" animBg="1"/>
      <p:bldP spid="412747" grpId="0" animBg="1"/>
      <p:bldP spid="412747" grpId="1" animBg="1"/>
      <p:bldP spid="412746" grpId="0" animBg="1"/>
      <p:bldP spid="412746" grpId="1" animBg="1"/>
      <p:bldP spid="412748" grpId="0" animBg="1"/>
      <p:bldP spid="412748" grpId="1" animBg="1"/>
      <p:bldP spid="412745" grpId="0" animBg="1"/>
      <p:bldP spid="412745" grpId="1"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Rectangle 19"/>
          <p:cNvSpPr/>
          <p:nvPr/>
        </p:nvSpPr>
        <p:spPr>
          <a:xfrm>
            <a:off x="174171" y="1248230"/>
            <a:ext cx="8795658" cy="5428342"/>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16" name="Picture 3"/>
          <p:cNvPicPr>
            <a:picLocks noChangeAspect="1" noChangeArrowheads="1"/>
          </p:cNvPicPr>
          <p:nvPr/>
        </p:nvPicPr>
        <p:blipFill>
          <a:blip r:embed="rId5"/>
          <a:srcRect l="43432" t="44758" r="35725" b="20395"/>
          <a:stretch>
            <a:fillRect/>
          </a:stretch>
        </p:blipFill>
        <p:spPr bwMode="auto">
          <a:xfrm>
            <a:off x="6555049" y="1698170"/>
            <a:ext cx="2371241" cy="2351315"/>
          </a:xfrm>
          <a:prstGeom prst="rect">
            <a:avLst/>
          </a:prstGeom>
          <a:noFill/>
          <a:ln w="9525" cap="flat" cmpd="sng" algn="ctr">
            <a:noFill/>
            <a:prstDash val="solid"/>
            <a:miter lim="800000"/>
            <a:headEnd/>
            <a:tailEnd/>
          </a:ln>
          <a:effectLst/>
        </p:spPr>
      </p:pic>
      <p:sp>
        <p:nvSpPr>
          <p:cNvPr id="2" name="Titre 1"/>
          <p:cNvSpPr>
            <a:spLocks noGrp="1"/>
          </p:cNvSpPr>
          <p:nvPr>
            <p:ph type="title"/>
          </p:nvPr>
        </p:nvSpPr>
        <p:spPr/>
        <p:txBody>
          <a:bodyPr>
            <a:noAutofit/>
          </a:bodyPr>
          <a:lstStyle/>
          <a:p>
            <a:r>
              <a:rPr lang="fr-FR" sz="2600" b="1" dirty="0" smtClean="0">
                <a:solidFill>
                  <a:srgbClr val="C00000"/>
                </a:solidFill>
              </a:rPr>
              <a:t>L’importance du catalogue global dans le processus  d’authentification</a:t>
            </a:r>
            <a:endParaRPr lang="fr-FR" sz="2600" dirty="0">
              <a:solidFill>
                <a:srgbClr val="C00000"/>
              </a:solidFill>
            </a:endParaRPr>
          </a:p>
        </p:txBody>
      </p:sp>
      <p:pic>
        <p:nvPicPr>
          <p:cNvPr id="10" name="Picture 2"/>
          <p:cNvPicPr>
            <a:picLocks noChangeAspect="1" noChangeArrowheads="1"/>
          </p:cNvPicPr>
          <p:nvPr/>
        </p:nvPicPr>
        <p:blipFill>
          <a:blip r:embed="rId6"/>
          <a:srcRect l="7504" t="39000" r="64580" b="11979"/>
          <a:stretch>
            <a:fillRect/>
          </a:stretch>
        </p:blipFill>
        <p:spPr bwMode="auto">
          <a:xfrm>
            <a:off x="348343" y="1422400"/>
            <a:ext cx="3706390" cy="3918858"/>
          </a:xfrm>
          <a:prstGeom prst="rect">
            <a:avLst/>
          </a:prstGeom>
          <a:noFill/>
          <a:ln w="9525" cap="flat" cmpd="sng" algn="ctr">
            <a:noFill/>
            <a:prstDash val="solid"/>
            <a:miter lim="800000"/>
            <a:headEnd/>
            <a:tailEnd/>
          </a:ln>
          <a:effectLst/>
        </p:spPr>
      </p:pic>
      <p:sp>
        <p:nvSpPr>
          <p:cNvPr id="11" name="Rectangle à coins arrondis 10"/>
          <p:cNvSpPr/>
          <p:nvPr/>
        </p:nvSpPr>
        <p:spPr>
          <a:xfrm>
            <a:off x="203201" y="5573486"/>
            <a:ext cx="8723085" cy="1103085"/>
          </a:xfrm>
          <a:prstGeom prst="round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fr-FR" sz="2200" dirty="0" smtClean="0"/>
              <a:t>1. L'utilisateur entre des informations d'identification sur une station de travail pour ouvrir une session</a:t>
            </a:r>
            <a:endParaRPr lang="fr-FR" sz="2200" dirty="0"/>
          </a:p>
        </p:txBody>
      </p:sp>
      <p:pic>
        <p:nvPicPr>
          <p:cNvPr id="13" name="Picture 3"/>
          <p:cNvPicPr>
            <a:picLocks noChangeAspect="1" noChangeArrowheads="1"/>
          </p:cNvPicPr>
          <p:nvPr/>
        </p:nvPicPr>
        <p:blipFill>
          <a:blip r:embed="rId5"/>
          <a:srcRect l="26180" t="48745" r="58582" b="40624"/>
          <a:stretch>
            <a:fillRect/>
          </a:stretch>
        </p:blipFill>
        <p:spPr bwMode="auto">
          <a:xfrm>
            <a:off x="2757714" y="2177146"/>
            <a:ext cx="1964257" cy="812798"/>
          </a:xfrm>
          <a:prstGeom prst="rect">
            <a:avLst/>
          </a:prstGeom>
          <a:noFill/>
          <a:ln w="9525" cap="flat" cmpd="sng" algn="ctr">
            <a:noFill/>
            <a:prstDash val="solid"/>
            <a:miter lim="800000"/>
            <a:headEnd/>
            <a:tailEnd/>
          </a:ln>
          <a:effectLst/>
        </p:spPr>
      </p:pic>
      <p:pic>
        <p:nvPicPr>
          <p:cNvPr id="12" name="Picture 18" descr="logon_xp"/>
          <p:cNvPicPr>
            <a:picLocks noChangeAspect="1" noChangeArrowheads="1"/>
          </p:cNvPicPr>
          <p:nvPr>
            <p:custDataLst>
              <p:tags r:id="rId1"/>
            </p:custDataLst>
          </p:nvPr>
        </p:nvPicPr>
        <p:blipFill>
          <a:blip r:embed="rId7"/>
          <a:srcRect/>
          <a:stretch>
            <a:fillRect/>
          </a:stretch>
        </p:blipFill>
        <p:spPr bwMode="auto">
          <a:xfrm>
            <a:off x="580572" y="975406"/>
            <a:ext cx="3468914" cy="2258914"/>
          </a:xfrm>
          <a:prstGeom prst="rect">
            <a:avLst/>
          </a:prstGeom>
          <a:noFill/>
          <a:ln w="19050">
            <a:solidFill>
              <a:srgbClr val="0000FF"/>
            </a:solidFill>
            <a:miter lim="800000"/>
            <a:headEnd/>
            <a:tailEnd/>
          </a:ln>
        </p:spPr>
      </p:pic>
      <p:sp>
        <p:nvSpPr>
          <p:cNvPr id="15" name="Rectangle à coins arrondis 14"/>
          <p:cNvSpPr/>
          <p:nvPr/>
        </p:nvSpPr>
        <p:spPr>
          <a:xfrm>
            <a:off x="195947" y="5580746"/>
            <a:ext cx="8723085" cy="1103085"/>
          </a:xfrm>
          <a:prstGeom prst="round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fr-FR" sz="2200" dirty="0" smtClean="0"/>
              <a:t>2. Ces informations d'identification sont cryptés par le client et envoyées à un contrôleur de domaine pour le domaine du client</a:t>
            </a:r>
            <a:endParaRPr lang="fr-FR" sz="2200" dirty="0"/>
          </a:p>
        </p:txBody>
      </p:sp>
      <p:pic>
        <p:nvPicPr>
          <p:cNvPr id="17" name="Picture 5"/>
          <p:cNvPicPr>
            <a:picLocks noChangeAspect="1" noChangeArrowheads="1"/>
          </p:cNvPicPr>
          <p:nvPr/>
        </p:nvPicPr>
        <p:blipFill>
          <a:blip r:embed="rId8"/>
          <a:srcRect l="47901" t="35256" r="41952" b="45883"/>
          <a:stretch>
            <a:fillRect/>
          </a:stretch>
        </p:blipFill>
        <p:spPr bwMode="auto">
          <a:xfrm>
            <a:off x="7344229" y="1277256"/>
            <a:ext cx="1219200" cy="1324303"/>
          </a:xfrm>
          <a:prstGeom prst="rect">
            <a:avLst/>
          </a:prstGeom>
          <a:noFill/>
          <a:ln w="9525" cap="flat" cmpd="sng" algn="ctr">
            <a:noFill/>
            <a:prstDash val="solid"/>
            <a:miter lim="800000"/>
            <a:headEnd/>
            <a:tailEnd/>
          </a:ln>
          <a:effectLst/>
        </p:spPr>
      </p:pic>
      <p:sp>
        <p:nvSpPr>
          <p:cNvPr id="18" name="Rectangle à coins arrondis 17"/>
          <p:cNvSpPr/>
          <p:nvPr/>
        </p:nvSpPr>
        <p:spPr>
          <a:xfrm>
            <a:off x="203207" y="5573491"/>
            <a:ext cx="8723085" cy="1103085"/>
          </a:xfrm>
          <a:prstGeom prst="round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fr-FR" sz="2200" dirty="0" smtClean="0"/>
              <a:t>3. Les informations d'identification envoyées par le client sont comparées à celles se trouvant sur le DC</a:t>
            </a:r>
            <a:endParaRPr lang="fr-FR" sz="2200" dirty="0"/>
          </a:p>
        </p:txBody>
      </p:sp>
      <p:pic>
        <p:nvPicPr>
          <p:cNvPr id="19" name="Picture 5"/>
          <p:cNvPicPr>
            <a:picLocks noChangeAspect="1" noChangeArrowheads="1"/>
          </p:cNvPicPr>
          <p:nvPr/>
        </p:nvPicPr>
        <p:blipFill>
          <a:blip r:embed="rId8"/>
          <a:srcRect l="33817" t="37801" r="52537" b="52020"/>
          <a:stretch>
            <a:fillRect/>
          </a:stretch>
        </p:blipFill>
        <p:spPr bwMode="auto">
          <a:xfrm>
            <a:off x="4891314" y="1291774"/>
            <a:ext cx="1664867" cy="725712"/>
          </a:xfrm>
          <a:prstGeom prst="rect">
            <a:avLst/>
          </a:prstGeom>
          <a:noFill/>
          <a:ln w="9525" cap="flat" cmpd="sng" algn="ctr">
            <a:noFill/>
            <a:prstDash val="solid"/>
            <a:miter lim="800000"/>
            <a:headEnd/>
            <a:tailEnd/>
          </a:ln>
          <a:effectLst/>
        </p:spPr>
      </p:pic>
      <p:pic>
        <p:nvPicPr>
          <p:cNvPr id="21" name="Picture 6"/>
          <p:cNvPicPr>
            <a:picLocks noChangeAspect="1" noChangeArrowheads="1"/>
          </p:cNvPicPr>
          <p:nvPr/>
        </p:nvPicPr>
        <p:blipFill>
          <a:blip r:embed="rId9"/>
          <a:srcRect l="60952" t="31322" r="30641" b="50075"/>
          <a:stretch>
            <a:fillRect/>
          </a:stretch>
        </p:blipFill>
        <p:spPr bwMode="auto">
          <a:xfrm>
            <a:off x="5755282" y="1248229"/>
            <a:ext cx="1109975" cy="1436914"/>
          </a:xfrm>
          <a:prstGeom prst="rect">
            <a:avLst/>
          </a:prstGeom>
          <a:noFill/>
          <a:ln w="9525" cap="flat" cmpd="sng" algn="ctr">
            <a:noFill/>
            <a:prstDash val="solid"/>
            <a:miter lim="800000"/>
            <a:headEnd/>
            <a:tailEnd/>
          </a:ln>
          <a:effectLst/>
        </p:spPr>
      </p:pic>
      <p:sp>
        <p:nvSpPr>
          <p:cNvPr id="22" name="Rectangle à coins arrondis 21"/>
          <p:cNvSpPr/>
          <p:nvPr/>
        </p:nvSpPr>
        <p:spPr>
          <a:xfrm>
            <a:off x="195953" y="5566237"/>
            <a:ext cx="8723085" cy="1103085"/>
          </a:xfrm>
          <a:prstGeom prst="round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fr-FR" sz="2200" dirty="0" smtClean="0"/>
              <a:t>4. Le DC crée une liste des groupes basés sur le domaine auxquels l'utilisateur appartient </a:t>
            </a:r>
            <a:endParaRPr lang="fr-FR" sz="2200" dirty="0"/>
          </a:p>
        </p:txBody>
      </p:sp>
      <p:pic>
        <p:nvPicPr>
          <p:cNvPr id="23" name="Picture 7"/>
          <p:cNvPicPr>
            <a:picLocks noChangeAspect="1" noChangeArrowheads="1"/>
          </p:cNvPicPr>
          <p:nvPr/>
        </p:nvPicPr>
        <p:blipFill>
          <a:blip r:embed="rId10"/>
          <a:srcRect l="48073" t="19988" r="41593" b="64445"/>
          <a:stretch>
            <a:fillRect/>
          </a:stretch>
        </p:blipFill>
        <p:spPr bwMode="auto">
          <a:xfrm>
            <a:off x="3875318" y="1161143"/>
            <a:ext cx="1449195" cy="1277257"/>
          </a:xfrm>
          <a:prstGeom prst="rect">
            <a:avLst/>
          </a:prstGeom>
          <a:noFill/>
          <a:ln w="9525" cap="flat" cmpd="sng" algn="ctr">
            <a:noFill/>
            <a:prstDash val="solid"/>
            <a:miter lim="800000"/>
            <a:headEnd/>
            <a:tailEnd/>
          </a:ln>
          <a:effectLst/>
        </p:spPr>
      </p:pic>
      <p:sp>
        <p:nvSpPr>
          <p:cNvPr id="24" name="Rectangle à coins arrondis 23"/>
          <p:cNvSpPr/>
          <p:nvPr/>
        </p:nvSpPr>
        <p:spPr>
          <a:xfrm>
            <a:off x="188699" y="5558983"/>
            <a:ext cx="8723085" cy="1103085"/>
          </a:xfrm>
          <a:prstGeom prst="round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fr-FR" sz="2200" dirty="0" smtClean="0"/>
              <a:t>5. Le DC interroge ensuite le catalogue global pour identifier les groupes universels auxquels l'utilisateur appartient</a:t>
            </a:r>
            <a:endParaRPr lang="fr-FR" sz="2200" dirty="0"/>
          </a:p>
        </p:txBody>
      </p:sp>
      <p:sp>
        <p:nvSpPr>
          <p:cNvPr id="27" name="Rectangle à coins arrondis 26"/>
          <p:cNvSpPr/>
          <p:nvPr/>
        </p:nvSpPr>
        <p:spPr>
          <a:xfrm>
            <a:off x="203200" y="5566243"/>
            <a:ext cx="8723085" cy="1103085"/>
          </a:xfrm>
          <a:prstGeom prst="round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fr-FR" sz="2200" dirty="0" smtClean="0"/>
              <a:t>6. Le KDC (</a:t>
            </a:r>
            <a:r>
              <a:rPr lang="fr-FR" sz="2200" smtClean="0"/>
              <a:t>Key distribution centre) </a:t>
            </a:r>
            <a:r>
              <a:rPr lang="fr-FR" sz="2200" dirty="0" smtClean="0"/>
              <a:t>envoie au client un TGT (Ticket-</a:t>
            </a:r>
            <a:r>
              <a:rPr lang="fr-FR" sz="2200" dirty="0" err="1" smtClean="0"/>
              <a:t>Granting</a:t>
            </a:r>
            <a:r>
              <a:rPr lang="fr-FR" sz="2200" dirty="0" smtClean="0"/>
              <a:t> Ticket)</a:t>
            </a:r>
            <a:endParaRPr lang="fr-FR" sz="2200" dirty="0"/>
          </a:p>
        </p:txBody>
      </p:sp>
      <p:sp>
        <p:nvSpPr>
          <p:cNvPr id="28" name="Line 50"/>
          <p:cNvSpPr>
            <a:spLocks noChangeShapeType="1"/>
          </p:cNvSpPr>
          <p:nvPr>
            <p:custDataLst>
              <p:tags r:id="rId2"/>
            </p:custDataLst>
          </p:nvPr>
        </p:nvSpPr>
        <p:spPr bwMode="auto">
          <a:xfrm>
            <a:off x="4876571" y="2228396"/>
            <a:ext cx="2104798" cy="630918"/>
          </a:xfrm>
          <a:prstGeom prst="line">
            <a:avLst/>
          </a:prstGeom>
          <a:noFill/>
          <a:ln w="38100">
            <a:solidFill>
              <a:srgbClr val="CC0000"/>
            </a:solidFill>
            <a:round/>
            <a:headEnd/>
            <a:tailEnd type="triangle" w="med" len="med"/>
          </a:ln>
          <a:effectLst/>
        </p:spPr>
        <p:txBody>
          <a:bodyPr wrap="none" anchor="ctr"/>
          <a:lstStyle/>
          <a:p>
            <a:endParaRPr lang="fr-FR"/>
          </a:p>
        </p:txBody>
      </p:sp>
      <p:sp>
        <p:nvSpPr>
          <p:cNvPr id="29" name="Line 51"/>
          <p:cNvSpPr>
            <a:spLocks noChangeShapeType="1"/>
          </p:cNvSpPr>
          <p:nvPr>
            <p:custDataLst>
              <p:tags r:id="rId3"/>
            </p:custDataLst>
          </p:nvPr>
        </p:nvSpPr>
        <p:spPr bwMode="auto">
          <a:xfrm>
            <a:off x="4832346" y="2405515"/>
            <a:ext cx="2047421" cy="613455"/>
          </a:xfrm>
          <a:prstGeom prst="line">
            <a:avLst/>
          </a:prstGeom>
          <a:noFill/>
          <a:ln w="38100">
            <a:solidFill>
              <a:srgbClr val="CC0000"/>
            </a:solidFill>
            <a:round/>
            <a:headEnd type="triangle" w="med" len="med"/>
            <a:tailEnd/>
          </a:ln>
          <a:effectLst/>
        </p:spPr>
        <p:txBody>
          <a:bodyPr wrap="none" anchor="ctr"/>
          <a:lstStyle/>
          <a:p>
            <a:endParaRPr lang="fr-FR"/>
          </a:p>
        </p:txBody>
      </p:sp>
      <p:pic>
        <p:nvPicPr>
          <p:cNvPr id="30" name="Picture 8"/>
          <p:cNvPicPr>
            <a:picLocks noChangeAspect="1" noChangeArrowheads="1"/>
          </p:cNvPicPr>
          <p:nvPr/>
        </p:nvPicPr>
        <p:blipFill>
          <a:blip r:embed="rId11"/>
          <a:srcRect l="33186" t="29985" r="53503" b="40848"/>
          <a:stretch>
            <a:fillRect/>
          </a:stretch>
        </p:blipFill>
        <p:spPr bwMode="auto">
          <a:xfrm>
            <a:off x="5428343" y="1736367"/>
            <a:ext cx="1422400" cy="1834147"/>
          </a:xfrm>
          <a:prstGeom prst="rect">
            <a:avLst/>
          </a:prstGeom>
          <a:noFill/>
          <a:ln w="9525" cap="flat" cmpd="sng" algn="ctr">
            <a:noFill/>
            <a:prstDash val="solid"/>
            <a:miter lim="800000"/>
            <a:headEnd/>
            <a:tailEnd/>
          </a:ln>
          <a:effec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checkerboard(across)">
                                      <p:cBhvr>
                                        <p:cTn id="7" dur="1000"/>
                                        <p:tgtEl>
                                          <p:spTgt spid="11"/>
                                        </p:tgtEl>
                                      </p:cBhvr>
                                    </p:animEffect>
                                  </p:childTnLst>
                                </p:cTn>
                              </p:par>
                              <p:par>
                                <p:cTn id="8" presetID="5" presetClass="entr" presetSubtype="10" fill="hold" nodeType="with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checkerboard(across)">
                                      <p:cBhvr>
                                        <p:cTn id="10" dur="1000"/>
                                        <p:tgtEl>
                                          <p:spTgt spid="12"/>
                                        </p:tgtEl>
                                      </p:cBhvr>
                                    </p:animEffect>
                                  </p:childTnLst>
                                </p:cTn>
                              </p:par>
                            </p:childTnLst>
                          </p:cTn>
                        </p:par>
                      </p:childTnLst>
                    </p:cTn>
                  </p:par>
                  <p:par>
                    <p:cTn id="11" fill="hold">
                      <p:stCondLst>
                        <p:cond delay="indefinite"/>
                      </p:stCondLst>
                      <p:childTnLst>
                        <p:par>
                          <p:cTn id="12" fill="hold">
                            <p:stCondLst>
                              <p:cond delay="0"/>
                            </p:stCondLst>
                            <p:childTnLst>
                              <p:par>
                                <p:cTn id="13" presetID="5" presetClass="exit" presetSubtype="10" fill="hold" grpId="1" nodeType="clickEffect">
                                  <p:stCondLst>
                                    <p:cond delay="0"/>
                                  </p:stCondLst>
                                  <p:childTnLst>
                                    <p:animEffect transition="out" filter="checkerboard(across)">
                                      <p:cBhvr>
                                        <p:cTn id="14" dur="1000"/>
                                        <p:tgtEl>
                                          <p:spTgt spid="11"/>
                                        </p:tgtEl>
                                      </p:cBhvr>
                                    </p:animEffect>
                                    <p:set>
                                      <p:cBhvr>
                                        <p:cTn id="15" dur="1" fill="hold">
                                          <p:stCondLst>
                                            <p:cond delay="999"/>
                                          </p:stCondLst>
                                        </p:cTn>
                                        <p:tgtEl>
                                          <p:spTgt spid="11"/>
                                        </p:tgtEl>
                                        <p:attrNameLst>
                                          <p:attrName>style.visibility</p:attrName>
                                        </p:attrNameLst>
                                      </p:cBhvr>
                                      <p:to>
                                        <p:strVal val="hidden"/>
                                      </p:to>
                                    </p:set>
                                  </p:childTnLst>
                                </p:cTn>
                              </p:par>
                              <p:par>
                                <p:cTn id="16" presetID="5" presetClass="entr" presetSubtype="10" fill="hold" grpId="0" nodeType="withEffect">
                                  <p:stCondLst>
                                    <p:cond delay="0"/>
                                  </p:stCondLst>
                                  <p:childTnLst>
                                    <p:set>
                                      <p:cBhvr>
                                        <p:cTn id="17" dur="1" fill="hold">
                                          <p:stCondLst>
                                            <p:cond delay="0"/>
                                          </p:stCondLst>
                                        </p:cTn>
                                        <p:tgtEl>
                                          <p:spTgt spid="15"/>
                                        </p:tgtEl>
                                        <p:attrNameLst>
                                          <p:attrName>style.visibility</p:attrName>
                                        </p:attrNameLst>
                                      </p:cBhvr>
                                      <p:to>
                                        <p:strVal val="visible"/>
                                      </p:to>
                                    </p:set>
                                    <p:animEffect transition="in" filter="checkerboard(across)">
                                      <p:cBhvr>
                                        <p:cTn id="18" dur="1000"/>
                                        <p:tgtEl>
                                          <p:spTgt spid="15"/>
                                        </p:tgtEl>
                                      </p:cBhvr>
                                    </p:animEffect>
                                  </p:childTnLst>
                                </p:cTn>
                              </p:par>
                              <p:par>
                                <p:cTn id="19" presetID="5" presetClass="entr" presetSubtype="10" fill="hold" nodeType="withEffect">
                                  <p:stCondLst>
                                    <p:cond delay="0"/>
                                  </p:stCondLst>
                                  <p:childTnLst>
                                    <p:set>
                                      <p:cBhvr>
                                        <p:cTn id="20" dur="1" fill="hold">
                                          <p:stCondLst>
                                            <p:cond delay="0"/>
                                          </p:stCondLst>
                                        </p:cTn>
                                        <p:tgtEl>
                                          <p:spTgt spid="13"/>
                                        </p:tgtEl>
                                        <p:attrNameLst>
                                          <p:attrName>style.visibility</p:attrName>
                                        </p:attrNameLst>
                                      </p:cBhvr>
                                      <p:to>
                                        <p:strVal val="visible"/>
                                      </p:to>
                                    </p:set>
                                    <p:animEffect transition="in" filter="checkerboard(across)">
                                      <p:cBhvr>
                                        <p:cTn id="21" dur="500"/>
                                        <p:tgtEl>
                                          <p:spTgt spid="13"/>
                                        </p:tgtEl>
                                      </p:cBhvr>
                                    </p:animEffect>
                                  </p:childTnLst>
                                </p:cTn>
                              </p:par>
                              <p:par>
                                <p:cTn id="22" presetID="5" presetClass="exit" presetSubtype="10" fill="hold" nodeType="withEffect">
                                  <p:stCondLst>
                                    <p:cond delay="0"/>
                                  </p:stCondLst>
                                  <p:childTnLst>
                                    <p:animEffect transition="out" filter="checkerboard(across)">
                                      <p:cBhvr>
                                        <p:cTn id="23" dur="500"/>
                                        <p:tgtEl>
                                          <p:spTgt spid="12"/>
                                        </p:tgtEl>
                                      </p:cBhvr>
                                    </p:animEffect>
                                    <p:set>
                                      <p:cBhvr>
                                        <p:cTn id="24" dur="1" fill="hold">
                                          <p:stCondLst>
                                            <p:cond delay="499"/>
                                          </p:stCondLst>
                                        </p:cTn>
                                        <p:tgtEl>
                                          <p:spTgt spid="12"/>
                                        </p:tgtEl>
                                        <p:attrNameLst>
                                          <p:attrName>style.visibility</p:attrName>
                                        </p:attrNameLst>
                                      </p:cBhvr>
                                      <p:to>
                                        <p:strVal val="hidden"/>
                                      </p:to>
                                    </p:set>
                                  </p:childTnLst>
                                </p:cTn>
                              </p:par>
                            </p:childTnLst>
                          </p:cTn>
                        </p:par>
                      </p:childTnLst>
                    </p:cTn>
                  </p:par>
                  <p:par>
                    <p:cTn id="25" fill="hold">
                      <p:stCondLst>
                        <p:cond delay="indefinite"/>
                      </p:stCondLst>
                      <p:childTnLst>
                        <p:par>
                          <p:cTn id="26" fill="hold">
                            <p:stCondLst>
                              <p:cond delay="0"/>
                            </p:stCondLst>
                            <p:childTnLst>
                              <p:par>
                                <p:cTn id="27" presetID="5" presetClass="exit" presetSubtype="10" fill="hold" grpId="1" nodeType="clickEffect">
                                  <p:stCondLst>
                                    <p:cond delay="0"/>
                                  </p:stCondLst>
                                  <p:childTnLst>
                                    <p:animEffect transition="out" filter="checkerboard(across)">
                                      <p:cBhvr>
                                        <p:cTn id="28" dur="1000"/>
                                        <p:tgtEl>
                                          <p:spTgt spid="15"/>
                                        </p:tgtEl>
                                      </p:cBhvr>
                                    </p:animEffect>
                                    <p:set>
                                      <p:cBhvr>
                                        <p:cTn id="29" dur="1" fill="hold">
                                          <p:stCondLst>
                                            <p:cond delay="999"/>
                                          </p:stCondLst>
                                        </p:cTn>
                                        <p:tgtEl>
                                          <p:spTgt spid="15"/>
                                        </p:tgtEl>
                                        <p:attrNameLst>
                                          <p:attrName>style.visibility</p:attrName>
                                        </p:attrNameLst>
                                      </p:cBhvr>
                                      <p:to>
                                        <p:strVal val="hidden"/>
                                      </p:to>
                                    </p:set>
                                  </p:childTnLst>
                                </p:cTn>
                              </p:par>
                              <p:par>
                                <p:cTn id="30" presetID="5" presetClass="entr" presetSubtype="10" fill="hold" grpId="0" nodeType="withEffect">
                                  <p:stCondLst>
                                    <p:cond delay="0"/>
                                  </p:stCondLst>
                                  <p:childTnLst>
                                    <p:set>
                                      <p:cBhvr>
                                        <p:cTn id="31" dur="1" fill="hold">
                                          <p:stCondLst>
                                            <p:cond delay="0"/>
                                          </p:stCondLst>
                                        </p:cTn>
                                        <p:tgtEl>
                                          <p:spTgt spid="18"/>
                                        </p:tgtEl>
                                        <p:attrNameLst>
                                          <p:attrName>style.visibility</p:attrName>
                                        </p:attrNameLst>
                                      </p:cBhvr>
                                      <p:to>
                                        <p:strVal val="visible"/>
                                      </p:to>
                                    </p:set>
                                    <p:animEffect transition="in" filter="checkerboard(across)">
                                      <p:cBhvr>
                                        <p:cTn id="32" dur="1000"/>
                                        <p:tgtEl>
                                          <p:spTgt spid="18"/>
                                        </p:tgtEl>
                                      </p:cBhvr>
                                    </p:animEffect>
                                  </p:childTnLst>
                                </p:cTn>
                              </p:par>
                              <p:par>
                                <p:cTn id="33" presetID="5" presetClass="entr" presetSubtype="10" fill="hold" nodeType="withEffect">
                                  <p:stCondLst>
                                    <p:cond delay="0"/>
                                  </p:stCondLst>
                                  <p:childTnLst>
                                    <p:set>
                                      <p:cBhvr>
                                        <p:cTn id="34" dur="1" fill="hold">
                                          <p:stCondLst>
                                            <p:cond delay="0"/>
                                          </p:stCondLst>
                                        </p:cTn>
                                        <p:tgtEl>
                                          <p:spTgt spid="19"/>
                                        </p:tgtEl>
                                        <p:attrNameLst>
                                          <p:attrName>style.visibility</p:attrName>
                                        </p:attrNameLst>
                                      </p:cBhvr>
                                      <p:to>
                                        <p:strVal val="visible"/>
                                      </p:to>
                                    </p:set>
                                    <p:animEffect transition="in" filter="checkerboard(across)">
                                      <p:cBhvr>
                                        <p:cTn id="35" dur="500"/>
                                        <p:tgtEl>
                                          <p:spTgt spid="19"/>
                                        </p:tgtEl>
                                      </p:cBhvr>
                                    </p:animEffect>
                                  </p:childTnLst>
                                </p:cTn>
                              </p:par>
                              <p:par>
                                <p:cTn id="36" presetID="5" presetClass="entr" presetSubtype="10" fill="hold" nodeType="withEffect">
                                  <p:stCondLst>
                                    <p:cond delay="0"/>
                                  </p:stCondLst>
                                  <p:childTnLst>
                                    <p:set>
                                      <p:cBhvr>
                                        <p:cTn id="37" dur="1" fill="hold">
                                          <p:stCondLst>
                                            <p:cond delay="0"/>
                                          </p:stCondLst>
                                        </p:cTn>
                                        <p:tgtEl>
                                          <p:spTgt spid="17"/>
                                        </p:tgtEl>
                                        <p:attrNameLst>
                                          <p:attrName>style.visibility</p:attrName>
                                        </p:attrNameLst>
                                      </p:cBhvr>
                                      <p:to>
                                        <p:strVal val="visible"/>
                                      </p:to>
                                    </p:set>
                                    <p:animEffect transition="in" filter="checkerboard(across)">
                                      <p:cBhvr>
                                        <p:cTn id="38" dur="500"/>
                                        <p:tgtEl>
                                          <p:spTgt spid="17"/>
                                        </p:tgtEl>
                                      </p:cBhvr>
                                    </p:animEffect>
                                  </p:childTnLst>
                                </p:cTn>
                              </p:par>
                            </p:childTnLst>
                          </p:cTn>
                        </p:par>
                      </p:childTnLst>
                    </p:cTn>
                  </p:par>
                  <p:par>
                    <p:cTn id="39" fill="hold">
                      <p:stCondLst>
                        <p:cond delay="indefinite"/>
                      </p:stCondLst>
                      <p:childTnLst>
                        <p:par>
                          <p:cTn id="40" fill="hold">
                            <p:stCondLst>
                              <p:cond delay="0"/>
                            </p:stCondLst>
                            <p:childTnLst>
                              <p:par>
                                <p:cTn id="41" presetID="63" presetClass="path" presetSubtype="0" accel="50000" decel="50000" fill="hold" nodeType="clickEffect">
                                  <p:stCondLst>
                                    <p:cond delay="0"/>
                                  </p:stCondLst>
                                  <p:childTnLst>
                                    <p:animMotion origin="layout" path="M -4.16667E-6 1.04046E-6 L 0.21511 -0.00023 " pathEditMode="relative" rAng="0" ptsTypes="AA">
                                      <p:cBhvr>
                                        <p:cTn id="42" dur="2000" fill="hold"/>
                                        <p:tgtEl>
                                          <p:spTgt spid="13"/>
                                        </p:tgtEl>
                                        <p:attrNameLst>
                                          <p:attrName>ppt_x</p:attrName>
                                          <p:attrName>ppt_y</p:attrName>
                                        </p:attrNameLst>
                                      </p:cBhvr>
                                      <p:rCtr x="107" y="0"/>
                                    </p:animMotion>
                                  </p:childTnLst>
                                </p:cTn>
                              </p:par>
                            </p:childTnLst>
                          </p:cTn>
                        </p:par>
                      </p:childTnLst>
                    </p:cTn>
                  </p:par>
                  <p:par>
                    <p:cTn id="43" fill="hold">
                      <p:stCondLst>
                        <p:cond delay="indefinite"/>
                      </p:stCondLst>
                      <p:childTnLst>
                        <p:par>
                          <p:cTn id="44" fill="hold">
                            <p:stCondLst>
                              <p:cond delay="0"/>
                            </p:stCondLst>
                            <p:childTnLst>
                              <p:par>
                                <p:cTn id="45" presetID="5" presetClass="exit" presetSubtype="10" fill="hold" grpId="1" nodeType="clickEffect">
                                  <p:stCondLst>
                                    <p:cond delay="0"/>
                                  </p:stCondLst>
                                  <p:childTnLst>
                                    <p:animEffect transition="out" filter="checkerboard(across)">
                                      <p:cBhvr>
                                        <p:cTn id="46" dur="1000"/>
                                        <p:tgtEl>
                                          <p:spTgt spid="18"/>
                                        </p:tgtEl>
                                      </p:cBhvr>
                                    </p:animEffect>
                                    <p:set>
                                      <p:cBhvr>
                                        <p:cTn id="47" dur="1" fill="hold">
                                          <p:stCondLst>
                                            <p:cond delay="999"/>
                                          </p:stCondLst>
                                        </p:cTn>
                                        <p:tgtEl>
                                          <p:spTgt spid="18"/>
                                        </p:tgtEl>
                                        <p:attrNameLst>
                                          <p:attrName>style.visibility</p:attrName>
                                        </p:attrNameLst>
                                      </p:cBhvr>
                                      <p:to>
                                        <p:strVal val="hidden"/>
                                      </p:to>
                                    </p:set>
                                  </p:childTnLst>
                                </p:cTn>
                              </p:par>
                              <p:par>
                                <p:cTn id="48" presetID="5" presetClass="entr" presetSubtype="10" fill="hold" grpId="0" nodeType="withEffect">
                                  <p:stCondLst>
                                    <p:cond delay="0"/>
                                  </p:stCondLst>
                                  <p:childTnLst>
                                    <p:set>
                                      <p:cBhvr>
                                        <p:cTn id="49" dur="1" fill="hold">
                                          <p:stCondLst>
                                            <p:cond delay="0"/>
                                          </p:stCondLst>
                                        </p:cTn>
                                        <p:tgtEl>
                                          <p:spTgt spid="22"/>
                                        </p:tgtEl>
                                        <p:attrNameLst>
                                          <p:attrName>style.visibility</p:attrName>
                                        </p:attrNameLst>
                                      </p:cBhvr>
                                      <p:to>
                                        <p:strVal val="visible"/>
                                      </p:to>
                                    </p:set>
                                    <p:animEffect transition="in" filter="checkerboard(across)">
                                      <p:cBhvr>
                                        <p:cTn id="50" dur="1000"/>
                                        <p:tgtEl>
                                          <p:spTgt spid="22"/>
                                        </p:tgtEl>
                                      </p:cBhvr>
                                    </p:animEffect>
                                  </p:childTnLst>
                                </p:cTn>
                              </p:par>
                              <p:par>
                                <p:cTn id="51" presetID="5" presetClass="entr" presetSubtype="10" fill="hold" nodeType="withEffect">
                                  <p:stCondLst>
                                    <p:cond delay="0"/>
                                  </p:stCondLst>
                                  <p:childTnLst>
                                    <p:set>
                                      <p:cBhvr>
                                        <p:cTn id="52" dur="1" fill="hold">
                                          <p:stCondLst>
                                            <p:cond delay="0"/>
                                          </p:stCondLst>
                                        </p:cTn>
                                        <p:tgtEl>
                                          <p:spTgt spid="21"/>
                                        </p:tgtEl>
                                        <p:attrNameLst>
                                          <p:attrName>style.visibility</p:attrName>
                                        </p:attrNameLst>
                                      </p:cBhvr>
                                      <p:to>
                                        <p:strVal val="visible"/>
                                      </p:to>
                                    </p:set>
                                    <p:animEffect transition="in" filter="checkerboard(across)">
                                      <p:cBhvr>
                                        <p:cTn id="53" dur="1000"/>
                                        <p:tgtEl>
                                          <p:spTgt spid="21"/>
                                        </p:tgtEl>
                                      </p:cBhvr>
                                    </p:animEffect>
                                  </p:childTnLst>
                                </p:cTn>
                              </p:par>
                              <p:par>
                                <p:cTn id="54" presetID="5" presetClass="exit" presetSubtype="10" fill="hold" nodeType="withEffect">
                                  <p:stCondLst>
                                    <p:cond delay="0"/>
                                  </p:stCondLst>
                                  <p:childTnLst>
                                    <p:animEffect transition="out" filter="checkerboard(across)">
                                      <p:cBhvr>
                                        <p:cTn id="55" dur="500"/>
                                        <p:tgtEl>
                                          <p:spTgt spid="13"/>
                                        </p:tgtEl>
                                      </p:cBhvr>
                                    </p:animEffect>
                                    <p:set>
                                      <p:cBhvr>
                                        <p:cTn id="56" dur="1" fill="hold">
                                          <p:stCondLst>
                                            <p:cond delay="499"/>
                                          </p:stCondLst>
                                        </p:cTn>
                                        <p:tgtEl>
                                          <p:spTgt spid="13"/>
                                        </p:tgtEl>
                                        <p:attrNameLst>
                                          <p:attrName>style.visibility</p:attrName>
                                        </p:attrNameLst>
                                      </p:cBhvr>
                                      <p:to>
                                        <p:strVal val="hidden"/>
                                      </p:to>
                                    </p:set>
                                  </p:childTnLst>
                                </p:cTn>
                              </p:par>
                              <p:par>
                                <p:cTn id="57" presetID="5" presetClass="exit" presetSubtype="10" fill="hold" nodeType="withEffect">
                                  <p:stCondLst>
                                    <p:cond delay="0"/>
                                  </p:stCondLst>
                                  <p:childTnLst>
                                    <p:animEffect transition="out" filter="checkerboard(across)">
                                      <p:cBhvr>
                                        <p:cTn id="58" dur="500"/>
                                        <p:tgtEl>
                                          <p:spTgt spid="19"/>
                                        </p:tgtEl>
                                      </p:cBhvr>
                                    </p:animEffect>
                                    <p:set>
                                      <p:cBhvr>
                                        <p:cTn id="59" dur="1" fill="hold">
                                          <p:stCondLst>
                                            <p:cond delay="499"/>
                                          </p:stCondLst>
                                        </p:cTn>
                                        <p:tgtEl>
                                          <p:spTgt spid="19"/>
                                        </p:tgtEl>
                                        <p:attrNameLst>
                                          <p:attrName>style.visibility</p:attrName>
                                        </p:attrNameLst>
                                      </p:cBhvr>
                                      <p:to>
                                        <p:strVal val="hidden"/>
                                      </p:to>
                                    </p:set>
                                  </p:childTnLst>
                                </p:cTn>
                              </p:par>
                            </p:childTnLst>
                          </p:cTn>
                        </p:par>
                      </p:childTnLst>
                    </p:cTn>
                  </p:par>
                  <p:par>
                    <p:cTn id="60" fill="hold">
                      <p:stCondLst>
                        <p:cond delay="indefinite"/>
                      </p:stCondLst>
                      <p:childTnLst>
                        <p:par>
                          <p:cTn id="61" fill="hold">
                            <p:stCondLst>
                              <p:cond delay="0"/>
                            </p:stCondLst>
                            <p:childTnLst>
                              <p:par>
                                <p:cTn id="62" presetID="5" presetClass="exit" presetSubtype="10" fill="hold" grpId="1" nodeType="clickEffect">
                                  <p:stCondLst>
                                    <p:cond delay="0"/>
                                  </p:stCondLst>
                                  <p:childTnLst>
                                    <p:animEffect transition="out" filter="checkerboard(across)">
                                      <p:cBhvr>
                                        <p:cTn id="63" dur="1000"/>
                                        <p:tgtEl>
                                          <p:spTgt spid="22"/>
                                        </p:tgtEl>
                                      </p:cBhvr>
                                    </p:animEffect>
                                    <p:set>
                                      <p:cBhvr>
                                        <p:cTn id="64" dur="1" fill="hold">
                                          <p:stCondLst>
                                            <p:cond delay="999"/>
                                          </p:stCondLst>
                                        </p:cTn>
                                        <p:tgtEl>
                                          <p:spTgt spid="22"/>
                                        </p:tgtEl>
                                        <p:attrNameLst>
                                          <p:attrName>style.visibility</p:attrName>
                                        </p:attrNameLst>
                                      </p:cBhvr>
                                      <p:to>
                                        <p:strVal val="hidden"/>
                                      </p:to>
                                    </p:set>
                                  </p:childTnLst>
                                </p:cTn>
                              </p:par>
                              <p:par>
                                <p:cTn id="65" presetID="5" presetClass="entr" presetSubtype="10" fill="hold" nodeType="withEffect">
                                  <p:stCondLst>
                                    <p:cond delay="0"/>
                                  </p:stCondLst>
                                  <p:childTnLst>
                                    <p:set>
                                      <p:cBhvr>
                                        <p:cTn id="66" dur="1" fill="hold">
                                          <p:stCondLst>
                                            <p:cond delay="0"/>
                                          </p:stCondLst>
                                        </p:cTn>
                                        <p:tgtEl>
                                          <p:spTgt spid="23"/>
                                        </p:tgtEl>
                                        <p:attrNameLst>
                                          <p:attrName>style.visibility</p:attrName>
                                        </p:attrNameLst>
                                      </p:cBhvr>
                                      <p:to>
                                        <p:strVal val="visible"/>
                                      </p:to>
                                    </p:set>
                                    <p:animEffect transition="in" filter="checkerboard(across)">
                                      <p:cBhvr>
                                        <p:cTn id="67" dur="1000"/>
                                        <p:tgtEl>
                                          <p:spTgt spid="23"/>
                                        </p:tgtEl>
                                      </p:cBhvr>
                                    </p:animEffect>
                                  </p:childTnLst>
                                </p:cTn>
                              </p:par>
                              <p:par>
                                <p:cTn id="68" presetID="5" presetClass="entr" presetSubtype="10" fill="hold" grpId="0" nodeType="withEffect">
                                  <p:stCondLst>
                                    <p:cond delay="0"/>
                                  </p:stCondLst>
                                  <p:childTnLst>
                                    <p:set>
                                      <p:cBhvr>
                                        <p:cTn id="69" dur="1" fill="hold">
                                          <p:stCondLst>
                                            <p:cond delay="0"/>
                                          </p:stCondLst>
                                        </p:cTn>
                                        <p:tgtEl>
                                          <p:spTgt spid="24"/>
                                        </p:tgtEl>
                                        <p:attrNameLst>
                                          <p:attrName>style.visibility</p:attrName>
                                        </p:attrNameLst>
                                      </p:cBhvr>
                                      <p:to>
                                        <p:strVal val="visible"/>
                                      </p:to>
                                    </p:set>
                                    <p:animEffect transition="in" filter="checkerboard(across)">
                                      <p:cBhvr>
                                        <p:cTn id="70" dur="1000"/>
                                        <p:tgtEl>
                                          <p:spTgt spid="24"/>
                                        </p:tgtEl>
                                      </p:cBhvr>
                                    </p:animEffect>
                                  </p:childTnLst>
                                </p:cTn>
                              </p:par>
                            </p:childTnLst>
                          </p:cTn>
                        </p:par>
                      </p:childTnLst>
                    </p:cTn>
                  </p:par>
                  <p:par>
                    <p:cTn id="71" fill="hold">
                      <p:stCondLst>
                        <p:cond delay="indefinite"/>
                      </p:stCondLst>
                      <p:childTnLst>
                        <p:par>
                          <p:cTn id="72" fill="hold">
                            <p:stCondLst>
                              <p:cond delay="0"/>
                            </p:stCondLst>
                            <p:childTnLst>
                              <p:par>
                                <p:cTn id="73" presetID="5" presetClass="exit" presetSubtype="10" fill="hold" grpId="1" nodeType="clickEffect">
                                  <p:stCondLst>
                                    <p:cond delay="0"/>
                                  </p:stCondLst>
                                  <p:childTnLst>
                                    <p:animEffect transition="out" filter="checkerboard(across)">
                                      <p:cBhvr>
                                        <p:cTn id="74" dur="1000"/>
                                        <p:tgtEl>
                                          <p:spTgt spid="24"/>
                                        </p:tgtEl>
                                      </p:cBhvr>
                                    </p:animEffect>
                                    <p:set>
                                      <p:cBhvr>
                                        <p:cTn id="75" dur="1" fill="hold">
                                          <p:stCondLst>
                                            <p:cond delay="999"/>
                                          </p:stCondLst>
                                        </p:cTn>
                                        <p:tgtEl>
                                          <p:spTgt spid="24"/>
                                        </p:tgtEl>
                                        <p:attrNameLst>
                                          <p:attrName>style.visibility</p:attrName>
                                        </p:attrNameLst>
                                      </p:cBhvr>
                                      <p:to>
                                        <p:strVal val="hidden"/>
                                      </p:to>
                                    </p:set>
                                  </p:childTnLst>
                                </p:cTn>
                              </p:par>
                              <p:par>
                                <p:cTn id="76" presetID="5" presetClass="entr" presetSubtype="10" fill="hold" grpId="0" nodeType="withEffect">
                                  <p:stCondLst>
                                    <p:cond delay="0"/>
                                  </p:stCondLst>
                                  <p:childTnLst>
                                    <p:set>
                                      <p:cBhvr>
                                        <p:cTn id="77" dur="1" fill="hold">
                                          <p:stCondLst>
                                            <p:cond delay="0"/>
                                          </p:stCondLst>
                                        </p:cTn>
                                        <p:tgtEl>
                                          <p:spTgt spid="27"/>
                                        </p:tgtEl>
                                        <p:attrNameLst>
                                          <p:attrName>style.visibility</p:attrName>
                                        </p:attrNameLst>
                                      </p:cBhvr>
                                      <p:to>
                                        <p:strVal val="visible"/>
                                      </p:to>
                                    </p:set>
                                    <p:animEffect transition="in" filter="checkerboard(across)">
                                      <p:cBhvr>
                                        <p:cTn id="78" dur="1000"/>
                                        <p:tgtEl>
                                          <p:spTgt spid="27"/>
                                        </p:tgtEl>
                                      </p:cBhvr>
                                    </p:animEffect>
                                  </p:childTnLst>
                                </p:cTn>
                              </p:par>
                              <p:par>
                                <p:cTn id="79" presetID="5" presetClass="entr" presetSubtype="10" fill="hold" grpId="0" nodeType="withEffect">
                                  <p:stCondLst>
                                    <p:cond delay="0"/>
                                  </p:stCondLst>
                                  <p:childTnLst>
                                    <p:set>
                                      <p:cBhvr>
                                        <p:cTn id="80" dur="1" fill="hold">
                                          <p:stCondLst>
                                            <p:cond delay="0"/>
                                          </p:stCondLst>
                                        </p:cTn>
                                        <p:tgtEl>
                                          <p:spTgt spid="28"/>
                                        </p:tgtEl>
                                        <p:attrNameLst>
                                          <p:attrName>style.visibility</p:attrName>
                                        </p:attrNameLst>
                                      </p:cBhvr>
                                      <p:to>
                                        <p:strVal val="visible"/>
                                      </p:to>
                                    </p:set>
                                    <p:animEffect transition="in" filter="checkerboard(across)">
                                      <p:cBhvr>
                                        <p:cTn id="81" dur="500"/>
                                        <p:tgtEl>
                                          <p:spTgt spid="28"/>
                                        </p:tgtEl>
                                      </p:cBhvr>
                                    </p:animEffect>
                                  </p:childTnLst>
                                </p:cTn>
                              </p:par>
                              <p:par>
                                <p:cTn id="82" presetID="5" presetClass="entr" presetSubtype="10" fill="hold" grpId="0" nodeType="withEffect">
                                  <p:stCondLst>
                                    <p:cond delay="0"/>
                                  </p:stCondLst>
                                  <p:childTnLst>
                                    <p:set>
                                      <p:cBhvr>
                                        <p:cTn id="83" dur="1" fill="hold">
                                          <p:stCondLst>
                                            <p:cond delay="0"/>
                                          </p:stCondLst>
                                        </p:cTn>
                                        <p:tgtEl>
                                          <p:spTgt spid="29"/>
                                        </p:tgtEl>
                                        <p:attrNameLst>
                                          <p:attrName>style.visibility</p:attrName>
                                        </p:attrNameLst>
                                      </p:cBhvr>
                                      <p:to>
                                        <p:strVal val="visible"/>
                                      </p:to>
                                    </p:set>
                                    <p:animEffect transition="in" filter="checkerboard(across)">
                                      <p:cBhvr>
                                        <p:cTn id="84" dur="500"/>
                                        <p:tgtEl>
                                          <p:spTgt spid="29"/>
                                        </p:tgtEl>
                                      </p:cBhvr>
                                    </p:animEffect>
                                  </p:childTnLst>
                                </p:cTn>
                              </p:par>
                            </p:childTnLst>
                          </p:cTn>
                        </p:par>
                      </p:childTnLst>
                    </p:cTn>
                  </p:par>
                  <p:par>
                    <p:cTn id="85" fill="hold">
                      <p:stCondLst>
                        <p:cond delay="indefinite"/>
                      </p:stCondLst>
                      <p:childTnLst>
                        <p:par>
                          <p:cTn id="86" fill="hold">
                            <p:stCondLst>
                              <p:cond delay="0"/>
                            </p:stCondLst>
                            <p:childTnLst>
                              <p:par>
                                <p:cTn id="87" presetID="5" presetClass="exit" presetSubtype="10" fill="hold" grpId="1" nodeType="clickEffect">
                                  <p:stCondLst>
                                    <p:cond delay="0"/>
                                  </p:stCondLst>
                                  <p:childTnLst>
                                    <p:animEffect transition="out" filter="checkerboard(across)">
                                      <p:cBhvr>
                                        <p:cTn id="88" dur="1000"/>
                                        <p:tgtEl>
                                          <p:spTgt spid="27"/>
                                        </p:tgtEl>
                                      </p:cBhvr>
                                    </p:animEffect>
                                    <p:set>
                                      <p:cBhvr>
                                        <p:cTn id="89" dur="1" fill="hold">
                                          <p:stCondLst>
                                            <p:cond delay="999"/>
                                          </p:stCondLst>
                                        </p:cTn>
                                        <p:tgtEl>
                                          <p:spTgt spid="27"/>
                                        </p:tgtEl>
                                        <p:attrNameLst>
                                          <p:attrName>style.visibility</p:attrName>
                                        </p:attrNameLst>
                                      </p:cBhvr>
                                      <p:to>
                                        <p:strVal val="hidden"/>
                                      </p:to>
                                    </p:set>
                                  </p:childTnLst>
                                </p:cTn>
                              </p:par>
                              <p:par>
                                <p:cTn id="90" presetID="4" presetClass="entr" presetSubtype="16" fill="hold" nodeType="withEffect">
                                  <p:stCondLst>
                                    <p:cond delay="0"/>
                                  </p:stCondLst>
                                  <p:childTnLst>
                                    <p:set>
                                      <p:cBhvr>
                                        <p:cTn id="91" dur="1" fill="hold">
                                          <p:stCondLst>
                                            <p:cond delay="0"/>
                                          </p:stCondLst>
                                        </p:cTn>
                                        <p:tgtEl>
                                          <p:spTgt spid="30"/>
                                        </p:tgtEl>
                                        <p:attrNameLst>
                                          <p:attrName>style.visibility</p:attrName>
                                        </p:attrNameLst>
                                      </p:cBhvr>
                                      <p:to>
                                        <p:strVal val="visible"/>
                                      </p:to>
                                    </p:set>
                                    <p:animEffect transition="in" filter="box(in)">
                                      <p:cBhvr>
                                        <p:cTn id="92" dur="1000"/>
                                        <p:tgtEl>
                                          <p:spTgt spid="30"/>
                                        </p:tgtEl>
                                      </p:cBhvr>
                                    </p:animEffect>
                                  </p:childTnLst>
                                </p:cTn>
                              </p:par>
                              <p:par>
                                <p:cTn id="93" presetID="5" presetClass="exit" presetSubtype="10" fill="hold" grpId="1" nodeType="withEffect">
                                  <p:stCondLst>
                                    <p:cond delay="0"/>
                                  </p:stCondLst>
                                  <p:childTnLst>
                                    <p:animEffect transition="out" filter="checkerboard(across)">
                                      <p:cBhvr>
                                        <p:cTn id="94" dur="500"/>
                                        <p:tgtEl>
                                          <p:spTgt spid="29"/>
                                        </p:tgtEl>
                                      </p:cBhvr>
                                    </p:animEffect>
                                    <p:set>
                                      <p:cBhvr>
                                        <p:cTn id="95" dur="1" fill="hold">
                                          <p:stCondLst>
                                            <p:cond delay="499"/>
                                          </p:stCondLst>
                                        </p:cTn>
                                        <p:tgtEl>
                                          <p:spTgt spid="29"/>
                                        </p:tgtEl>
                                        <p:attrNameLst>
                                          <p:attrName>style.visibility</p:attrName>
                                        </p:attrNameLst>
                                      </p:cBhvr>
                                      <p:to>
                                        <p:strVal val="hidden"/>
                                      </p:to>
                                    </p:set>
                                  </p:childTnLst>
                                </p:cTn>
                              </p:par>
                              <p:par>
                                <p:cTn id="96" presetID="5" presetClass="exit" presetSubtype="10" fill="hold" grpId="1" nodeType="withEffect">
                                  <p:stCondLst>
                                    <p:cond delay="0"/>
                                  </p:stCondLst>
                                  <p:childTnLst>
                                    <p:animEffect transition="out" filter="checkerboard(across)">
                                      <p:cBhvr>
                                        <p:cTn id="97" dur="500"/>
                                        <p:tgtEl>
                                          <p:spTgt spid="28"/>
                                        </p:tgtEl>
                                      </p:cBhvr>
                                    </p:animEffect>
                                    <p:set>
                                      <p:cBhvr>
                                        <p:cTn id="98" dur="1" fill="hold">
                                          <p:stCondLst>
                                            <p:cond delay="499"/>
                                          </p:stCondLst>
                                        </p:cTn>
                                        <p:tgtEl>
                                          <p:spTgt spid="28"/>
                                        </p:tgtEl>
                                        <p:attrNameLst>
                                          <p:attrName>style.visibility</p:attrName>
                                        </p:attrNameLst>
                                      </p:cBhvr>
                                      <p:to>
                                        <p:strVal val="hidden"/>
                                      </p:to>
                                    </p:set>
                                  </p:childTnLst>
                                </p:cTn>
                              </p:par>
                              <p:par>
                                <p:cTn id="99" presetID="5" presetClass="exit" presetSubtype="10" fill="hold" nodeType="withEffect">
                                  <p:stCondLst>
                                    <p:cond delay="0"/>
                                  </p:stCondLst>
                                  <p:childTnLst>
                                    <p:animEffect transition="out" filter="checkerboard(across)">
                                      <p:cBhvr>
                                        <p:cTn id="100" dur="500"/>
                                        <p:tgtEl>
                                          <p:spTgt spid="23"/>
                                        </p:tgtEl>
                                      </p:cBhvr>
                                    </p:animEffect>
                                    <p:set>
                                      <p:cBhvr>
                                        <p:cTn id="101" dur="1" fill="hold">
                                          <p:stCondLst>
                                            <p:cond delay="499"/>
                                          </p:stCondLst>
                                        </p:cTn>
                                        <p:tgtEl>
                                          <p:spTgt spid="23"/>
                                        </p:tgtEl>
                                        <p:attrNameLst>
                                          <p:attrName>style.visibility</p:attrName>
                                        </p:attrNameLst>
                                      </p:cBhvr>
                                      <p:to>
                                        <p:strVal val="hidden"/>
                                      </p:to>
                                    </p:set>
                                  </p:childTnLst>
                                </p:cTn>
                              </p:par>
                              <p:par>
                                <p:cTn id="102" presetID="5" presetClass="exit" presetSubtype="10" fill="hold" nodeType="withEffect">
                                  <p:stCondLst>
                                    <p:cond delay="0"/>
                                  </p:stCondLst>
                                  <p:childTnLst>
                                    <p:animEffect transition="out" filter="checkerboard(across)">
                                      <p:cBhvr>
                                        <p:cTn id="103" dur="500"/>
                                        <p:tgtEl>
                                          <p:spTgt spid="21"/>
                                        </p:tgtEl>
                                      </p:cBhvr>
                                    </p:animEffect>
                                    <p:set>
                                      <p:cBhvr>
                                        <p:cTn id="104" dur="1" fill="hold">
                                          <p:stCondLst>
                                            <p:cond delay="499"/>
                                          </p:stCondLst>
                                        </p:cTn>
                                        <p:tgtEl>
                                          <p:spTgt spid="21"/>
                                        </p:tgtEl>
                                        <p:attrNameLst>
                                          <p:attrName>style.visibility</p:attrName>
                                        </p:attrNameLst>
                                      </p:cBhvr>
                                      <p:to>
                                        <p:strVal val="hidden"/>
                                      </p:to>
                                    </p:set>
                                  </p:childTnLst>
                                </p:cTn>
                              </p:par>
                            </p:childTnLst>
                          </p:cTn>
                        </p:par>
                      </p:childTnLst>
                    </p:cTn>
                  </p:par>
                  <p:par>
                    <p:cTn id="105" fill="hold">
                      <p:stCondLst>
                        <p:cond delay="indefinite"/>
                      </p:stCondLst>
                      <p:childTnLst>
                        <p:par>
                          <p:cTn id="106" fill="hold">
                            <p:stCondLst>
                              <p:cond delay="0"/>
                            </p:stCondLst>
                            <p:childTnLst>
                              <p:par>
                                <p:cTn id="107" presetID="0" presetClass="path" presetSubtype="0" accel="50000" decel="50000" fill="hold" nodeType="clickEffect">
                                  <p:stCondLst>
                                    <p:cond delay="0"/>
                                  </p:stCondLst>
                                  <p:childTnLst>
                                    <p:animMotion origin="layout" path="M -4.16667E-6 -3.75723E-6 L -0.28402 0.00255 " pathEditMode="relative" rAng="0" ptsTypes="AA">
                                      <p:cBhvr>
                                        <p:cTn id="108" dur="2000" fill="hold"/>
                                        <p:tgtEl>
                                          <p:spTgt spid="30"/>
                                        </p:tgtEl>
                                        <p:attrNameLst>
                                          <p:attrName>ppt_x</p:attrName>
                                          <p:attrName>ppt_y</p:attrName>
                                        </p:attrNameLst>
                                      </p:cBhvr>
                                      <p:rCtr x="-142" y="1"/>
                                    </p:animMotion>
                                  </p:childTnLst>
                                </p:cTn>
                              </p:par>
                            </p:childTnLst>
                          </p:cTn>
                        </p:par>
                      </p:childTnLst>
                    </p:cTn>
                  </p:par>
                  <p:par>
                    <p:cTn id="109" fill="hold">
                      <p:stCondLst>
                        <p:cond delay="indefinite"/>
                      </p:stCondLst>
                      <p:childTnLst>
                        <p:par>
                          <p:cTn id="110" fill="hold">
                            <p:stCondLst>
                              <p:cond delay="0"/>
                            </p:stCondLst>
                            <p:childTnLst>
                              <p:par>
                                <p:cTn id="111" presetID="5" presetClass="exit" presetSubtype="10" fill="hold" nodeType="clickEffect">
                                  <p:stCondLst>
                                    <p:cond delay="0"/>
                                  </p:stCondLst>
                                  <p:childTnLst>
                                    <p:animEffect transition="out" filter="checkerboard(across)">
                                      <p:cBhvr>
                                        <p:cTn id="112" dur="1000"/>
                                        <p:tgtEl>
                                          <p:spTgt spid="30"/>
                                        </p:tgtEl>
                                      </p:cBhvr>
                                    </p:animEffect>
                                    <p:set>
                                      <p:cBhvr>
                                        <p:cTn id="113" dur="1" fill="hold">
                                          <p:stCondLst>
                                            <p:cond delay="999"/>
                                          </p:stCondLst>
                                        </p:cTn>
                                        <p:tgtEl>
                                          <p:spTgt spid="30"/>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1" grpId="1" animBg="1"/>
      <p:bldP spid="15" grpId="0" animBg="1"/>
      <p:bldP spid="15" grpId="1" animBg="1"/>
      <p:bldP spid="18" grpId="0" animBg="1"/>
      <p:bldP spid="18" grpId="1" animBg="1"/>
      <p:bldP spid="22" grpId="0" animBg="1"/>
      <p:bldP spid="22" grpId="1" animBg="1"/>
      <p:bldP spid="24" grpId="0" animBg="1"/>
      <p:bldP spid="24" grpId="1" animBg="1"/>
      <p:bldP spid="27" grpId="0" animBg="1"/>
      <p:bldP spid="27" grpId="1" animBg="1"/>
      <p:bldP spid="28" grpId="0" animBg="1"/>
      <p:bldP spid="28" grpId="1" animBg="1"/>
      <p:bldP spid="29" grpId="0" animBg="1"/>
      <p:bldP spid="29" grpId="1"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Rectangle 19"/>
          <p:cNvSpPr/>
          <p:nvPr/>
        </p:nvSpPr>
        <p:spPr>
          <a:xfrm>
            <a:off x="174171" y="1248230"/>
            <a:ext cx="8795658" cy="5428342"/>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8" name="Titre 1"/>
          <p:cNvSpPr>
            <a:spLocks noGrp="1"/>
          </p:cNvSpPr>
          <p:nvPr>
            <p:ph type="title"/>
          </p:nvPr>
        </p:nvSpPr>
        <p:spPr>
          <a:xfrm>
            <a:off x="301752" y="228600"/>
            <a:ext cx="8534400" cy="758952"/>
          </a:xfrm>
        </p:spPr>
        <p:txBody>
          <a:bodyPr>
            <a:noAutofit/>
          </a:bodyPr>
          <a:lstStyle/>
          <a:p>
            <a:r>
              <a:rPr lang="fr-FR" sz="2600" b="1" dirty="0" smtClean="0">
                <a:solidFill>
                  <a:srgbClr val="C00000"/>
                </a:solidFill>
              </a:rPr>
              <a:t>L’importance du catalogue global dans le processus  d’autorisation</a:t>
            </a:r>
            <a:endParaRPr lang="fr-FR" sz="2600" dirty="0">
              <a:solidFill>
                <a:srgbClr val="C00000"/>
              </a:solidFill>
            </a:endParaRPr>
          </a:p>
        </p:txBody>
      </p:sp>
      <p:sp>
        <p:nvSpPr>
          <p:cNvPr id="15" name="Rectangle à coins arrondis 14"/>
          <p:cNvSpPr/>
          <p:nvPr/>
        </p:nvSpPr>
        <p:spPr>
          <a:xfrm>
            <a:off x="181445" y="5566243"/>
            <a:ext cx="8723085" cy="1103085"/>
          </a:xfrm>
          <a:prstGeom prst="round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fr-FR" sz="2200" dirty="0" smtClean="0"/>
              <a:t>1. Le client demande l'accès à une ressource se trouvant sur un serveur XYZ</a:t>
            </a:r>
            <a:endParaRPr lang="fr-FR" sz="2200" dirty="0"/>
          </a:p>
        </p:txBody>
      </p:sp>
      <p:pic>
        <p:nvPicPr>
          <p:cNvPr id="17" name="Picture 2"/>
          <p:cNvPicPr>
            <a:picLocks noChangeAspect="1" noChangeArrowheads="1"/>
          </p:cNvPicPr>
          <p:nvPr/>
        </p:nvPicPr>
        <p:blipFill>
          <a:blip r:embed="rId2"/>
          <a:srcRect l="41727" t="17571" r="34330" b="21147"/>
          <a:stretch>
            <a:fillRect/>
          </a:stretch>
        </p:blipFill>
        <p:spPr bwMode="auto">
          <a:xfrm>
            <a:off x="4049487" y="1306282"/>
            <a:ext cx="2017484" cy="3460888"/>
          </a:xfrm>
          <a:prstGeom prst="rect">
            <a:avLst/>
          </a:prstGeom>
          <a:noFill/>
          <a:ln w="9525">
            <a:noFill/>
            <a:miter lim="800000"/>
            <a:headEnd/>
            <a:tailEnd/>
          </a:ln>
          <a:effectLst/>
        </p:spPr>
      </p:pic>
      <p:pic>
        <p:nvPicPr>
          <p:cNvPr id="19" name="Picture 2"/>
          <p:cNvPicPr>
            <a:picLocks noChangeAspect="1" noChangeArrowheads="1"/>
          </p:cNvPicPr>
          <p:nvPr/>
        </p:nvPicPr>
        <p:blipFill>
          <a:blip r:embed="rId2"/>
          <a:srcRect l="83482" t="38628" b="21583"/>
          <a:stretch>
            <a:fillRect/>
          </a:stretch>
        </p:blipFill>
        <p:spPr bwMode="auto">
          <a:xfrm>
            <a:off x="7205729" y="2510972"/>
            <a:ext cx="1735075" cy="2801258"/>
          </a:xfrm>
          <a:prstGeom prst="rect">
            <a:avLst/>
          </a:prstGeom>
          <a:noFill/>
          <a:ln w="9525">
            <a:noFill/>
            <a:miter lim="800000"/>
            <a:headEnd/>
            <a:tailEnd/>
          </a:ln>
          <a:effectLst/>
        </p:spPr>
      </p:pic>
      <p:grpSp>
        <p:nvGrpSpPr>
          <p:cNvPr id="23" name="Groupe 22"/>
          <p:cNvGrpSpPr/>
          <p:nvPr/>
        </p:nvGrpSpPr>
        <p:grpSpPr>
          <a:xfrm>
            <a:off x="290280" y="2032003"/>
            <a:ext cx="1899289" cy="3512457"/>
            <a:chOff x="248825" y="2032000"/>
            <a:chExt cx="1899289" cy="3512457"/>
          </a:xfrm>
        </p:grpSpPr>
        <p:pic>
          <p:nvPicPr>
            <p:cNvPr id="16" name="Picture 2"/>
            <p:cNvPicPr>
              <a:picLocks noChangeAspect="1" noChangeArrowheads="1"/>
            </p:cNvPicPr>
            <p:nvPr/>
          </p:nvPicPr>
          <p:blipFill>
            <a:blip r:embed="rId2"/>
            <a:srcRect t="37466" r="80001" b="7351"/>
            <a:stretch>
              <a:fillRect/>
            </a:stretch>
          </p:blipFill>
          <p:spPr bwMode="auto">
            <a:xfrm>
              <a:off x="248825" y="2032000"/>
              <a:ext cx="1899289" cy="3512457"/>
            </a:xfrm>
            <a:prstGeom prst="rect">
              <a:avLst/>
            </a:prstGeom>
            <a:noFill/>
            <a:ln w="9525">
              <a:noFill/>
              <a:miter lim="800000"/>
              <a:headEnd/>
              <a:tailEnd/>
            </a:ln>
            <a:effectLst/>
          </p:spPr>
        </p:pic>
        <p:sp>
          <p:nvSpPr>
            <p:cNvPr id="22" name="Rectangle 21"/>
            <p:cNvSpPr/>
            <p:nvPr/>
          </p:nvSpPr>
          <p:spPr>
            <a:xfrm>
              <a:off x="1364343" y="2104571"/>
              <a:ext cx="783771" cy="566058"/>
            </a:xfrm>
            <a:prstGeom prst="rect">
              <a:avLst/>
            </a:prstGeom>
            <a:ln>
              <a:solidFill>
                <a:schemeClr val="bg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fr-FR"/>
            </a:p>
          </p:txBody>
        </p:sp>
      </p:grpSp>
      <p:pic>
        <p:nvPicPr>
          <p:cNvPr id="21" name="Picture 2"/>
          <p:cNvPicPr>
            <a:picLocks noChangeAspect="1" noChangeArrowheads="1"/>
          </p:cNvPicPr>
          <p:nvPr/>
        </p:nvPicPr>
        <p:blipFill>
          <a:blip r:embed="rId2"/>
          <a:srcRect l="11976" t="39632" r="65962" b="52615"/>
          <a:stretch>
            <a:fillRect/>
          </a:stretch>
        </p:blipFill>
        <p:spPr bwMode="auto">
          <a:xfrm>
            <a:off x="1553028" y="2235202"/>
            <a:ext cx="2095216" cy="493485"/>
          </a:xfrm>
          <a:prstGeom prst="rect">
            <a:avLst/>
          </a:prstGeom>
          <a:noFill/>
          <a:ln w="9525">
            <a:noFill/>
            <a:miter lim="800000"/>
            <a:headEnd/>
            <a:tailEnd/>
          </a:ln>
          <a:effectLst/>
        </p:spPr>
      </p:pic>
      <p:sp>
        <p:nvSpPr>
          <p:cNvPr id="24" name="Rectangle à coins arrondis 23"/>
          <p:cNvSpPr/>
          <p:nvPr/>
        </p:nvSpPr>
        <p:spPr>
          <a:xfrm>
            <a:off x="174191" y="5573503"/>
            <a:ext cx="8723085" cy="1103085"/>
          </a:xfrm>
          <a:prstGeom prst="round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fr-FR" sz="2200" dirty="0" smtClean="0"/>
              <a:t>2. Le client utilise le TGT pour accéder au service TGS sur le DC </a:t>
            </a:r>
            <a:endParaRPr lang="fr-FR" sz="2200" dirty="0"/>
          </a:p>
        </p:txBody>
      </p:sp>
      <p:pic>
        <p:nvPicPr>
          <p:cNvPr id="26" name="Picture 3"/>
          <p:cNvPicPr>
            <a:picLocks noChangeAspect="1" noChangeArrowheads="1"/>
          </p:cNvPicPr>
          <p:nvPr/>
        </p:nvPicPr>
        <p:blipFill>
          <a:blip r:embed="rId3"/>
          <a:srcRect l="38225" t="45030" r="51401" b="38464"/>
          <a:stretch>
            <a:fillRect/>
          </a:stretch>
        </p:blipFill>
        <p:spPr bwMode="auto">
          <a:xfrm>
            <a:off x="3860800" y="2888343"/>
            <a:ext cx="856342" cy="887482"/>
          </a:xfrm>
          <a:prstGeom prst="rect">
            <a:avLst/>
          </a:prstGeom>
          <a:noFill/>
          <a:ln w="9525">
            <a:noFill/>
            <a:miter lim="800000"/>
            <a:headEnd/>
            <a:tailEnd/>
          </a:ln>
          <a:effectLst/>
        </p:spPr>
      </p:pic>
      <p:pic>
        <p:nvPicPr>
          <p:cNvPr id="25" name="Picture 3"/>
          <p:cNvPicPr>
            <a:picLocks noChangeAspect="1" noChangeArrowheads="1"/>
          </p:cNvPicPr>
          <p:nvPr/>
        </p:nvPicPr>
        <p:blipFill>
          <a:blip r:embed="rId3"/>
          <a:srcRect l="26813" t="52124" r="64321" b="37451"/>
          <a:stretch>
            <a:fillRect/>
          </a:stretch>
        </p:blipFill>
        <p:spPr bwMode="auto">
          <a:xfrm>
            <a:off x="2162628" y="2975427"/>
            <a:ext cx="909560" cy="696686"/>
          </a:xfrm>
          <a:prstGeom prst="rect">
            <a:avLst/>
          </a:prstGeom>
          <a:noFill/>
          <a:ln w="9525">
            <a:noFill/>
            <a:miter lim="800000"/>
            <a:headEnd/>
            <a:tailEnd/>
          </a:ln>
          <a:effectLst/>
        </p:spPr>
      </p:pic>
      <p:sp>
        <p:nvSpPr>
          <p:cNvPr id="27" name="Rectangle à coins arrondis 26"/>
          <p:cNvSpPr/>
          <p:nvPr/>
        </p:nvSpPr>
        <p:spPr>
          <a:xfrm>
            <a:off x="174177" y="5566233"/>
            <a:ext cx="8723085" cy="1103085"/>
          </a:xfrm>
          <a:prstGeom prst="round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fr-FR" sz="2200" dirty="0" smtClean="0"/>
              <a:t>3. Le TGS émet un ticket de session au client pour le serveur sur lequel se trouve la ressource</a:t>
            </a:r>
            <a:endParaRPr lang="fr-FR" sz="2200" dirty="0"/>
          </a:p>
        </p:txBody>
      </p:sp>
      <p:pic>
        <p:nvPicPr>
          <p:cNvPr id="29" name="Picture 4"/>
          <p:cNvPicPr>
            <a:picLocks noChangeAspect="1" noChangeArrowheads="1"/>
          </p:cNvPicPr>
          <p:nvPr/>
        </p:nvPicPr>
        <p:blipFill>
          <a:blip r:embed="rId4"/>
          <a:srcRect l="20386" t="30530" r="63714" b="34535"/>
          <a:stretch>
            <a:fillRect/>
          </a:stretch>
        </p:blipFill>
        <p:spPr bwMode="auto">
          <a:xfrm>
            <a:off x="3367315" y="1349825"/>
            <a:ext cx="1161143" cy="1727200"/>
          </a:xfrm>
          <a:prstGeom prst="rect">
            <a:avLst/>
          </a:prstGeom>
          <a:noFill/>
          <a:ln w="9525">
            <a:noFill/>
            <a:miter lim="800000"/>
            <a:headEnd/>
            <a:tailEnd/>
          </a:ln>
          <a:effectLst/>
        </p:spPr>
      </p:pic>
      <p:sp>
        <p:nvSpPr>
          <p:cNvPr id="34" name="Rectangle à coins arrondis 33"/>
          <p:cNvSpPr/>
          <p:nvPr/>
        </p:nvSpPr>
        <p:spPr>
          <a:xfrm>
            <a:off x="181437" y="5558979"/>
            <a:ext cx="8723085" cy="1103085"/>
          </a:xfrm>
          <a:prstGeom prst="round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fr-FR" sz="2200" dirty="0" smtClean="0"/>
              <a:t>4. Le client présente le ticket de session au serveur spécifiquement à l'autorité LSA (Local Sécurité </a:t>
            </a:r>
            <a:r>
              <a:rPr lang="fr-FR" sz="2200" dirty="0" err="1" smtClean="0"/>
              <a:t>Authority</a:t>
            </a:r>
            <a:r>
              <a:rPr lang="fr-FR" sz="2200" dirty="0" smtClean="0"/>
              <a:t>)</a:t>
            </a:r>
            <a:endParaRPr lang="fr-FR" sz="2200" dirty="0"/>
          </a:p>
        </p:txBody>
      </p:sp>
      <p:pic>
        <p:nvPicPr>
          <p:cNvPr id="35" name="Picture 2"/>
          <p:cNvPicPr>
            <a:picLocks noChangeAspect="1" noChangeArrowheads="1"/>
          </p:cNvPicPr>
          <p:nvPr/>
        </p:nvPicPr>
        <p:blipFill>
          <a:blip r:embed="rId5"/>
          <a:srcRect/>
          <a:stretch>
            <a:fillRect/>
          </a:stretch>
        </p:blipFill>
        <p:spPr bwMode="auto">
          <a:xfrm>
            <a:off x="1016000" y="3027815"/>
            <a:ext cx="909696" cy="774926"/>
          </a:xfrm>
          <a:prstGeom prst="rect">
            <a:avLst/>
          </a:prstGeom>
          <a:noFill/>
          <a:ln w="9525">
            <a:noFill/>
            <a:miter lim="800000"/>
            <a:headEnd/>
            <a:tailEnd/>
          </a:ln>
          <a:effectLst/>
        </p:spPr>
      </p:pic>
      <p:pic>
        <p:nvPicPr>
          <p:cNvPr id="2050" name="Picture 2"/>
          <p:cNvPicPr>
            <a:picLocks noChangeAspect="1" noChangeArrowheads="1"/>
          </p:cNvPicPr>
          <p:nvPr/>
        </p:nvPicPr>
        <p:blipFill>
          <a:blip r:embed="rId6"/>
          <a:srcRect/>
          <a:stretch>
            <a:fillRect/>
          </a:stretch>
        </p:blipFill>
        <p:spPr bwMode="auto">
          <a:xfrm>
            <a:off x="6831918" y="3294743"/>
            <a:ext cx="773320" cy="805996"/>
          </a:xfrm>
          <a:prstGeom prst="rect">
            <a:avLst/>
          </a:prstGeom>
          <a:noFill/>
          <a:ln w="9525">
            <a:noFill/>
            <a:miter lim="800000"/>
            <a:headEnd/>
            <a:tailEnd/>
          </a:ln>
          <a:effectLst/>
        </p:spPr>
      </p:pic>
      <p:sp>
        <p:nvSpPr>
          <p:cNvPr id="36" name="Rectangle à coins arrondis 35"/>
          <p:cNvSpPr/>
          <p:nvPr/>
        </p:nvSpPr>
        <p:spPr>
          <a:xfrm>
            <a:off x="159669" y="5566239"/>
            <a:ext cx="8723085" cy="1103085"/>
          </a:xfrm>
          <a:prstGeom prst="round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fr-FR" sz="2200" dirty="0" smtClean="0"/>
              <a:t>5. L'autorité LSA compare les identificateurs SID dans le jeton d'accès avec les groupes auxquels des autorisations sont affectées dans la liste DACL de la ressource. </a:t>
            </a:r>
            <a:endParaRPr lang="fr-FR" sz="2200" dirty="0"/>
          </a:p>
        </p:txBody>
      </p:sp>
      <p:pic>
        <p:nvPicPr>
          <p:cNvPr id="2051" name="Picture 3"/>
          <p:cNvPicPr>
            <a:picLocks noChangeAspect="1" noChangeArrowheads="1"/>
          </p:cNvPicPr>
          <p:nvPr/>
        </p:nvPicPr>
        <p:blipFill>
          <a:blip r:embed="rId7"/>
          <a:srcRect/>
          <a:stretch>
            <a:fillRect/>
          </a:stretch>
        </p:blipFill>
        <p:spPr bwMode="auto">
          <a:xfrm>
            <a:off x="6473370" y="2164845"/>
            <a:ext cx="1249363" cy="1149856"/>
          </a:xfrm>
          <a:prstGeom prst="rect">
            <a:avLst/>
          </a:prstGeom>
          <a:noFill/>
          <a:ln w="9525">
            <a:noFill/>
            <a:miter lim="800000"/>
            <a:headEnd/>
            <a:tailEnd/>
          </a:ln>
          <a:effec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nodeType="clickEffect">
                                  <p:stCondLst>
                                    <p:cond delay="0"/>
                                  </p:stCondLst>
                                  <p:childTnLst>
                                    <p:set>
                                      <p:cBhvr>
                                        <p:cTn id="6" dur="1" fill="hold">
                                          <p:stCondLst>
                                            <p:cond delay="0"/>
                                          </p:stCondLst>
                                        </p:cTn>
                                        <p:tgtEl>
                                          <p:spTgt spid="21"/>
                                        </p:tgtEl>
                                        <p:attrNameLst>
                                          <p:attrName>style.visibility</p:attrName>
                                        </p:attrNameLst>
                                      </p:cBhvr>
                                      <p:to>
                                        <p:strVal val="visible"/>
                                      </p:to>
                                    </p:set>
                                    <p:animEffect transition="in" filter="checkerboard(across)">
                                      <p:cBhvr>
                                        <p:cTn id="7" dur="500"/>
                                        <p:tgtEl>
                                          <p:spTgt spid="21"/>
                                        </p:tgtEl>
                                      </p:cBhvr>
                                    </p:animEffect>
                                  </p:childTnLst>
                                </p:cTn>
                              </p:par>
                              <p:par>
                                <p:cTn id="8" presetID="5" presetClass="entr" presetSubtype="10" fill="hold" grpId="0" nodeType="withEffect">
                                  <p:stCondLst>
                                    <p:cond delay="0"/>
                                  </p:stCondLst>
                                  <p:childTnLst>
                                    <p:set>
                                      <p:cBhvr>
                                        <p:cTn id="9" dur="1" fill="hold">
                                          <p:stCondLst>
                                            <p:cond delay="0"/>
                                          </p:stCondLst>
                                        </p:cTn>
                                        <p:tgtEl>
                                          <p:spTgt spid="15"/>
                                        </p:tgtEl>
                                        <p:attrNameLst>
                                          <p:attrName>style.visibility</p:attrName>
                                        </p:attrNameLst>
                                      </p:cBhvr>
                                      <p:to>
                                        <p:strVal val="visible"/>
                                      </p:to>
                                    </p:set>
                                    <p:animEffect transition="in" filter="checkerboard(across)">
                                      <p:cBhvr>
                                        <p:cTn id="10" dur="1000"/>
                                        <p:tgtEl>
                                          <p:spTgt spid="15"/>
                                        </p:tgtEl>
                                      </p:cBhvr>
                                    </p:animEffect>
                                  </p:childTnLst>
                                </p:cTn>
                              </p:par>
                            </p:childTnLst>
                          </p:cTn>
                        </p:par>
                      </p:childTnLst>
                    </p:cTn>
                  </p:par>
                  <p:par>
                    <p:cTn id="11" fill="hold">
                      <p:stCondLst>
                        <p:cond delay="indefinite"/>
                      </p:stCondLst>
                      <p:childTnLst>
                        <p:par>
                          <p:cTn id="12" fill="hold">
                            <p:stCondLst>
                              <p:cond delay="0"/>
                            </p:stCondLst>
                            <p:childTnLst>
                              <p:par>
                                <p:cTn id="13" presetID="5" presetClass="exit" presetSubtype="10" fill="hold" grpId="1" nodeType="clickEffect">
                                  <p:stCondLst>
                                    <p:cond delay="0"/>
                                  </p:stCondLst>
                                  <p:childTnLst>
                                    <p:animEffect transition="out" filter="checkerboard(across)">
                                      <p:cBhvr>
                                        <p:cTn id="14" dur="1000"/>
                                        <p:tgtEl>
                                          <p:spTgt spid="15"/>
                                        </p:tgtEl>
                                      </p:cBhvr>
                                    </p:animEffect>
                                    <p:set>
                                      <p:cBhvr>
                                        <p:cTn id="15" dur="1" fill="hold">
                                          <p:stCondLst>
                                            <p:cond delay="999"/>
                                          </p:stCondLst>
                                        </p:cTn>
                                        <p:tgtEl>
                                          <p:spTgt spid="15"/>
                                        </p:tgtEl>
                                        <p:attrNameLst>
                                          <p:attrName>style.visibility</p:attrName>
                                        </p:attrNameLst>
                                      </p:cBhvr>
                                      <p:to>
                                        <p:strVal val="hidden"/>
                                      </p:to>
                                    </p:set>
                                  </p:childTnLst>
                                </p:cTn>
                              </p:par>
                              <p:par>
                                <p:cTn id="16" presetID="5" presetClass="exit" presetSubtype="10" fill="hold" nodeType="withEffect">
                                  <p:stCondLst>
                                    <p:cond delay="0"/>
                                  </p:stCondLst>
                                  <p:childTnLst>
                                    <p:animEffect transition="out" filter="checkerboard(across)">
                                      <p:cBhvr>
                                        <p:cTn id="17" dur="500"/>
                                        <p:tgtEl>
                                          <p:spTgt spid="21"/>
                                        </p:tgtEl>
                                      </p:cBhvr>
                                    </p:animEffect>
                                    <p:set>
                                      <p:cBhvr>
                                        <p:cTn id="18" dur="1" fill="hold">
                                          <p:stCondLst>
                                            <p:cond delay="499"/>
                                          </p:stCondLst>
                                        </p:cTn>
                                        <p:tgtEl>
                                          <p:spTgt spid="21"/>
                                        </p:tgtEl>
                                        <p:attrNameLst>
                                          <p:attrName>style.visibility</p:attrName>
                                        </p:attrNameLst>
                                      </p:cBhvr>
                                      <p:to>
                                        <p:strVal val="hidden"/>
                                      </p:to>
                                    </p:set>
                                  </p:childTnLst>
                                </p:cTn>
                              </p:par>
                              <p:par>
                                <p:cTn id="19" presetID="5" presetClass="entr" presetSubtype="10" fill="hold" grpId="0" nodeType="withEffect">
                                  <p:stCondLst>
                                    <p:cond delay="0"/>
                                  </p:stCondLst>
                                  <p:childTnLst>
                                    <p:set>
                                      <p:cBhvr>
                                        <p:cTn id="20" dur="1" fill="hold">
                                          <p:stCondLst>
                                            <p:cond delay="0"/>
                                          </p:stCondLst>
                                        </p:cTn>
                                        <p:tgtEl>
                                          <p:spTgt spid="24"/>
                                        </p:tgtEl>
                                        <p:attrNameLst>
                                          <p:attrName>style.visibility</p:attrName>
                                        </p:attrNameLst>
                                      </p:cBhvr>
                                      <p:to>
                                        <p:strVal val="visible"/>
                                      </p:to>
                                    </p:set>
                                    <p:animEffect transition="in" filter="checkerboard(across)">
                                      <p:cBhvr>
                                        <p:cTn id="21" dur="1000"/>
                                        <p:tgtEl>
                                          <p:spTgt spid="24"/>
                                        </p:tgtEl>
                                      </p:cBhvr>
                                    </p:animEffect>
                                  </p:childTnLst>
                                </p:cTn>
                              </p:par>
                              <p:par>
                                <p:cTn id="22" presetID="5" presetClass="entr" presetSubtype="10" fill="hold" nodeType="withEffect">
                                  <p:stCondLst>
                                    <p:cond delay="0"/>
                                  </p:stCondLst>
                                  <p:childTnLst>
                                    <p:set>
                                      <p:cBhvr>
                                        <p:cTn id="23" dur="1" fill="hold">
                                          <p:stCondLst>
                                            <p:cond delay="0"/>
                                          </p:stCondLst>
                                        </p:cTn>
                                        <p:tgtEl>
                                          <p:spTgt spid="25"/>
                                        </p:tgtEl>
                                        <p:attrNameLst>
                                          <p:attrName>style.visibility</p:attrName>
                                        </p:attrNameLst>
                                      </p:cBhvr>
                                      <p:to>
                                        <p:strVal val="visible"/>
                                      </p:to>
                                    </p:set>
                                    <p:animEffect transition="in" filter="checkerboard(across)">
                                      <p:cBhvr>
                                        <p:cTn id="24" dur="500"/>
                                        <p:tgtEl>
                                          <p:spTgt spid="25"/>
                                        </p:tgtEl>
                                      </p:cBhvr>
                                    </p:animEffect>
                                  </p:childTnLst>
                                </p:cTn>
                              </p:par>
                              <p:par>
                                <p:cTn id="25" presetID="5" presetClass="entr" presetSubtype="10" fill="hold" nodeType="withEffect">
                                  <p:stCondLst>
                                    <p:cond delay="0"/>
                                  </p:stCondLst>
                                  <p:childTnLst>
                                    <p:set>
                                      <p:cBhvr>
                                        <p:cTn id="26" dur="1" fill="hold">
                                          <p:stCondLst>
                                            <p:cond delay="0"/>
                                          </p:stCondLst>
                                        </p:cTn>
                                        <p:tgtEl>
                                          <p:spTgt spid="26"/>
                                        </p:tgtEl>
                                        <p:attrNameLst>
                                          <p:attrName>style.visibility</p:attrName>
                                        </p:attrNameLst>
                                      </p:cBhvr>
                                      <p:to>
                                        <p:strVal val="visible"/>
                                      </p:to>
                                    </p:set>
                                    <p:animEffect transition="in" filter="checkerboard(across)">
                                      <p:cBhvr>
                                        <p:cTn id="27" dur="500"/>
                                        <p:tgtEl>
                                          <p:spTgt spid="26"/>
                                        </p:tgtEl>
                                      </p:cBhvr>
                                    </p:animEffect>
                                  </p:childTnLst>
                                </p:cTn>
                              </p:par>
                            </p:childTnLst>
                          </p:cTn>
                        </p:par>
                      </p:childTnLst>
                    </p:cTn>
                  </p:par>
                  <p:par>
                    <p:cTn id="28" fill="hold">
                      <p:stCondLst>
                        <p:cond delay="indefinite"/>
                      </p:stCondLst>
                      <p:childTnLst>
                        <p:par>
                          <p:cTn id="29" fill="hold">
                            <p:stCondLst>
                              <p:cond delay="0"/>
                            </p:stCondLst>
                            <p:childTnLst>
                              <p:par>
                                <p:cTn id="30" presetID="63" presetClass="path" presetSubtype="0" accel="50000" decel="50000" fill="hold" nodeType="clickEffect">
                                  <p:stCondLst>
                                    <p:cond delay="0"/>
                                  </p:stCondLst>
                                  <p:childTnLst>
                                    <p:animMotion origin="layout" path="M 0.00018 0.00624 L 0.16441 4.45087E-6 " pathEditMode="relative" rAng="0" ptsTypes="AA">
                                      <p:cBhvr>
                                        <p:cTn id="31" dur="2000" fill="hold"/>
                                        <p:tgtEl>
                                          <p:spTgt spid="25"/>
                                        </p:tgtEl>
                                        <p:attrNameLst>
                                          <p:attrName>ppt_x</p:attrName>
                                          <p:attrName>ppt_y</p:attrName>
                                        </p:attrNameLst>
                                      </p:cBhvr>
                                      <p:rCtr x="82" y="-3"/>
                                    </p:animMotion>
                                  </p:childTnLst>
                                </p:cTn>
                              </p:par>
                            </p:childTnLst>
                          </p:cTn>
                        </p:par>
                        <p:par>
                          <p:cTn id="32" fill="hold">
                            <p:stCondLst>
                              <p:cond delay="2000"/>
                            </p:stCondLst>
                            <p:childTnLst>
                              <p:par>
                                <p:cTn id="33" presetID="5" presetClass="exit" presetSubtype="10" fill="hold" nodeType="afterEffect">
                                  <p:stCondLst>
                                    <p:cond delay="0"/>
                                  </p:stCondLst>
                                  <p:childTnLst>
                                    <p:animEffect transition="out" filter="checkerboard(across)">
                                      <p:cBhvr>
                                        <p:cTn id="34" dur="500"/>
                                        <p:tgtEl>
                                          <p:spTgt spid="25"/>
                                        </p:tgtEl>
                                      </p:cBhvr>
                                    </p:animEffect>
                                    <p:set>
                                      <p:cBhvr>
                                        <p:cTn id="35" dur="1" fill="hold">
                                          <p:stCondLst>
                                            <p:cond delay="499"/>
                                          </p:stCondLst>
                                        </p:cTn>
                                        <p:tgtEl>
                                          <p:spTgt spid="25"/>
                                        </p:tgtEl>
                                        <p:attrNameLst>
                                          <p:attrName>style.visibility</p:attrName>
                                        </p:attrNameLst>
                                      </p:cBhvr>
                                      <p:to>
                                        <p:strVal val="hidden"/>
                                      </p:to>
                                    </p:set>
                                  </p:childTnLst>
                                </p:cTn>
                              </p:par>
                            </p:childTnLst>
                          </p:cTn>
                        </p:par>
                      </p:childTnLst>
                    </p:cTn>
                  </p:par>
                  <p:par>
                    <p:cTn id="36" fill="hold">
                      <p:stCondLst>
                        <p:cond delay="indefinite"/>
                      </p:stCondLst>
                      <p:childTnLst>
                        <p:par>
                          <p:cTn id="37" fill="hold">
                            <p:stCondLst>
                              <p:cond delay="0"/>
                            </p:stCondLst>
                            <p:childTnLst>
                              <p:par>
                                <p:cTn id="38" presetID="5" presetClass="exit" presetSubtype="10" fill="hold" grpId="1" nodeType="clickEffect">
                                  <p:stCondLst>
                                    <p:cond delay="0"/>
                                  </p:stCondLst>
                                  <p:childTnLst>
                                    <p:animEffect transition="out" filter="checkerboard(across)">
                                      <p:cBhvr>
                                        <p:cTn id="39" dur="1000"/>
                                        <p:tgtEl>
                                          <p:spTgt spid="24"/>
                                        </p:tgtEl>
                                      </p:cBhvr>
                                    </p:animEffect>
                                    <p:set>
                                      <p:cBhvr>
                                        <p:cTn id="40" dur="1" fill="hold">
                                          <p:stCondLst>
                                            <p:cond delay="999"/>
                                          </p:stCondLst>
                                        </p:cTn>
                                        <p:tgtEl>
                                          <p:spTgt spid="24"/>
                                        </p:tgtEl>
                                        <p:attrNameLst>
                                          <p:attrName>style.visibility</p:attrName>
                                        </p:attrNameLst>
                                      </p:cBhvr>
                                      <p:to>
                                        <p:strVal val="hidden"/>
                                      </p:to>
                                    </p:set>
                                  </p:childTnLst>
                                </p:cTn>
                              </p:par>
                              <p:par>
                                <p:cTn id="41" presetID="5" presetClass="entr" presetSubtype="10" fill="hold" grpId="0" nodeType="withEffect">
                                  <p:stCondLst>
                                    <p:cond delay="0"/>
                                  </p:stCondLst>
                                  <p:childTnLst>
                                    <p:set>
                                      <p:cBhvr>
                                        <p:cTn id="42" dur="1" fill="hold">
                                          <p:stCondLst>
                                            <p:cond delay="0"/>
                                          </p:stCondLst>
                                        </p:cTn>
                                        <p:tgtEl>
                                          <p:spTgt spid="27"/>
                                        </p:tgtEl>
                                        <p:attrNameLst>
                                          <p:attrName>style.visibility</p:attrName>
                                        </p:attrNameLst>
                                      </p:cBhvr>
                                      <p:to>
                                        <p:strVal val="visible"/>
                                      </p:to>
                                    </p:set>
                                    <p:animEffect transition="in" filter="checkerboard(across)">
                                      <p:cBhvr>
                                        <p:cTn id="43" dur="1000"/>
                                        <p:tgtEl>
                                          <p:spTgt spid="27"/>
                                        </p:tgtEl>
                                      </p:cBhvr>
                                    </p:animEffect>
                                  </p:childTnLst>
                                </p:cTn>
                              </p:par>
                              <p:par>
                                <p:cTn id="44" presetID="5" presetClass="entr" presetSubtype="10" fill="hold" nodeType="withEffect">
                                  <p:stCondLst>
                                    <p:cond delay="0"/>
                                  </p:stCondLst>
                                  <p:childTnLst>
                                    <p:set>
                                      <p:cBhvr>
                                        <p:cTn id="45" dur="1" fill="hold">
                                          <p:stCondLst>
                                            <p:cond delay="0"/>
                                          </p:stCondLst>
                                        </p:cTn>
                                        <p:tgtEl>
                                          <p:spTgt spid="29"/>
                                        </p:tgtEl>
                                        <p:attrNameLst>
                                          <p:attrName>style.visibility</p:attrName>
                                        </p:attrNameLst>
                                      </p:cBhvr>
                                      <p:to>
                                        <p:strVal val="visible"/>
                                      </p:to>
                                    </p:set>
                                    <p:animEffect transition="in" filter="checkerboard(across)">
                                      <p:cBhvr>
                                        <p:cTn id="46" dur="500"/>
                                        <p:tgtEl>
                                          <p:spTgt spid="29"/>
                                        </p:tgtEl>
                                      </p:cBhvr>
                                    </p:animEffect>
                                  </p:childTnLst>
                                </p:cTn>
                              </p:par>
                            </p:childTnLst>
                          </p:cTn>
                        </p:par>
                      </p:childTnLst>
                    </p:cTn>
                  </p:par>
                  <p:par>
                    <p:cTn id="47" fill="hold">
                      <p:stCondLst>
                        <p:cond delay="indefinite"/>
                      </p:stCondLst>
                      <p:childTnLst>
                        <p:par>
                          <p:cTn id="48" fill="hold">
                            <p:stCondLst>
                              <p:cond delay="0"/>
                            </p:stCondLst>
                            <p:childTnLst>
                              <p:par>
                                <p:cTn id="49" presetID="0" presetClass="path" presetSubtype="0" accel="50000" decel="50000" fill="hold" nodeType="clickEffect">
                                  <p:stCondLst>
                                    <p:cond delay="0"/>
                                  </p:stCondLst>
                                  <p:childTnLst>
                                    <p:animMotion origin="layout" path="M 8.33333E-7 3.3526E-6 L -0.25417 0.19445 " pathEditMode="relative" rAng="0" ptsTypes="AA">
                                      <p:cBhvr>
                                        <p:cTn id="50" dur="2000" fill="hold"/>
                                        <p:tgtEl>
                                          <p:spTgt spid="29"/>
                                        </p:tgtEl>
                                        <p:attrNameLst>
                                          <p:attrName>ppt_x</p:attrName>
                                          <p:attrName>ppt_y</p:attrName>
                                        </p:attrNameLst>
                                      </p:cBhvr>
                                      <p:rCtr x="-127" y="97"/>
                                    </p:animMotion>
                                  </p:childTnLst>
                                </p:cTn>
                              </p:par>
                            </p:childTnLst>
                          </p:cTn>
                        </p:par>
                        <p:par>
                          <p:cTn id="51" fill="hold">
                            <p:stCondLst>
                              <p:cond delay="2000"/>
                            </p:stCondLst>
                            <p:childTnLst>
                              <p:par>
                                <p:cTn id="52" presetID="5" presetClass="exit" presetSubtype="10" fill="hold" nodeType="afterEffect">
                                  <p:stCondLst>
                                    <p:cond delay="0"/>
                                  </p:stCondLst>
                                  <p:childTnLst>
                                    <p:animEffect transition="out" filter="checkerboard(across)">
                                      <p:cBhvr>
                                        <p:cTn id="53" dur="500"/>
                                        <p:tgtEl>
                                          <p:spTgt spid="29"/>
                                        </p:tgtEl>
                                      </p:cBhvr>
                                    </p:animEffect>
                                    <p:set>
                                      <p:cBhvr>
                                        <p:cTn id="54" dur="1" fill="hold">
                                          <p:stCondLst>
                                            <p:cond delay="499"/>
                                          </p:stCondLst>
                                        </p:cTn>
                                        <p:tgtEl>
                                          <p:spTgt spid="29"/>
                                        </p:tgtEl>
                                        <p:attrNameLst>
                                          <p:attrName>style.visibility</p:attrName>
                                        </p:attrNameLst>
                                      </p:cBhvr>
                                      <p:to>
                                        <p:strVal val="hidden"/>
                                      </p:to>
                                    </p:set>
                                  </p:childTnLst>
                                </p:cTn>
                              </p:par>
                            </p:childTnLst>
                          </p:cTn>
                        </p:par>
                      </p:childTnLst>
                    </p:cTn>
                  </p:par>
                  <p:par>
                    <p:cTn id="55" fill="hold">
                      <p:stCondLst>
                        <p:cond delay="indefinite"/>
                      </p:stCondLst>
                      <p:childTnLst>
                        <p:par>
                          <p:cTn id="56" fill="hold">
                            <p:stCondLst>
                              <p:cond delay="0"/>
                            </p:stCondLst>
                            <p:childTnLst>
                              <p:par>
                                <p:cTn id="57" presetID="5" presetClass="exit" presetSubtype="10" fill="hold" grpId="1" nodeType="clickEffect">
                                  <p:stCondLst>
                                    <p:cond delay="0"/>
                                  </p:stCondLst>
                                  <p:childTnLst>
                                    <p:animEffect transition="out" filter="checkerboard(across)">
                                      <p:cBhvr>
                                        <p:cTn id="58" dur="1000"/>
                                        <p:tgtEl>
                                          <p:spTgt spid="27"/>
                                        </p:tgtEl>
                                      </p:cBhvr>
                                    </p:animEffect>
                                    <p:set>
                                      <p:cBhvr>
                                        <p:cTn id="59" dur="1" fill="hold">
                                          <p:stCondLst>
                                            <p:cond delay="999"/>
                                          </p:stCondLst>
                                        </p:cTn>
                                        <p:tgtEl>
                                          <p:spTgt spid="27"/>
                                        </p:tgtEl>
                                        <p:attrNameLst>
                                          <p:attrName>style.visibility</p:attrName>
                                        </p:attrNameLst>
                                      </p:cBhvr>
                                      <p:to>
                                        <p:strVal val="hidden"/>
                                      </p:to>
                                    </p:set>
                                  </p:childTnLst>
                                </p:cTn>
                              </p:par>
                              <p:par>
                                <p:cTn id="60" presetID="5" presetClass="entr" presetSubtype="10" fill="hold" grpId="0" nodeType="withEffect">
                                  <p:stCondLst>
                                    <p:cond delay="0"/>
                                  </p:stCondLst>
                                  <p:childTnLst>
                                    <p:set>
                                      <p:cBhvr>
                                        <p:cTn id="61" dur="1" fill="hold">
                                          <p:stCondLst>
                                            <p:cond delay="0"/>
                                          </p:stCondLst>
                                        </p:cTn>
                                        <p:tgtEl>
                                          <p:spTgt spid="34"/>
                                        </p:tgtEl>
                                        <p:attrNameLst>
                                          <p:attrName>style.visibility</p:attrName>
                                        </p:attrNameLst>
                                      </p:cBhvr>
                                      <p:to>
                                        <p:strVal val="visible"/>
                                      </p:to>
                                    </p:set>
                                    <p:animEffect transition="in" filter="checkerboard(across)">
                                      <p:cBhvr>
                                        <p:cTn id="62" dur="1000"/>
                                        <p:tgtEl>
                                          <p:spTgt spid="34"/>
                                        </p:tgtEl>
                                      </p:cBhvr>
                                    </p:animEffect>
                                  </p:childTnLst>
                                </p:cTn>
                              </p:par>
                              <p:par>
                                <p:cTn id="63" presetID="5" presetClass="entr" presetSubtype="10" fill="hold" nodeType="withEffect">
                                  <p:stCondLst>
                                    <p:cond delay="0"/>
                                  </p:stCondLst>
                                  <p:childTnLst>
                                    <p:set>
                                      <p:cBhvr>
                                        <p:cTn id="64" dur="1" fill="hold">
                                          <p:stCondLst>
                                            <p:cond delay="0"/>
                                          </p:stCondLst>
                                        </p:cTn>
                                        <p:tgtEl>
                                          <p:spTgt spid="35"/>
                                        </p:tgtEl>
                                        <p:attrNameLst>
                                          <p:attrName>style.visibility</p:attrName>
                                        </p:attrNameLst>
                                      </p:cBhvr>
                                      <p:to>
                                        <p:strVal val="visible"/>
                                      </p:to>
                                    </p:set>
                                    <p:animEffect transition="in" filter="checkerboard(across)">
                                      <p:cBhvr>
                                        <p:cTn id="65" dur="500"/>
                                        <p:tgtEl>
                                          <p:spTgt spid="35"/>
                                        </p:tgtEl>
                                      </p:cBhvr>
                                    </p:animEffect>
                                  </p:childTnLst>
                                </p:cTn>
                              </p:par>
                            </p:childTnLst>
                          </p:cTn>
                        </p:par>
                      </p:childTnLst>
                    </p:cTn>
                  </p:par>
                  <p:par>
                    <p:cTn id="66" fill="hold">
                      <p:stCondLst>
                        <p:cond delay="indefinite"/>
                      </p:stCondLst>
                      <p:childTnLst>
                        <p:par>
                          <p:cTn id="67" fill="hold">
                            <p:stCondLst>
                              <p:cond delay="0"/>
                            </p:stCondLst>
                            <p:childTnLst>
                              <p:par>
                                <p:cTn id="68" presetID="0" presetClass="path" presetSubtype="0" accel="50000" decel="50000" fill="hold" nodeType="clickEffect">
                                  <p:stCondLst>
                                    <p:cond delay="0"/>
                                  </p:stCondLst>
                                  <p:childTnLst>
                                    <p:animMotion origin="layout" path="M 0.01684 0.01942 C 0.03993 0.09156 0.0632 0.16416 0.13282 0.19977 C 0.20243 0.23537 0.34445 0.24948 0.43438 0.23283 C 0.52431 0.21642 0.63282 0.12277 0.6724 0.10104 " pathEditMode="relative" rAng="0" ptsTypes="aaaA">
                                      <p:cBhvr>
                                        <p:cTn id="69" dur="2000" fill="hold"/>
                                        <p:tgtEl>
                                          <p:spTgt spid="35"/>
                                        </p:tgtEl>
                                        <p:attrNameLst>
                                          <p:attrName>ppt_x</p:attrName>
                                          <p:attrName>ppt_y</p:attrName>
                                        </p:attrNameLst>
                                      </p:cBhvr>
                                      <p:rCtr x="328" y="115"/>
                                    </p:animMotion>
                                  </p:childTnLst>
                                </p:cTn>
                              </p:par>
                            </p:childTnLst>
                          </p:cTn>
                        </p:par>
                        <p:par>
                          <p:cTn id="70" fill="hold">
                            <p:stCondLst>
                              <p:cond delay="2000"/>
                            </p:stCondLst>
                            <p:childTnLst>
                              <p:par>
                                <p:cTn id="71" presetID="5" presetClass="exit" presetSubtype="10" fill="hold" nodeType="afterEffect">
                                  <p:stCondLst>
                                    <p:cond delay="0"/>
                                  </p:stCondLst>
                                  <p:childTnLst>
                                    <p:animEffect transition="out" filter="checkerboard(across)">
                                      <p:cBhvr>
                                        <p:cTn id="72" dur="500"/>
                                        <p:tgtEl>
                                          <p:spTgt spid="35"/>
                                        </p:tgtEl>
                                      </p:cBhvr>
                                    </p:animEffect>
                                    <p:set>
                                      <p:cBhvr>
                                        <p:cTn id="73" dur="1" fill="hold">
                                          <p:stCondLst>
                                            <p:cond delay="499"/>
                                          </p:stCondLst>
                                        </p:cTn>
                                        <p:tgtEl>
                                          <p:spTgt spid="35"/>
                                        </p:tgtEl>
                                        <p:attrNameLst>
                                          <p:attrName>style.visibility</p:attrName>
                                        </p:attrNameLst>
                                      </p:cBhvr>
                                      <p:to>
                                        <p:strVal val="hidden"/>
                                      </p:to>
                                    </p:set>
                                  </p:childTnLst>
                                </p:cTn>
                              </p:par>
                              <p:par>
                                <p:cTn id="74" presetID="5" presetClass="entr" presetSubtype="10" fill="hold" nodeType="withEffect">
                                  <p:stCondLst>
                                    <p:cond delay="0"/>
                                  </p:stCondLst>
                                  <p:childTnLst>
                                    <p:set>
                                      <p:cBhvr>
                                        <p:cTn id="75" dur="1" fill="hold">
                                          <p:stCondLst>
                                            <p:cond delay="0"/>
                                          </p:stCondLst>
                                        </p:cTn>
                                        <p:tgtEl>
                                          <p:spTgt spid="2050"/>
                                        </p:tgtEl>
                                        <p:attrNameLst>
                                          <p:attrName>style.visibility</p:attrName>
                                        </p:attrNameLst>
                                      </p:cBhvr>
                                      <p:to>
                                        <p:strVal val="visible"/>
                                      </p:to>
                                    </p:set>
                                    <p:animEffect transition="in" filter="checkerboard(across)">
                                      <p:cBhvr>
                                        <p:cTn id="76" dur="500"/>
                                        <p:tgtEl>
                                          <p:spTgt spid="2050"/>
                                        </p:tgtEl>
                                      </p:cBhvr>
                                    </p:animEffect>
                                  </p:childTnLst>
                                </p:cTn>
                              </p:par>
                              <p:par>
                                <p:cTn id="77" presetID="5" presetClass="entr" presetSubtype="10" fill="hold" nodeType="withEffect">
                                  <p:stCondLst>
                                    <p:cond delay="0"/>
                                  </p:stCondLst>
                                  <p:childTnLst>
                                    <p:set>
                                      <p:cBhvr>
                                        <p:cTn id="78" dur="1" fill="hold">
                                          <p:stCondLst>
                                            <p:cond delay="0"/>
                                          </p:stCondLst>
                                        </p:cTn>
                                        <p:tgtEl>
                                          <p:spTgt spid="2051"/>
                                        </p:tgtEl>
                                        <p:attrNameLst>
                                          <p:attrName>style.visibility</p:attrName>
                                        </p:attrNameLst>
                                      </p:cBhvr>
                                      <p:to>
                                        <p:strVal val="visible"/>
                                      </p:to>
                                    </p:set>
                                    <p:animEffect transition="in" filter="checkerboard(across)">
                                      <p:cBhvr>
                                        <p:cTn id="79" dur="500"/>
                                        <p:tgtEl>
                                          <p:spTgt spid="2051"/>
                                        </p:tgtEl>
                                      </p:cBhvr>
                                    </p:animEffect>
                                  </p:childTnLst>
                                </p:cTn>
                              </p:par>
                            </p:childTnLst>
                          </p:cTn>
                        </p:par>
                      </p:childTnLst>
                    </p:cTn>
                  </p:par>
                  <p:par>
                    <p:cTn id="80" fill="hold">
                      <p:stCondLst>
                        <p:cond delay="indefinite"/>
                      </p:stCondLst>
                      <p:childTnLst>
                        <p:par>
                          <p:cTn id="81" fill="hold">
                            <p:stCondLst>
                              <p:cond delay="0"/>
                            </p:stCondLst>
                            <p:childTnLst>
                              <p:par>
                                <p:cTn id="82" presetID="5" presetClass="exit" presetSubtype="10" fill="hold" grpId="1" nodeType="clickEffect">
                                  <p:stCondLst>
                                    <p:cond delay="0"/>
                                  </p:stCondLst>
                                  <p:childTnLst>
                                    <p:animEffect transition="out" filter="checkerboard(across)">
                                      <p:cBhvr>
                                        <p:cTn id="83" dur="1000"/>
                                        <p:tgtEl>
                                          <p:spTgt spid="34"/>
                                        </p:tgtEl>
                                      </p:cBhvr>
                                    </p:animEffect>
                                    <p:set>
                                      <p:cBhvr>
                                        <p:cTn id="84" dur="1" fill="hold">
                                          <p:stCondLst>
                                            <p:cond delay="999"/>
                                          </p:stCondLst>
                                        </p:cTn>
                                        <p:tgtEl>
                                          <p:spTgt spid="34"/>
                                        </p:tgtEl>
                                        <p:attrNameLst>
                                          <p:attrName>style.visibility</p:attrName>
                                        </p:attrNameLst>
                                      </p:cBhvr>
                                      <p:to>
                                        <p:strVal val="hidden"/>
                                      </p:to>
                                    </p:set>
                                  </p:childTnLst>
                                </p:cTn>
                              </p:par>
                              <p:par>
                                <p:cTn id="85" presetID="5" presetClass="entr" presetSubtype="10" fill="hold" grpId="0" nodeType="withEffect">
                                  <p:stCondLst>
                                    <p:cond delay="0"/>
                                  </p:stCondLst>
                                  <p:childTnLst>
                                    <p:set>
                                      <p:cBhvr>
                                        <p:cTn id="86" dur="1" fill="hold">
                                          <p:stCondLst>
                                            <p:cond delay="0"/>
                                          </p:stCondLst>
                                        </p:cTn>
                                        <p:tgtEl>
                                          <p:spTgt spid="36"/>
                                        </p:tgtEl>
                                        <p:attrNameLst>
                                          <p:attrName>style.visibility</p:attrName>
                                        </p:attrNameLst>
                                      </p:cBhvr>
                                      <p:to>
                                        <p:strVal val="visible"/>
                                      </p:to>
                                    </p:set>
                                    <p:animEffect transition="in" filter="checkerboard(across)">
                                      <p:cBhvr>
                                        <p:cTn id="87" dur="1000"/>
                                        <p:tgtEl>
                                          <p:spTgt spid="36"/>
                                        </p:tgtEl>
                                      </p:cBhvr>
                                    </p:animEffect>
                                  </p:childTnLst>
                                </p:cTn>
                              </p:par>
                            </p:childTnLst>
                          </p:cTn>
                        </p:par>
                      </p:childTnLst>
                    </p:cTn>
                  </p:par>
                  <p:par>
                    <p:cTn id="88" fill="hold">
                      <p:stCondLst>
                        <p:cond delay="indefinite"/>
                      </p:stCondLst>
                      <p:childTnLst>
                        <p:par>
                          <p:cTn id="89" fill="hold">
                            <p:stCondLst>
                              <p:cond delay="0"/>
                            </p:stCondLst>
                            <p:childTnLst>
                              <p:par>
                                <p:cTn id="90" presetID="5" presetClass="exit" presetSubtype="10" fill="hold" grpId="1" nodeType="clickEffect">
                                  <p:stCondLst>
                                    <p:cond delay="0"/>
                                  </p:stCondLst>
                                  <p:childTnLst>
                                    <p:animEffect transition="out" filter="checkerboard(across)">
                                      <p:cBhvr>
                                        <p:cTn id="91" dur="1000"/>
                                        <p:tgtEl>
                                          <p:spTgt spid="36"/>
                                        </p:tgtEl>
                                      </p:cBhvr>
                                    </p:animEffect>
                                    <p:set>
                                      <p:cBhvr>
                                        <p:cTn id="92" dur="1" fill="hold">
                                          <p:stCondLst>
                                            <p:cond delay="999"/>
                                          </p:stCondLst>
                                        </p:cTn>
                                        <p:tgtEl>
                                          <p:spTgt spid="36"/>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15" grpId="1" animBg="1"/>
      <p:bldP spid="24" grpId="0" animBg="1"/>
      <p:bldP spid="24" grpId="1" animBg="1"/>
      <p:bldP spid="27" grpId="0" animBg="1"/>
      <p:bldP spid="27" grpId="1" animBg="1"/>
      <p:bldP spid="34" grpId="0" animBg="1"/>
      <p:bldP spid="34" grpId="1" animBg="1"/>
      <p:bldP spid="36" grpId="0" animBg="1"/>
      <p:bldP spid="36" grpId="1"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9" name="Groupe 28"/>
          <p:cNvGrpSpPr/>
          <p:nvPr/>
        </p:nvGrpSpPr>
        <p:grpSpPr>
          <a:xfrm>
            <a:off x="905559" y="1995487"/>
            <a:ext cx="6541632" cy="3843338"/>
            <a:chOff x="905559" y="1995487"/>
            <a:chExt cx="6541632" cy="3843338"/>
          </a:xfrm>
        </p:grpSpPr>
        <p:pic>
          <p:nvPicPr>
            <p:cNvPr id="415775" name="Picture 31" descr="Site01"/>
            <p:cNvPicPr>
              <a:picLocks noChangeAspect="1" noChangeArrowheads="1"/>
            </p:cNvPicPr>
            <p:nvPr>
              <p:custDataLst>
                <p:tags r:id="rId8"/>
              </p:custDataLst>
            </p:nvPr>
          </p:nvPicPr>
          <p:blipFill>
            <a:blip r:embed="rId21"/>
            <a:srcRect/>
            <a:stretch>
              <a:fillRect/>
            </a:stretch>
          </p:blipFill>
          <p:spPr bwMode="auto">
            <a:xfrm>
              <a:off x="4662716" y="3860800"/>
              <a:ext cx="2784475" cy="1978025"/>
            </a:xfrm>
            <a:prstGeom prst="rect">
              <a:avLst/>
            </a:prstGeom>
            <a:noFill/>
          </p:spPr>
        </p:pic>
        <p:sp>
          <p:nvSpPr>
            <p:cNvPr id="415776" name="AutoShape 32"/>
            <p:cNvSpPr>
              <a:spLocks noChangeArrowheads="1"/>
            </p:cNvSpPr>
            <p:nvPr/>
          </p:nvSpPr>
          <p:spPr bwMode="auto">
            <a:xfrm>
              <a:off x="5510441" y="5405438"/>
              <a:ext cx="1089025" cy="355600"/>
            </a:xfrm>
            <a:prstGeom prst="roundRect">
              <a:avLst>
                <a:gd name="adj" fmla="val 4167"/>
              </a:avLst>
            </a:prstGeom>
            <a:noFill/>
            <a:ln w="9525">
              <a:noFill/>
              <a:round/>
              <a:headEnd/>
              <a:tailEnd/>
            </a:ln>
            <a:effectLst/>
          </p:spPr>
          <p:txBody>
            <a:bodyPr wrap="none" anchor="ctr"/>
            <a:lstStyle/>
            <a:p>
              <a:r>
                <a:rPr lang="fr-FR" sz="2000" dirty="0">
                  <a:solidFill>
                    <a:srgbClr val="000000"/>
                  </a:solidFill>
                </a:rPr>
                <a:t>Petit site</a:t>
              </a:r>
              <a:endParaRPr lang="en-US" sz="2000" dirty="0"/>
            </a:p>
          </p:txBody>
        </p:sp>
        <p:pic>
          <p:nvPicPr>
            <p:cNvPr id="415777" name="Picture 33" descr="Site01"/>
            <p:cNvPicPr>
              <a:picLocks noChangeAspect="1" noChangeArrowheads="1"/>
            </p:cNvPicPr>
            <p:nvPr>
              <p:custDataLst>
                <p:tags r:id="rId9"/>
              </p:custDataLst>
            </p:nvPr>
          </p:nvPicPr>
          <p:blipFill>
            <a:blip r:embed="rId21"/>
            <a:srcRect/>
            <a:stretch>
              <a:fillRect/>
            </a:stretch>
          </p:blipFill>
          <p:spPr bwMode="auto">
            <a:xfrm>
              <a:off x="905559" y="1995487"/>
              <a:ext cx="3470275" cy="2514600"/>
            </a:xfrm>
            <a:prstGeom prst="rect">
              <a:avLst/>
            </a:prstGeom>
            <a:noFill/>
          </p:spPr>
        </p:pic>
        <p:pic>
          <p:nvPicPr>
            <p:cNvPr id="415780" name="Picture 36" descr="Server01"/>
            <p:cNvPicPr>
              <a:picLocks noChangeAspect="1" noChangeArrowheads="1"/>
            </p:cNvPicPr>
            <p:nvPr>
              <p:custDataLst>
                <p:tags r:id="rId10"/>
              </p:custDataLst>
            </p:nvPr>
          </p:nvPicPr>
          <p:blipFill>
            <a:blip r:embed="rId22" cstate="print"/>
            <a:srcRect/>
            <a:stretch>
              <a:fillRect/>
            </a:stretch>
          </p:blipFill>
          <p:spPr bwMode="auto">
            <a:xfrm>
              <a:off x="1386116" y="2828925"/>
              <a:ext cx="715963" cy="995363"/>
            </a:xfrm>
            <a:prstGeom prst="rect">
              <a:avLst/>
            </a:prstGeom>
            <a:noFill/>
            <a:ln w="9525">
              <a:noFill/>
              <a:miter lim="800000"/>
              <a:headEnd/>
              <a:tailEnd/>
            </a:ln>
          </p:spPr>
        </p:pic>
        <p:grpSp>
          <p:nvGrpSpPr>
            <p:cNvPr id="415799" name="Group 39"/>
            <p:cNvGrpSpPr>
              <a:grpSpLocks/>
            </p:cNvGrpSpPr>
            <p:nvPr>
              <p:custDataLst>
                <p:tags r:id="rId11"/>
              </p:custDataLst>
            </p:nvPr>
          </p:nvGrpSpPr>
          <p:grpSpPr bwMode="auto">
            <a:xfrm>
              <a:off x="2476729" y="3062741"/>
              <a:ext cx="1104900" cy="989012"/>
              <a:chOff x="1615" y="1911"/>
              <a:chExt cx="696" cy="623"/>
            </a:xfrm>
          </p:grpSpPr>
          <p:pic>
            <p:nvPicPr>
              <p:cNvPr id="415784" name="Picture 40" descr="ActiveDirectory01"/>
              <p:cNvPicPr>
                <a:picLocks noChangeAspect="1" noChangeArrowheads="1"/>
              </p:cNvPicPr>
              <p:nvPr>
                <p:custDataLst>
                  <p:tags r:id="rId16"/>
                </p:custDataLst>
              </p:nvPr>
            </p:nvPicPr>
            <p:blipFill>
              <a:blip r:embed="rId23" cstate="print"/>
              <a:srcRect/>
              <a:stretch>
                <a:fillRect/>
              </a:stretch>
            </p:blipFill>
            <p:spPr bwMode="auto">
              <a:xfrm>
                <a:off x="1615" y="2064"/>
                <a:ext cx="696" cy="457"/>
              </a:xfrm>
              <a:prstGeom prst="rect">
                <a:avLst/>
              </a:prstGeom>
              <a:noFill/>
            </p:spPr>
          </p:pic>
          <p:pic>
            <p:nvPicPr>
              <p:cNvPr id="415785" name="Picture 41" descr="Internet01"/>
              <p:cNvPicPr>
                <a:picLocks noChangeAspect="1" noChangeArrowheads="1"/>
              </p:cNvPicPr>
              <p:nvPr>
                <p:custDataLst>
                  <p:tags r:id="rId17"/>
                </p:custDataLst>
              </p:nvPr>
            </p:nvPicPr>
            <p:blipFill>
              <a:blip r:embed="rId24" cstate="print"/>
              <a:srcRect/>
              <a:stretch>
                <a:fillRect/>
              </a:stretch>
            </p:blipFill>
            <p:spPr bwMode="auto">
              <a:xfrm>
                <a:off x="1709" y="1981"/>
                <a:ext cx="383" cy="381"/>
              </a:xfrm>
              <a:prstGeom prst="rect">
                <a:avLst/>
              </a:prstGeom>
              <a:noFill/>
            </p:spPr>
          </p:pic>
          <p:pic>
            <p:nvPicPr>
              <p:cNvPr id="415786" name="Picture 42" descr="Search01"/>
              <p:cNvPicPr>
                <a:picLocks noChangeAspect="1" noChangeArrowheads="1"/>
              </p:cNvPicPr>
              <p:nvPr>
                <p:custDataLst>
                  <p:tags r:id="rId18"/>
                </p:custDataLst>
              </p:nvPr>
            </p:nvPicPr>
            <p:blipFill>
              <a:blip r:embed="rId25" cstate="print"/>
              <a:srcRect/>
              <a:stretch>
                <a:fillRect/>
              </a:stretch>
            </p:blipFill>
            <p:spPr bwMode="auto">
              <a:xfrm rot="19463647" flipH="1">
                <a:off x="1943" y="1911"/>
                <a:ext cx="302" cy="623"/>
              </a:xfrm>
              <a:prstGeom prst="rect">
                <a:avLst/>
              </a:prstGeom>
              <a:noFill/>
            </p:spPr>
          </p:pic>
        </p:grpSp>
        <p:sp>
          <p:nvSpPr>
            <p:cNvPr id="415788" name="AutoShape 44"/>
            <p:cNvSpPr>
              <a:spLocks noChangeArrowheads="1"/>
            </p:cNvSpPr>
            <p:nvPr/>
          </p:nvSpPr>
          <p:spPr bwMode="auto">
            <a:xfrm>
              <a:off x="2017941" y="3983038"/>
              <a:ext cx="1089025" cy="355600"/>
            </a:xfrm>
            <a:prstGeom prst="roundRect">
              <a:avLst>
                <a:gd name="adj" fmla="val 4167"/>
              </a:avLst>
            </a:prstGeom>
            <a:noFill/>
            <a:ln w="9525">
              <a:noFill/>
              <a:round/>
              <a:headEnd/>
              <a:tailEnd/>
            </a:ln>
            <a:effectLst/>
          </p:spPr>
          <p:txBody>
            <a:bodyPr wrap="none" anchor="ctr"/>
            <a:lstStyle/>
            <a:p>
              <a:r>
                <a:rPr lang="fr-FR" sz="2000">
                  <a:solidFill>
                    <a:srgbClr val="000000"/>
                  </a:solidFill>
                </a:rPr>
                <a:t>Grand site</a:t>
              </a:r>
              <a:endParaRPr lang="en-US" sz="2000"/>
            </a:p>
          </p:txBody>
        </p:sp>
        <p:pic>
          <p:nvPicPr>
            <p:cNvPr id="415789" name="Picture 45" descr="UserWithDesktopComputer01"/>
            <p:cNvPicPr>
              <a:picLocks noChangeAspect="1" noChangeArrowheads="1"/>
            </p:cNvPicPr>
            <p:nvPr>
              <p:custDataLst>
                <p:tags r:id="rId12"/>
              </p:custDataLst>
            </p:nvPr>
          </p:nvPicPr>
          <p:blipFill>
            <a:blip r:embed="rId26" cstate="print"/>
            <a:srcRect/>
            <a:stretch>
              <a:fillRect/>
            </a:stretch>
          </p:blipFill>
          <p:spPr bwMode="auto">
            <a:xfrm>
              <a:off x="4738916" y="4513263"/>
              <a:ext cx="1139825" cy="1325562"/>
            </a:xfrm>
            <a:prstGeom prst="rect">
              <a:avLst/>
            </a:prstGeom>
            <a:noFill/>
          </p:spPr>
        </p:pic>
        <p:pic>
          <p:nvPicPr>
            <p:cNvPr id="415790" name="Picture 46" descr="Server01"/>
            <p:cNvPicPr>
              <a:picLocks noChangeAspect="1" noChangeArrowheads="1"/>
            </p:cNvPicPr>
            <p:nvPr>
              <p:custDataLst>
                <p:tags r:id="rId13"/>
              </p:custDataLst>
            </p:nvPr>
          </p:nvPicPr>
          <p:blipFill>
            <a:blip r:embed="rId27" cstate="print"/>
            <a:srcRect/>
            <a:stretch>
              <a:fillRect/>
            </a:stretch>
          </p:blipFill>
          <p:spPr bwMode="auto">
            <a:xfrm>
              <a:off x="6385154" y="3636963"/>
              <a:ext cx="1022350" cy="1203325"/>
            </a:xfrm>
            <a:prstGeom prst="rect">
              <a:avLst/>
            </a:prstGeom>
            <a:noFill/>
          </p:spPr>
        </p:pic>
        <p:pic>
          <p:nvPicPr>
            <p:cNvPr id="415779" name="Picture 35" descr="Server01"/>
            <p:cNvPicPr>
              <a:picLocks noChangeAspect="1" noChangeArrowheads="1"/>
            </p:cNvPicPr>
            <p:nvPr>
              <p:custDataLst>
                <p:tags r:id="rId14"/>
              </p:custDataLst>
            </p:nvPr>
          </p:nvPicPr>
          <p:blipFill>
            <a:blip r:embed="rId22" cstate="print"/>
            <a:srcRect/>
            <a:stretch>
              <a:fillRect/>
            </a:stretch>
          </p:blipFill>
          <p:spPr bwMode="auto">
            <a:xfrm>
              <a:off x="2088695" y="2576513"/>
              <a:ext cx="715963" cy="995362"/>
            </a:xfrm>
            <a:prstGeom prst="rect">
              <a:avLst/>
            </a:prstGeom>
            <a:noFill/>
            <a:ln w="9525">
              <a:noFill/>
              <a:miter lim="800000"/>
              <a:headEnd/>
              <a:tailEnd/>
            </a:ln>
          </p:spPr>
        </p:pic>
        <p:pic>
          <p:nvPicPr>
            <p:cNvPr id="415781" name="Picture 37" descr="Server01"/>
            <p:cNvPicPr>
              <a:picLocks noChangeAspect="1" noChangeArrowheads="1"/>
            </p:cNvPicPr>
            <p:nvPr>
              <p:custDataLst>
                <p:tags r:id="rId15"/>
              </p:custDataLst>
            </p:nvPr>
          </p:nvPicPr>
          <p:blipFill>
            <a:blip r:embed="rId28" cstate="print"/>
            <a:srcRect/>
            <a:stretch>
              <a:fillRect/>
            </a:stretch>
          </p:blipFill>
          <p:spPr bwMode="auto">
            <a:xfrm>
              <a:off x="1876654" y="2981325"/>
              <a:ext cx="717550" cy="995363"/>
            </a:xfrm>
            <a:prstGeom prst="rect">
              <a:avLst/>
            </a:prstGeom>
            <a:noFill/>
            <a:ln w="9525">
              <a:noFill/>
              <a:miter lim="800000"/>
              <a:headEnd/>
              <a:tailEnd/>
            </a:ln>
          </p:spPr>
        </p:pic>
      </p:grpSp>
      <p:sp>
        <p:nvSpPr>
          <p:cNvPr id="415796" name="Line 52"/>
          <p:cNvSpPr>
            <a:spLocks noChangeShapeType="1"/>
          </p:cNvSpPr>
          <p:nvPr>
            <p:custDataLst>
              <p:tags r:id="rId1"/>
            </p:custDataLst>
          </p:nvPr>
        </p:nvSpPr>
        <p:spPr bwMode="auto">
          <a:xfrm flipV="1">
            <a:off x="5918429" y="4598988"/>
            <a:ext cx="430212" cy="387350"/>
          </a:xfrm>
          <a:prstGeom prst="line">
            <a:avLst/>
          </a:prstGeom>
          <a:noFill/>
          <a:ln w="38100">
            <a:solidFill>
              <a:srgbClr val="CC0000"/>
            </a:solidFill>
            <a:round/>
            <a:headEnd/>
            <a:tailEnd type="triangle" w="med" len="med"/>
          </a:ln>
          <a:effectLst/>
        </p:spPr>
        <p:txBody>
          <a:bodyPr wrap="none" anchor="ctr"/>
          <a:lstStyle/>
          <a:p>
            <a:endParaRPr lang="fr-FR"/>
          </a:p>
        </p:txBody>
      </p:sp>
      <p:sp>
        <p:nvSpPr>
          <p:cNvPr id="415797" name="Line 53"/>
          <p:cNvSpPr>
            <a:spLocks noChangeShapeType="1"/>
          </p:cNvSpPr>
          <p:nvPr>
            <p:custDataLst>
              <p:tags r:id="rId2"/>
            </p:custDataLst>
          </p:nvPr>
        </p:nvSpPr>
        <p:spPr bwMode="auto">
          <a:xfrm flipV="1">
            <a:off x="5978754" y="4692650"/>
            <a:ext cx="430212" cy="387350"/>
          </a:xfrm>
          <a:prstGeom prst="line">
            <a:avLst/>
          </a:prstGeom>
          <a:noFill/>
          <a:ln w="38100">
            <a:solidFill>
              <a:srgbClr val="CC0000"/>
            </a:solidFill>
            <a:round/>
            <a:headEnd type="triangle" w="med" len="med"/>
            <a:tailEnd/>
          </a:ln>
          <a:effectLst/>
        </p:spPr>
        <p:txBody>
          <a:bodyPr wrap="none" anchor="ctr"/>
          <a:lstStyle/>
          <a:p>
            <a:endParaRPr lang="fr-FR"/>
          </a:p>
        </p:txBody>
      </p:sp>
      <p:sp>
        <p:nvSpPr>
          <p:cNvPr id="415749" name="Rectangle 5"/>
          <p:cNvSpPr>
            <a:spLocks noGrp="1" noChangeArrowheads="1"/>
          </p:cNvSpPr>
          <p:nvPr>
            <p:ph type="title"/>
          </p:nvPr>
        </p:nvSpPr>
        <p:spPr>
          <a:xfrm>
            <a:off x="200152" y="344714"/>
            <a:ext cx="8740648" cy="758952"/>
          </a:xfrm>
        </p:spPr>
        <p:txBody>
          <a:bodyPr>
            <a:noAutofit/>
          </a:bodyPr>
          <a:lstStyle/>
          <a:p>
            <a:r>
              <a:rPr lang="fr-FR" sz="2600" b="1" dirty="0" smtClean="0">
                <a:solidFill>
                  <a:srgbClr val="C00000"/>
                </a:solidFill>
              </a:rPr>
              <a:t>La </a:t>
            </a:r>
            <a:r>
              <a:rPr lang="fr-FR" sz="2600" b="1" dirty="0">
                <a:solidFill>
                  <a:srgbClr val="C00000"/>
                </a:solidFill>
              </a:rPr>
              <a:t>mise en cache de l'appartenance au groupe universel</a:t>
            </a:r>
            <a:endParaRPr lang="en-US" sz="2600" b="1" dirty="0">
              <a:solidFill>
                <a:srgbClr val="C00000"/>
              </a:solidFill>
            </a:endParaRPr>
          </a:p>
        </p:txBody>
      </p:sp>
      <p:sp>
        <p:nvSpPr>
          <p:cNvPr id="415765" name="AutoShape 21"/>
          <p:cNvSpPr>
            <a:spLocks noChangeArrowheads="1"/>
          </p:cNvSpPr>
          <p:nvPr/>
        </p:nvSpPr>
        <p:spPr bwMode="auto">
          <a:xfrm>
            <a:off x="4911724" y="1374775"/>
            <a:ext cx="4043589" cy="1355725"/>
          </a:xfrm>
          <a:prstGeom prst="roundRect">
            <a:avLst>
              <a:gd name="adj" fmla="val 4167"/>
            </a:avLst>
          </a:prstGeom>
          <a:gradFill rotWithShape="1">
            <a:gsLst>
              <a:gs pos="0">
                <a:srgbClr val="ADE2A1"/>
              </a:gs>
              <a:gs pos="100000">
                <a:srgbClr val="E8F6E4"/>
              </a:gs>
            </a:gsLst>
            <a:lin ang="2700000" scaled="1"/>
          </a:gradFill>
          <a:ln w="9525" algn="ctr">
            <a:solidFill>
              <a:srgbClr val="4D4D4D"/>
            </a:solidFill>
            <a:round/>
            <a:headEnd/>
            <a:tailEnd/>
          </a:ln>
          <a:effectLst>
            <a:outerShdw dist="35921" dir="2700000" algn="ctr" rotWithShape="0">
              <a:srgbClr val="AFAFAF"/>
            </a:outerShdw>
          </a:effectLst>
        </p:spPr>
        <p:txBody>
          <a:bodyPr anchor="ctr"/>
          <a:lstStyle/>
          <a:p>
            <a:pPr>
              <a:lnSpc>
                <a:spcPct val="85000"/>
              </a:lnSpc>
            </a:pPr>
            <a:r>
              <a:rPr lang="fr-FR" sz="2200" dirty="0">
                <a:solidFill>
                  <a:srgbClr val="000000"/>
                </a:solidFill>
              </a:rPr>
              <a:t>À la première ouverture de session, le contrôleur de domaine local demande </a:t>
            </a:r>
            <a:r>
              <a:rPr lang="fr-FR" sz="2200" dirty="0" smtClean="0">
                <a:solidFill>
                  <a:srgbClr val="000000"/>
                </a:solidFill>
              </a:rPr>
              <a:t> des </a:t>
            </a:r>
            <a:r>
              <a:rPr lang="fr-FR" sz="2200" dirty="0">
                <a:solidFill>
                  <a:srgbClr val="000000"/>
                </a:solidFill>
              </a:rPr>
              <a:t>informations au serveur </a:t>
            </a:r>
            <a:r>
              <a:rPr lang="fr-FR" sz="2200" dirty="0" smtClean="0">
                <a:solidFill>
                  <a:srgbClr val="000000"/>
                </a:solidFill>
              </a:rPr>
              <a:t> de </a:t>
            </a:r>
            <a:r>
              <a:rPr lang="fr-FR" sz="2200" dirty="0">
                <a:solidFill>
                  <a:srgbClr val="000000"/>
                </a:solidFill>
              </a:rPr>
              <a:t>catalogue global</a:t>
            </a:r>
            <a:endParaRPr lang="en-US" sz="2200" dirty="0"/>
          </a:p>
        </p:txBody>
      </p:sp>
      <p:sp>
        <p:nvSpPr>
          <p:cNvPr id="415766" name="AutoShape 22"/>
          <p:cNvSpPr>
            <a:spLocks noChangeArrowheads="1"/>
          </p:cNvSpPr>
          <p:nvPr/>
        </p:nvSpPr>
        <p:spPr bwMode="auto">
          <a:xfrm>
            <a:off x="188687" y="4643438"/>
            <a:ext cx="4327752" cy="1626733"/>
          </a:xfrm>
          <a:prstGeom prst="roundRect">
            <a:avLst>
              <a:gd name="adj" fmla="val 4167"/>
            </a:avLst>
          </a:prstGeom>
          <a:gradFill rotWithShape="1">
            <a:gsLst>
              <a:gs pos="0">
                <a:srgbClr val="ADE2A1"/>
              </a:gs>
              <a:gs pos="100000">
                <a:srgbClr val="E8F6E4"/>
              </a:gs>
            </a:gsLst>
            <a:lin ang="2700000" scaled="1"/>
          </a:gradFill>
          <a:ln w="9525" algn="ctr">
            <a:solidFill>
              <a:srgbClr val="4D4D4D"/>
            </a:solidFill>
            <a:round/>
            <a:headEnd/>
            <a:tailEnd/>
          </a:ln>
          <a:effectLst>
            <a:outerShdw dist="35921" dir="2700000" algn="ctr" rotWithShape="0">
              <a:srgbClr val="AFAFAF"/>
            </a:outerShdw>
          </a:effectLst>
        </p:spPr>
        <p:txBody>
          <a:bodyPr anchor="ctr"/>
          <a:lstStyle/>
          <a:p>
            <a:pPr>
              <a:lnSpc>
                <a:spcPct val="85000"/>
              </a:lnSpc>
            </a:pPr>
            <a:r>
              <a:rPr lang="fr-FR" sz="2200">
                <a:solidFill>
                  <a:srgbClr val="000000"/>
                </a:solidFill>
              </a:rPr>
              <a:t>Après cette première ouverture de session, le contrôleur de domaine local utilise la copie en mémoire cache de l'appartenance au groupe universel</a:t>
            </a:r>
            <a:endParaRPr lang="en-US" sz="2200"/>
          </a:p>
        </p:txBody>
      </p:sp>
      <p:sp>
        <p:nvSpPr>
          <p:cNvPr id="415787" name="AutoShape 43"/>
          <p:cNvSpPr>
            <a:spLocks noChangeArrowheads="1"/>
          </p:cNvSpPr>
          <p:nvPr/>
        </p:nvSpPr>
        <p:spPr bwMode="auto">
          <a:xfrm>
            <a:off x="1422401" y="1309461"/>
            <a:ext cx="2191656" cy="355600"/>
          </a:xfrm>
          <a:prstGeom prst="roundRect">
            <a:avLst>
              <a:gd name="adj" fmla="val 4167"/>
            </a:avLst>
          </a:prstGeom>
          <a:solidFill>
            <a:schemeClr val="bg1"/>
          </a:solidFill>
          <a:ln w="9525" algn="ctr">
            <a:solidFill>
              <a:srgbClr val="4D4D4D"/>
            </a:solidFill>
            <a:round/>
            <a:headEnd/>
            <a:tailEnd/>
          </a:ln>
          <a:effectLst>
            <a:outerShdw dist="35921" dir="2700000" algn="ctr" rotWithShape="0">
              <a:srgbClr val="AFAFAF"/>
            </a:outerShdw>
          </a:effectLst>
        </p:spPr>
        <p:txBody>
          <a:bodyPr wrap="none" anchor="ctr"/>
          <a:lstStyle/>
          <a:p>
            <a:pPr>
              <a:lnSpc>
                <a:spcPct val="85000"/>
              </a:lnSpc>
            </a:pPr>
            <a:r>
              <a:rPr lang="fr-FR" sz="2200" dirty="0">
                <a:solidFill>
                  <a:srgbClr val="000000"/>
                </a:solidFill>
              </a:rPr>
              <a:t>Groupes universels</a:t>
            </a:r>
            <a:endParaRPr lang="en-US" sz="2200" dirty="0"/>
          </a:p>
        </p:txBody>
      </p:sp>
      <p:sp>
        <p:nvSpPr>
          <p:cNvPr id="415791" name="AutoShape 47"/>
          <p:cNvSpPr>
            <a:spLocks noChangeArrowheads="1"/>
          </p:cNvSpPr>
          <p:nvPr/>
        </p:nvSpPr>
        <p:spPr bwMode="auto">
          <a:xfrm>
            <a:off x="5630863" y="2844801"/>
            <a:ext cx="3280908" cy="693738"/>
          </a:xfrm>
          <a:prstGeom prst="roundRect">
            <a:avLst>
              <a:gd name="adj" fmla="val 4167"/>
            </a:avLst>
          </a:prstGeom>
          <a:solidFill>
            <a:schemeClr val="bg1"/>
          </a:solidFill>
          <a:ln w="9525" algn="ctr">
            <a:solidFill>
              <a:srgbClr val="4D4D4D"/>
            </a:solidFill>
            <a:round/>
            <a:headEnd/>
            <a:tailEnd/>
          </a:ln>
          <a:effectLst>
            <a:outerShdw dist="35921" dir="2700000" algn="ctr" rotWithShape="0">
              <a:srgbClr val="AFAFAF"/>
            </a:outerShdw>
          </a:effectLst>
        </p:spPr>
        <p:txBody>
          <a:bodyPr wrap="none" anchor="ctr"/>
          <a:lstStyle/>
          <a:p>
            <a:pPr>
              <a:lnSpc>
                <a:spcPct val="85000"/>
              </a:lnSpc>
            </a:pPr>
            <a:r>
              <a:rPr lang="fr-FR" sz="2200" dirty="0">
                <a:solidFill>
                  <a:srgbClr val="000000"/>
                </a:solidFill>
              </a:rPr>
              <a:t>Groupe universel mis </a:t>
            </a:r>
            <a:br>
              <a:rPr lang="fr-FR" sz="2200" dirty="0">
                <a:solidFill>
                  <a:srgbClr val="000000"/>
                </a:solidFill>
              </a:rPr>
            </a:br>
            <a:r>
              <a:rPr lang="fr-FR" sz="2200" dirty="0">
                <a:solidFill>
                  <a:srgbClr val="000000"/>
                </a:solidFill>
              </a:rPr>
              <a:t>en cache de l'utilisateur</a:t>
            </a:r>
            <a:endParaRPr lang="en-US" sz="2200" dirty="0"/>
          </a:p>
        </p:txBody>
      </p:sp>
      <p:pic>
        <p:nvPicPr>
          <p:cNvPr id="415792" name="Picture 48" descr="User_UserHalfC01"/>
          <p:cNvPicPr>
            <a:picLocks noChangeAspect="1" noChangeArrowheads="1"/>
          </p:cNvPicPr>
          <p:nvPr>
            <p:custDataLst>
              <p:tags r:id="rId3"/>
            </p:custDataLst>
          </p:nvPr>
        </p:nvPicPr>
        <p:blipFill>
          <a:blip r:embed="rId29" cstate="print"/>
          <a:srcRect/>
          <a:stretch>
            <a:fillRect/>
          </a:stretch>
        </p:blipFill>
        <p:spPr bwMode="auto">
          <a:xfrm>
            <a:off x="6154738" y="3492500"/>
            <a:ext cx="595312" cy="938213"/>
          </a:xfrm>
          <a:prstGeom prst="rect">
            <a:avLst/>
          </a:prstGeom>
          <a:noFill/>
        </p:spPr>
      </p:pic>
      <p:pic>
        <p:nvPicPr>
          <p:cNvPr id="415793" name="Picture 49" descr="Collection_UniversalGroup01"/>
          <p:cNvPicPr>
            <a:picLocks noChangeAspect="1" noChangeArrowheads="1"/>
          </p:cNvPicPr>
          <p:nvPr>
            <p:custDataLst>
              <p:tags r:id="rId4"/>
            </p:custDataLst>
          </p:nvPr>
        </p:nvPicPr>
        <p:blipFill>
          <a:blip r:embed="rId30" cstate="print"/>
          <a:srcRect/>
          <a:stretch>
            <a:fillRect/>
          </a:stretch>
        </p:blipFill>
        <p:spPr bwMode="auto">
          <a:xfrm>
            <a:off x="6423025" y="3849688"/>
            <a:ext cx="601663" cy="473075"/>
          </a:xfrm>
          <a:prstGeom prst="rect">
            <a:avLst/>
          </a:prstGeom>
          <a:noFill/>
        </p:spPr>
      </p:pic>
      <p:sp>
        <p:nvSpPr>
          <p:cNvPr id="415794" name="Line 50"/>
          <p:cNvSpPr>
            <a:spLocks noChangeShapeType="1"/>
          </p:cNvSpPr>
          <p:nvPr>
            <p:custDataLst>
              <p:tags r:id="rId5"/>
            </p:custDataLst>
          </p:nvPr>
        </p:nvSpPr>
        <p:spPr bwMode="auto">
          <a:xfrm>
            <a:off x="3468688" y="2968625"/>
            <a:ext cx="2535237" cy="768350"/>
          </a:xfrm>
          <a:prstGeom prst="line">
            <a:avLst/>
          </a:prstGeom>
          <a:noFill/>
          <a:ln w="38100">
            <a:solidFill>
              <a:srgbClr val="CC0000"/>
            </a:solidFill>
            <a:round/>
            <a:headEnd/>
            <a:tailEnd type="triangle" w="med" len="med"/>
          </a:ln>
          <a:effectLst/>
        </p:spPr>
        <p:txBody>
          <a:bodyPr wrap="none" anchor="ctr"/>
          <a:lstStyle/>
          <a:p>
            <a:endParaRPr lang="fr-FR"/>
          </a:p>
        </p:txBody>
      </p:sp>
      <p:sp>
        <p:nvSpPr>
          <p:cNvPr id="415795" name="Line 51"/>
          <p:cNvSpPr>
            <a:spLocks noChangeShapeType="1"/>
          </p:cNvSpPr>
          <p:nvPr>
            <p:custDataLst>
              <p:tags r:id="rId6"/>
            </p:custDataLst>
          </p:nvPr>
        </p:nvSpPr>
        <p:spPr bwMode="auto">
          <a:xfrm>
            <a:off x="3409950" y="3087688"/>
            <a:ext cx="2490788" cy="744537"/>
          </a:xfrm>
          <a:prstGeom prst="line">
            <a:avLst/>
          </a:prstGeom>
          <a:noFill/>
          <a:ln w="38100">
            <a:solidFill>
              <a:srgbClr val="CC0000"/>
            </a:solidFill>
            <a:round/>
            <a:headEnd type="triangle" w="med" len="med"/>
            <a:tailEnd/>
          </a:ln>
          <a:effectLst/>
        </p:spPr>
        <p:txBody>
          <a:bodyPr wrap="none" anchor="ctr"/>
          <a:lstStyle/>
          <a:p>
            <a:endParaRPr lang="fr-FR"/>
          </a:p>
        </p:txBody>
      </p:sp>
      <p:pic>
        <p:nvPicPr>
          <p:cNvPr id="415782" name="Picture 38" descr="Collection_UniversalGroup01"/>
          <p:cNvPicPr>
            <a:picLocks noChangeAspect="1" noChangeArrowheads="1"/>
          </p:cNvPicPr>
          <p:nvPr>
            <p:custDataLst>
              <p:tags r:id="rId7"/>
            </p:custDataLst>
          </p:nvPr>
        </p:nvPicPr>
        <p:blipFill>
          <a:blip r:embed="rId31"/>
          <a:srcRect/>
          <a:stretch>
            <a:fillRect/>
          </a:stretch>
        </p:blipFill>
        <p:spPr bwMode="auto">
          <a:xfrm>
            <a:off x="1703388" y="1582287"/>
            <a:ext cx="1541462" cy="1211262"/>
          </a:xfrm>
          <a:prstGeom prst="rect">
            <a:avLst/>
          </a:prstGeom>
          <a:noFill/>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415795"/>
                                        </p:tgtEl>
                                        <p:attrNameLst>
                                          <p:attrName>style.visibility</p:attrName>
                                        </p:attrNameLst>
                                      </p:cBhvr>
                                      <p:to>
                                        <p:strVal val="visible"/>
                                      </p:to>
                                    </p:set>
                                    <p:animEffect transition="in" filter="checkerboard(across)">
                                      <p:cBhvr>
                                        <p:cTn id="7" dur="1000"/>
                                        <p:tgtEl>
                                          <p:spTgt spid="415795"/>
                                        </p:tgtEl>
                                      </p:cBhvr>
                                    </p:animEffect>
                                  </p:childTnLst>
                                </p:cTn>
                              </p:par>
                              <p:par>
                                <p:cTn id="8" presetID="5" presetClass="entr" presetSubtype="10" fill="hold" grpId="0" nodeType="withEffect">
                                  <p:stCondLst>
                                    <p:cond delay="0"/>
                                  </p:stCondLst>
                                  <p:childTnLst>
                                    <p:set>
                                      <p:cBhvr>
                                        <p:cTn id="9" dur="1" fill="hold">
                                          <p:stCondLst>
                                            <p:cond delay="0"/>
                                          </p:stCondLst>
                                        </p:cTn>
                                        <p:tgtEl>
                                          <p:spTgt spid="415765"/>
                                        </p:tgtEl>
                                        <p:attrNameLst>
                                          <p:attrName>style.visibility</p:attrName>
                                        </p:attrNameLst>
                                      </p:cBhvr>
                                      <p:to>
                                        <p:strVal val="visible"/>
                                      </p:to>
                                    </p:set>
                                    <p:animEffect transition="in" filter="checkerboard(across)">
                                      <p:cBhvr>
                                        <p:cTn id="10" dur="500"/>
                                        <p:tgtEl>
                                          <p:spTgt spid="415765"/>
                                        </p:tgtEl>
                                      </p:cBhvr>
                                    </p:animEffect>
                                  </p:childTnLst>
                                </p:cTn>
                              </p:par>
                              <p:par>
                                <p:cTn id="11" presetID="5" presetClass="entr" presetSubtype="10" fill="hold" nodeType="withEffect">
                                  <p:stCondLst>
                                    <p:cond delay="0"/>
                                  </p:stCondLst>
                                  <p:childTnLst>
                                    <p:set>
                                      <p:cBhvr>
                                        <p:cTn id="12" dur="1" fill="hold">
                                          <p:stCondLst>
                                            <p:cond delay="0"/>
                                          </p:stCondLst>
                                        </p:cTn>
                                        <p:tgtEl>
                                          <p:spTgt spid="415782"/>
                                        </p:tgtEl>
                                        <p:attrNameLst>
                                          <p:attrName>style.visibility</p:attrName>
                                        </p:attrNameLst>
                                      </p:cBhvr>
                                      <p:to>
                                        <p:strVal val="visible"/>
                                      </p:to>
                                    </p:set>
                                    <p:animEffect transition="in" filter="checkerboard(across)">
                                      <p:cBhvr>
                                        <p:cTn id="13" dur="1000"/>
                                        <p:tgtEl>
                                          <p:spTgt spid="415782"/>
                                        </p:tgtEl>
                                      </p:cBhvr>
                                    </p:animEffect>
                                  </p:childTnLst>
                                </p:cTn>
                              </p:par>
                              <p:par>
                                <p:cTn id="14" presetID="5" presetClass="entr" presetSubtype="10" fill="hold" grpId="0" nodeType="withEffect">
                                  <p:stCondLst>
                                    <p:cond delay="0"/>
                                  </p:stCondLst>
                                  <p:childTnLst>
                                    <p:set>
                                      <p:cBhvr>
                                        <p:cTn id="15" dur="1" fill="hold">
                                          <p:stCondLst>
                                            <p:cond delay="0"/>
                                          </p:stCondLst>
                                        </p:cTn>
                                        <p:tgtEl>
                                          <p:spTgt spid="415787"/>
                                        </p:tgtEl>
                                        <p:attrNameLst>
                                          <p:attrName>style.visibility</p:attrName>
                                        </p:attrNameLst>
                                      </p:cBhvr>
                                      <p:to>
                                        <p:strVal val="visible"/>
                                      </p:to>
                                    </p:set>
                                    <p:animEffect transition="in" filter="checkerboard(across)">
                                      <p:cBhvr>
                                        <p:cTn id="16" dur="1000"/>
                                        <p:tgtEl>
                                          <p:spTgt spid="415787"/>
                                        </p:tgtEl>
                                      </p:cBhvr>
                                    </p:animEffect>
                                  </p:childTnLst>
                                </p:cTn>
                              </p:par>
                            </p:childTnLst>
                          </p:cTn>
                        </p:par>
                      </p:childTnLst>
                    </p:cTn>
                  </p:par>
                  <p:par>
                    <p:cTn id="17" fill="hold">
                      <p:stCondLst>
                        <p:cond delay="indefinite"/>
                      </p:stCondLst>
                      <p:childTnLst>
                        <p:par>
                          <p:cTn id="18" fill="hold">
                            <p:stCondLst>
                              <p:cond delay="0"/>
                            </p:stCondLst>
                            <p:childTnLst>
                              <p:par>
                                <p:cTn id="19" presetID="5" presetClass="entr" presetSubtype="10" fill="hold" grpId="0" nodeType="clickEffect">
                                  <p:stCondLst>
                                    <p:cond delay="0"/>
                                  </p:stCondLst>
                                  <p:childTnLst>
                                    <p:set>
                                      <p:cBhvr>
                                        <p:cTn id="20" dur="1" fill="hold">
                                          <p:stCondLst>
                                            <p:cond delay="0"/>
                                          </p:stCondLst>
                                        </p:cTn>
                                        <p:tgtEl>
                                          <p:spTgt spid="415794"/>
                                        </p:tgtEl>
                                        <p:attrNameLst>
                                          <p:attrName>style.visibility</p:attrName>
                                        </p:attrNameLst>
                                      </p:cBhvr>
                                      <p:to>
                                        <p:strVal val="visible"/>
                                      </p:to>
                                    </p:set>
                                    <p:animEffect transition="in" filter="checkerboard(across)">
                                      <p:cBhvr>
                                        <p:cTn id="21" dur="1000"/>
                                        <p:tgtEl>
                                          <p:spTgt spid="415794"/>
                                        </p:tgtEl>
                                      </p:cBhvr>
                                    </p:animEffect>
                                  </p:childTnLst>
                                </p:cTn>
                              </p:par>
                              <p:par>
                                <p:cTn id="22" presetID="5" presetClass="entr" presetSubtype="10" fill="hold" grpId="0" nodeType="withEffect">
                                  <p:stCondLst>
                                    <p:cond delay="0"/>
                                  </p:stCondLst>
                                  <p:childTnLst>
                                    <p:set>
                                      <p:cBhvr>
                                        <p:cTn id="23" dur="1" fill="hold">
                                          <p:stCondLst>
                                            <p:cond delay="0"/>
                                          </p:stCondLst>
                                        </p:cTn>
                                        <p:tgtEl>
                                          <p:spTgt spid="415791"/>
                                        </p:tgtEl>
                                        <p:attrNameLst>
                                          <p:attrName>style.visibility</p:attrName>
                                        </p:attrNameLst>
                                      </p:cBhvr>
                                      <p:to>
                                        <p:strVal val="visible"/>
                                      </p:to>
                                    </p:set>
                                    <p:animEffect transition="in" filter="checkerboard(across)">
                                      <p:cBhvr>
                                        <p:cTn id="24" dur="1000"/>
                                        <p:tgtEl>
                                          <p:spTgt spid="415791"/>
                                        </p:tgtEl>
                                      </p:cBhvr>
                                    </p:animEffect>
                                  </p:childTnLst>
                                </p:cTn>
                              </p:par>
                              <p:par>
                                <p:cTn id="25" presetID="5" presetClass="entr" presetSubtype="10" fill="hold" nodeType="withEffect">
                                  <p:stCondLst>
                                    <p:cond delay="0"/>
                                  </p:stCondLst>
                                  <p:childTnLst>
                                    <p:set>
                                      <p:cBhvr>
                                        <p:cTn id="26" dur="1" fill="hold">
                                          <p:stCondLst>
                                            <p:cond delay="0"/>
                                          </p:stCondLst>
                                        </p:cTn>
                                        <p:tgtEl>
                                          <p:spTgt spid="415792"/>
                                        </p:tgtEl>
                                        <p:attrNameLst>
                                          <p:attrName>style.visibility</p:attrName>
                                        </p:attrNameLst>
                                      </p:cBhvr>
                                      <p:to>
                                        <p:strVal val="visible"/>
                                      </p:to>
                                    </p:set>
                                    <p:animEffect transition="in" filter="checkerboard(across)">
                                      <p:cBhvr>
                                        <p:cTn id="27" dur="1000"/>
                                        <p:tgtEl>
                                          <p:spTgt spid="415792"/>
                                        </p:tgtEl>
                                      </p:cBhvr>
                                    </p:animEffect>
                                  </p:childTnLst>
                                </p:cTn>
                              </p:par>
                              <p:par>
                                <p:cTn id="28" presetID="5" presetClass="entr" presetSubtype="10" fill="hold" nodeType="withEffect">
                                  <p:stCondLst>
                                    <p:cond delay="0"/>
                                  </p:stCondLst>
                                  <p:childTnLst>
                                    <p:set>
                                      <p:cBhvr>
                                        <p:cTn id="29" dur="1" fill="hold">
                                          <p:stCondLst>
                                            <p:cond delay="0"/>
                                          </p:stCondLst>
                                        </p:cTn>
                                        <p:tgtEl>
                                          <p:spTgt spid="415793"/>
                                        </p:tgtEl>
                                        <p:attrNameLst>
                                          <p:attrName>style.visibility</p:attrName>
                                        </p:attrNameLst>
                                      </p:cBhvr>
                                      <p:to>
                                        <p:strVal val="visible"/>
                                      </p:to>
                                    </p:set>
                                    <p:animEffect transition="in" filter="checkerboard(across)">
                                      <p:cBhvr>
                                        <p:cTn id="30" dur="1000"/>
                                        <p:tgtEl>
                                          <p:spTgt spid="415793"/>
                                        </p:tgtEl>
                                      </p:cBhvr>
                                    </p:animEffect>
                                  </p:childTnLst>
                                </p:cTn>
                              </p:par>
                            </p:childTnLst>
                          </p:cTn>
                        </p:par>
                      </p:childTnLst>
                    </p:cTn>
                  </p:par>
                  <p:par>
                    <p:cTn id="31" fill="hold">
                      <p:stCondLst>
                        <p:cond delay="indefinite"/>
                      </p:stCondLst>
                      <p:childTnLst>
                        <p:par>
                          <p:cTn id="32" fill="hold">
                            <p:stCondLst>
                              <p:cond delay="0"/>
                            </p:stCondLst>
                            <p:childTnLst>
                              <p:par>
                                <p:cTn id="33" presetID="5" presetClass="entr" presetSubtype="10" fill="hold" grpId="0" nodeType="clickEffect">
                                  <p:stCondLst>
                                    <p:cond delay="0"/>
                                  </p:stCondLst>
                                  <p:childTnLst>
                                    <p:set>
                                      <p:cBhvr>
                                        <p:cTn id="34" dur="1" fill="hold">
                                          <p:stCondLst>
                                            <p:cond delay="0"/>
                                          </p:stCondLst>
                                        </p:cTn>
                                        <p:tgtEl>
                                          <p:spTgt spid="415766"/>
                                        </p:tgtEl>
                                        <p:attrNameLst>
                                          <p:attrName>style.visibility</p:attrName>
                                        </p:attrNameLst>
                                      </p:cBhvr>
                                      <p:to>
                                        <p:strVal val="visible"/>
                                      </p:to>
                                    </p:set>
                                    <p:animEffect transition="in" filter="checkerboard(across)">
                                      <p:cBhvr>
                                        <p:cTn id="35" dur="500"/>
                                        <p:tgtEl>
                                          <p:spTgt spid="415766"/>
                                        </p:tgtEl>
                                      </p:cBhvr>
                                    </p:animEffect>
                                  </p:childTnLst>
                                </p:cTn>
                              </p:par>
                            </p:childTnLst>
                          </p:cTn>
                        </p:par>
                        <p:par>
                          <p:cTn id="36" fill="hold">
                            <p:stCondLst>
                              <p:cond delay="500"/>
                            </p:stCondLst>
                            <p:childTnLst>
                              <p:par>
                                <p:cTn id="37" presetID="22" presetClass="entr" presetSubtype="4" fill="hold" grpId="1" nodeType="afterEffect">
                                  <p:stCondLst>
                                    <p:cond delay="0"/>
                                  </p:stCondLst>
                                  <p:childTnLst>
                                    <p:set>
                                      <p:cBhvr>
                                        <p:cTn id="38" dur="1" fill="hold">
                                          <p:stCondLst>
                                            <p:cond delay="0"/>
                                          </p:stCondLst>
                                        </p:cTn>
                                        <p:tgtEl>
                                          <p:spTgt spid="415796"/>
                                        </p:tgtEl>
                                        <p:attrNameLst>
                                          <p:attrName>style.visibility</p:attrName>
                                        </p:attrNameLst>
                                      </p:cBhvr>
                                      <p:to>
                                        <p:strVal val="visible"/>
                                      </p:to>
                                    </p:set>
                                    <p:animEffect transition="in" filter="wipe(down)">
                                      <p:cBhvr>
                                        <p:cTn id="39" dur="500"/>
                                        <p:tgtEl>
                                          <p:spTgt spid="415796"/>
                                        </p:tgtEl>
                                      </p:cBhvr>
                                    </p:animEffect>
                                  </p:childTnLst>
                                </p:cTn>
                              </p:par>
                            </p:childTnLst>
                          </p:cTn>
                        </p:par>
                        <p:par>
                          <p:cTn id="40" fill="hold">
                            <p:stCondLst>
                              <p:cond delay="1000"/>
                            </p:stCondLst>
                            <p:childTnLst>
                              <p:par>
                                <p:cTn id="41" presetID="22" presetClass="entr" presetSubtype="4" fill="hold" grpId="0" nodeType="afterEffect">
                                  <p:stCondLst>
                                    <p:cond delay="0"/>
                                  </p:stCondLst>
                                  <p:childTnLst>
                                    <p:set>
                                      <p:cBhvr>
                                        <p:cTn id="42" dur="1" fill="hold">
                                          <p:stCondLst>
                                            <p:cond delay="0"/>
                                          </p:stCondLst>
                                        </p:cTn>
                                        <p:tgtEl>
                                          <p:spTgt spid="415797"/>
                                        </p:tgtEl>
                                        <p:attrNameLst>
                                          <p:attrName>style.visibility</p:attrName>
                                        </p:attrNameLst>
                                      </p:cBhvr>
                                      <p:to>
                                        <p:strVal val="visible"/>
                                      </p:to>
                                    </p:set>
                                    <p:animEffect transition="in" filter="wipe(down)">
                                      <p:cBhvr>
                                        <p:cTn id="43" dur="500"/>
                                        <p:tgtEl>
                                          <p:spTgt spid="41579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5796" grpId="1" animBg="1"/>
      <p:bldP spid="415797" grpId="0" animBg="1"/>
      <p:bldP spid="415765" grpId="0" animBg="1"/>
      <p:bldP spid="415766" grpId="0" animBg="1"/>
      <p:bldP spid="415787" grpId="0" animBg="1"/>
      <p:bldP spid="415791" grpId="0" animBg="1"/>
      <p:bldP spid="415794" grpId="0" animBg="1"/>
      <p:bldP spid="415795"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6770" name="Rectangle 2"/>
          <p:cNvSpPr>
            <a:spLocks noGrp="1" noChangeArrowheads="1"/>
          </p:cNvSpPr>
          <p:nvPr>
            <p:ph type="title"/>
          </p:nvPr>
        </p:nvSpPr>
        <p:spPr/>
        <p:txBody>
          <a:bodyPr>
            <a:normAutofit/>
          </a:bodyPr>
          <a:lstStyle/>
          <a:p>
            <a:r>
              <a:rPr lang="fr-FR" sz="2600" b="1" dirty="0" smtClean="0">
                <a:solidFill>
                  <a:srgbClr val="C00000"/>
                </a:solidFill>
              </a:rPr>
              <a:t>Ouverture de session sans catalogue global</a:t>
            </a:r>
            <a:endParaRPr lang="en-US" sz="2600" b="1" dirty="0">
              <a:solidFill>
                <a:srgbClr val="C00000"/>
              </a:solidFill>
            </a:endParaRPr>
          </a:p>
        </p:txBody>
      </p:sp>
      <p:sp>
        <p:nvSpPr>
          <p:cNvPr id="416801" name="AutoShape 33"/>
          <p:cNvSpPr>
            <a:spLocks noChangeArrowheads="1"/>
          </p:cNvSpPr>
          <p:nvPr/>
        </p:nvSpPr>
        <p:spPr bwMode="auto">
          <a:xfrm>
            <a:off x="290060" y="1475695"/>
            <a:ext cx="8491083" cy="1277937"/>
          </a:xfrm>
          <a:prstGeom prst="roundRect">
            <a:avLst>
              <a:gd name="adj" fmla="val 4167"/>
            </a:avLst>
          </a:prstGeom>
          <a:gradFill rotWithShape="1">
            <a:gsLst>
              <a:gs pos="0">
                <a:srgbClr val="EEEFD7"/>
              </a:gs>
              <a:gs pos="100000">
                <a:srgbClr val="D5D69C"/>
              </a:gs>
            </a:gsLst>
            <a:lin ang="2700000" scaled="1"/>
          </a:gradFill>
          <a:ln w="9525" algn="ctr">
            <a:solidFill>
              <a:srgbClr val="4D4D4D"/>
            </a:solidFill>
            <a:round/>
            <a:headEnd/>
            <a:tailEnd/>
          </a:ln>
          <a:effectLst>
            <a:outerShdw dist="35921" dir="2700000" algn="ctr" rotWithShape="0">
              <a:srgbClr val="AFAFAF"/>
            </a:outerShdw>
          </a:effectLst>
        </p:spPr>
        <p:txBody>
          <a:bodyPr lIns="1737360" tIns="91440" anchor="ctr"/>
          <a:lstStyle/>
          <a:p>
            <a:pPr marL="225425" indent="-225425" algn="l">
              <a:lnSpc>
                <a:spcPct val="85000"/>
              </a:lnSpc>
              <a:spcBef>
                <a:spcPct val="40000"/>
              </a:spcBef>
              <a:buSzPct val="80000"/>
            </a:pPr>
            <a:r>
              <a:rPr lang="fr-FR" sz="2600" dirty="0">
                <a:solidFill>
                  <a:srgbClr val="000000"/>
                </a:solidFill>
              </a:rPr>
              <a:t>Lorsque le catalogue global n'est pas disponible</a:t>
            </a:r>
            <a:endParaRPr lang="en-US" sz="2600" dirty="0"/>
          </a:p>
        </p:txBody>
      </p:sp>
      <p:sp>
        <p:nvSpPr>
          <p:cNvPr id="416802" name="AutoShape 34"/>
          <p:cNvSpPr>
            <a:spLocks noChangeArrowheads="1"/>
          </p:cNvSpPr>
          <p:nvPr>
            <p:custDataLst>
              <p:tags r:id="rId1"/>
            </p:custDataLst>
          </p:nvPr>
        </p:nvSpPr>
        <p:spPr bwMode="auto">
          <a:xfrm>
            <a:off x="290060" y="1475695"/>
            <a:ext cx="1489075" cy="1277937"/>
          </a:xfrm>
          <a:prstGeom prst="roundRect">
            <a:avLst>
              <a:gd name="adj" fmla="val 4167"/>
            </a:avLst>
          </a:prstGeom>
          <a:gradFill rotWithShape="1">
            <a:gsLst>
              <a:gs pos="0">
                <a:srgbClr val="8DACD0"/>
              </a:gs>
              <a:gs pos="100000">
                <a:srgbClr val="DEE7F1"/>
              </a:gs>
            </a:gsLst>
            <a:lin ang="2700000" scaled="1"/>
          </a:gradFill>
          <a:ln w="9525">
            <a:solidFill>
              <a:srgbClr val="4D4D4D"/>
            </a:solidFill>
            <a:round/>
            <a:headEnd/>
            <a:tailEnd/>
          </a:ln>
          <a:effectLst/>
        </p:spPr>
        <p:txBody>
          <a:bodyPr anchor="ctr"/>
          <a:lstStyle/>
          <a:p>
            <a:endParaRPr lang="fr-FR" sz="2200"/>
          </a:p>
        </p:txBody>
      </p:sp>
      <p:pic>
        <p:nvPicPr>
          <p:cNvPr id="416803" name="Picture 35" descr="Server01"/>
          <p:cNvPicPr>
            <a:picLocks noChangeAspect="1" noChangeArrowheads="1"/>
          </p:cNvPicPr>
          <p:nvPr>
            <p:custDataLst>
              <p:tags r:id="rId2"/>
            </p:custDataLst>
          </p:nvPr>
        </p:nvPicPr>
        <p:blipFill>
          <a:blip r:embed="rId9" cstate="print"/>
          <a:srcRect/>
          <a:stretch>
            <a:fillRect/>
          </a:stretch>
        </p:blipFill>
        <p:spPr bwMode="auto">
          <a:xfrm>
            <a:off x="367847" y="1561420"/>
            <a:ext cx="987425" cy="1162050"/>
          </a:xfrm>
          <a:prstGeom prst="rect">
            <a:avLst/>
          </a:prstGeom>
          <a:noFill/>
        </p:spPr>
      </p:pic>
      <p:pic>
        <p:nvPicPr>
          <p:cNvPr id="416805" name="Picture 37" descr="ActiveDirectory01"/>
          <p:cNvPicPr>
            <a:picLocks noChangeAspect="1" noChangeArrowheads="1"/>
          </p:cNvPicPr>
          <p:nvPr>
            <p:custDataLst>
              <p:tags r:id="rId3"/>
            </p:custDataLst>
          </p:nvPr>
        </p:nvPicPr>
        <p:blipFill>
          <a:blip r:embed="rId10" cstate="print"/>
          <a:srcRect/>
          <a:stretch>
            <a:fillRect/>
          </a:stretch>
        </p:blipFill>
        <p:spPr bwMode="auto">
          <a:xfrm>
            <a:off x="845685" y="1978932"/>
            <a:ext cx="868362" cy="569913"/>
          </a:xfrm>
          <a:prstGeom prst="rect">
            <a:avLst/>
          </a:prstGeom>
          <a:noFill/>
        </p:spPr>
      </p:pic>
      <p:pic>
        <p:nvPicPr>
          <p:cNvPr id="416806" name="Picture 38" descr="Internet01"/>
          <p:cNvPicPr>
            <a:picLocks noChangeAspect="1" noChangeArrowheads="1"/>
          </p:cNvPicPr>
          <p:nvPr>
            <p:custDataLst>
              <p:tags r:id="rId4"/>
            </p:custDataLst>
          </p:nvPr>
        </p:nvPicPr>
        <p:blipFill>
          <a:blip r:embed="rId11" cstate="print"/>
          <a:srcRect/>
          <a:stretch>
            <a:fillRect/>
          </a:stretch>
        </p:blipFill>
        <p:spPr bwMode="auto">
          <a:xfrm>
            <a:off x="961572" y="1874157"/>
            <a:ext cx="479425" cy="477838"/>
          </a:xfrm>
          <a:prstGeom prst="rect">
            <a:avLst/>
          </a:prstGeom>
          <a:noFill/>
        </p:spPr>
      </p:pic>
      <p:pic>
        <p:nvPicPr>
          <p:cNvPr id="416807" name="Picture 39" descr="Search01"/>
          <p:cNvPicPr>
            <a:picLocks noChangeAspect="1" noChangeArrowheads="1"/>
          </p:cNvPicPr>
          <p:nvPr>
            <p:custDataLst>
              <p:tags r:id="rId5"/>
            </p:custDataLst>
          </p:nvPr>
        </p:nvPicPr>
        <p:blipFill>
          <a:blip r:embed="rId12" cstate="print"/>
          <a:srcRect/>
          <a:stretch>
            <a:fillRect/>
          </a:stretch>
        </p:blipFill>
        <p:spPr bwMode="auto">
          <a:xfrm rot="-2136353">
            <a:off x="1253672" y="1786845"/>
            <a:ext cx="377825" cy="779462"/>
          </a:xfrm>
          <a:prstGeom prst="rect">
            <a:avLst/>
          </a:prstGeom>
          <a:noFill/>
        </p:spPr>
      </p:pic>
      <p:sp>
        <p:nvSpPr>
          <p:cNvPr id="416811" name="AutoShape 43"/>
          <p:cNvSpPr>
            <a:spLocks noChangeArrowheads="1"/>
          </p:cNvSpPr>
          <p:nvPr>
            <p:custDataLst>
              <p:tags r:id="rId6"/>
            </p:custDataLst>
          </p:nvPr>
        </p:nvSpPr>
        <p:spPr bwMode="auto">
          <a:xfrm>
            <a:off x="867910" y="1809070"/>
            <a:ext cx="833437" cy="831850"/>
          </a:xfrm>
          <a:custGeom>
            <a:avLst/>
            <a:gdLst>
              <a:gd name="G0" fmla="+- 2700 0 0"/>
              <a:gd name="G1" fmla="*/ G0 2 1"/>
              <a:gd name="G2" fmla="+- 21600 0 G1"/>
              <a:gd name="G3" fmla="*/ G2 G2 1"/>
              <a:gd name="G4" fmla="*/ G0 G0 1"/>
              <a:gd name="G5" fmla="+- G3 0 G4"/>
              <a:gd name="G6" fmla="*/ G5 1 8"/>
              <a:gd name="G7" fmla="sqrt G6"/>
              <a:gd name="G8" fmla="*/ G4 1 8"/>
              <a:gd name="G9" fmla="sqrt G8"/>
              <a:gd name="G10" fmla="+- G7 G9 0"/>
              <a:gd name="G11" fmla="+- G7 0 G9"/>
              <a:gd name="G12" fmla="+- G10 10800 0"/>
              <a:gd name="G13" fmla="+- 10800 0 G10"/>
              <a:gd name="G14" fmla="+- G11 10800 0"/>
              <a:gd name="G15" fmla="+- 10800 0 G11"/>
              <a:gd name="G16" fmla="+- 21600 0 G0"/>
              <a:gd name="T0" fmla="*/ 10800 w 21600"/>
              <a:gd name="T1" fmla="*/ 0 h 21600"/>
              <a:gd name="T2" fmla="*/ 3163 w 21600"/>
              <a:gd name="T3" fmla="*/ 3163 h 21600"/>
              <a:gd name="T4" fmla="*/ 0 w 21600"/>
              <a:gd name="T5" fmla="*/ 10800 h 21600"/>
              <a:gd name="T6" fmla="*/ 3163 w 21600"/>
              <a:gd name="T7" fmla="*/ 18437 h 21600"/>
              <a:gd name="T8" fmla="*/ 10800 w 21600"/>
              <a:gd name="T9" fmla="*/ 21600 h 21600"/>
              <a:gd name="T10" fmla="*/ 18437 w 21600"/>
              <a:gd name="T11" fmla="*/ 18437 h 21600"/>
              <a:gd name="T12" fmla="*/ 21600 w 21600"/>
              <a:gd name="T13" fmla="*/ 10800 h 21600"/>
              <a:gd name="T14" fmla="*/ 18437 w 21600"/>
              <a:gd name="T15" fmla="*/ 3163 h 21600"/>
              <a:gd name="T16" fmla="*/ 3163 w 21600"/>
              <a:gd name="T17" fmla="*/ 3163 h 21600"/>
              <a:gd name="T18" fmla="*/ 18437 w 21600"/>
              <a:gd name="T19" fmla="*/ 18437 h 21600"/>
            </a:gdLst>
            <a:ahLst/>
            <a:cxnLst>
              <a:cxn ang="0">
                <a:pos x="T0" y="T1"/>
              </a:cxn>
              <a:cxn ang="0">
                <a:pos x="T2" y="T3"/>
              </a:cxn>
              <a:cxn ang="0">
                <a:pos x="T4" y="T5"/>
              </a:cxn>
              <a:cxn ang="0">
                <a:pos x="T6" y="T7"/>
              </a:cxn>
              <a:cxn ang="0">
                <a:pos x="T8" y="T9"/>
              </a:cxn>
              <a:cxn ang="0">
                <a:pos x="T10" y="T11"/>
              </a:cxn>
              <a:cxn ang="0">
                <a:pos x="T12" y="T13"/>
              </a:cxn>
              <a:cxn ang="0">
                <a:pos x="T14" y="T15"/>
              </a:cxn>
            </a:cxnLst>
            <a:rect l="T16" t="T17" r="T18" b="T19"/>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17401" y="15493"/>
                </a:moveTo>
                <a:cubicBezTo>
                  <a:pt x="18376" y="14122"/>
                  <a:pt x="18900" y="12482"/>
                  <a:pt x="18900" y="10800"/>
                </a:cubicBezTo>
                <a:cubicBezTo>
                  <a:pt x="18900" y="6326"/>
                  <a:pt x="15273" y="2700"/>
                  <a:pt x="10800" y="2700"/>
                </a:cubicBezTo>
                <a:cubicBezTo>
                  <a:pt x="9117" y="2699"/>
                  <a:pt x="7477" y="3223"/>
                  <a:pt x="6106" y="4198"/>
                </a:cubicBezTo>
                <a:close/>
                <a:moveTo>
                  <a:pt x="4198" y="6106"/>
                </a:moveTo>
                <a:cubicBezTo>
                  <a:pt x="3223" y="7477"/>
                  <a:pt x="2700" y="9117"/>
                  <a:pt x="2700" y="10799"/>
                </a:cubicBezTo>
                <a:cubicBezTo>
                  <a:pt x="2700" y="15273"/>
                  <a:pt x="6326" y="18900"/>
                  <a:pt x="10800" y="18900"/>
                </a:cubicBezTo>
                <a:cubicBezTo>
                  <a:pt x="12482" y="18900"/>
                  <a:pt x="14122" y="18376"/>
                  <a:pt x="15493" y="17401"/>
                </a:cubicBezTo>
                <a:close/>
              </a:path>
            </a:pathLst>
          </a:custGeom>
          <a:solidFill>
            <a:srgbClr val="FF0000">
              <a:alpha val="75000"/>
            </a:srgbClr>
          </a:solidFill>
          <a:ln w="9525" algn="ctr">
            <a:noFill/>
            <a:miter lim="800000"/>
            <a:headEnd/>
            <a:tailEnd/>
          </a:ln>
          <a:effectLst/>
        </p:spPr>
        <p:txBody>
          <a:bodyPr wrap="none" anchor="ctr"/>
          <a:lstStyle/>
          <a:p>
            <a:endParaRPr lang="fr-FR"/>
          </a:p>
        </p:txBody>
      </p:sp>
      <p:sp>
        <p:nvSpPr>
          <p:cNvPr id="34" name="ZoneTexte 33"/>
          <p:cNvSpPr txBox="1"/>
          <p:nvPr/>
        </p:nvSpPr>
        <p:spPr>
          <a:xfrm>
            <a:off x="261257" y="3033486"/>
            <a:ext cx="8084457" cy="1107996"/>
          </a:xfrm>
          <a:prstGeom prst="rect">
            <a:avLst/>
          </a:prstGeom>
          <a:noFill/>
        </p:spPr>
        <p:txBody>
          <a:bodyPr wrap="square" rtlCol="0">
            <a:spAutoFit/>
          </a:bodyPr>
          <a:lstStyle/>
          <a:p>
            <a:pPr algn="l">
              <a:buFont typeface="Wingdings" pitchFamily="2" charset="2"/>
              <a:buChar char="q"/>
            </a:pPr>
            <a:r>
              <a:rPr lang="fr-FR" sz="2200" dirty="0" smtClean="0"/>
              <a:t> Le KDC ne peut obtenir les identificateurs SID pour les groupes universels dont l’utilisateur est membre</a:t>
            </a:r>
          </a:p>
          <a:p>
            <a:pPr algn="l">
              <a:buFont typeface="Wingdings" pitchFamily="2" charset="2"/>
              <a:buChar char="q"/>
            </a:pPr>
            <a:r>
              <a:rPr lang="fr-FR" sz="2200" dirty="0" smtClean="0"/>
              <a:t> Le KDC n’émet pas de TGT pour l’utilisateur</a:t>
            </a:r>
            <a:endParaRPr lang="fr-FR" sz="2200" dirty="0"/>
          </a:p>
        </p:txBody>
      </p:sp>
      <p:sp>
        <p:nvSpPr>
          <p:cNvPr id="36" name="ZoneTexte 35"/>
          <p:cNvSpPr txBox="1"/>
          <p:nvPr/>
        </p:nvSpPr>
        <p:spPr>
          <a:xfrm>
            <a:off x="2409370" y="4455886"/>
            <a:ext cx="5384801" cy="830997"/>
          </a:xfrm>
          <a:prstGeom prst="rect">
            <a:avLst/>
          </a:prstGeom>
          <a:noFill/>
        </p:spPr>
        <p:txBody>
          <a:bodyPr wrap="square" rtlCol="0">
            <a:spAutoFit/>
          </a:bodyPr>
          <a:lstStyle/>
          <a:p>
            <a:pPr algn="l"/>
            <a:r>
              <a:rPr lang="fr-FR" sz="2400" dirty="0" smtClean="0">
                <a:solidFill>
                  <a:srgbClr val="C00000"/>
                </a:solidFill>
              </a:rPr>
              <a:t>Le catalogue global doit être disponible pour que l’utilisateur obtient un TGT</a:t>
            </a:r>
            <a:endParaRPr lang="fr-FR" sz="2400" dirty="0">
              <a:solidFill>
                <a:srgbClr val="C00000"/>
              </a:solidFill>
            </a:endParaRPr>
          </a:p>
        </p:txBody>
      </p:sp>
      <p:sp>
        <p:nvSpPr>
          <p:cNvPr id="37" name="Flèche droite 36"/>
          <p:cNvSpPr/>
          <p:nvPr/>
        </p:nvSpPr>
        <p:spPr>
          <a:xfrm>
            <a:off x="522514" y="4528457"/>
            <a:ext cx="1480457" cy="798286"/>
          </a:xfrm>
          <a:prstGeom prst="rightArrow">
            <a:avLst/>
          </a:prstGeom>
          <a:solidFill>
            <a:srgbClr val="CC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37"/>
                                        </p:tgtEl>
                                        <p:attrNameLst>
                                          <p:attrName>style.visibility</p:attrName>
                                        </p:attrNameLst>
                                      </p:cBhvr>
                                      <p:to>
                                        <p:strVal val="visible"/>
                                      </p:to>
                                    </p:set>
                                    <p:anim calcmode="lin" valueType="num">
                                      <p:cBhvr additive="base">
                                        <p:cTn id="7" dur="1000" fill="hold"/>
                                        <p:tgtEl>
                                          <p:spTgt spid="37"/>
                                        </p:tgtEl>
                                        <p:attrNameLst>
                                          <p:attrName>ppt_x</p:attrName>
                                        </p:attrNameLst>
                                      </p:cBhvr>
                                      <p:tavLst>
                                        <p:tav tm="0">
                                          <p:val>
                                            <p:strVal val="0-#ppt_w/2"/>
                                          </p:val>
                                        </p:tav>
                                        <p:tav tm="100000">
                                          <p:val>
                                            <p:strVal val="#ppt_x"/>
                                          </p:val>
                                        </p:tav>
                                      </p:tavLst>
                                    </p:anim>
                                    <p:anim calcmode="lin" valueType="num">
                                      <p:cBhvr additive="base">
                                        <p:cTn id="8" dur="1000" fill="hold"/>
                                        <p:tgtEl>
                                          <p:spTgt spid="37"/>
                                        </p:tgtEl>
                                        <p:attrNameLst>
                                          <p:attrName>ppt_y</p:attrName>
                                        </p:attrNameLst>
                                      </p:cBhvr>
                                      <p:tavLst>
                                        <p:tav tm="0">
                                          <p:val>
                                            <p:strVal val="#ppt_y"/>
                                          </p:val>
                                        </p:tav>
                                        <p:tav tm="100000">
                                          <p:val>
                                            <p:strVal val="#ppt_y"/>
                                          </p:val>
                                        </p:tav>
                                      </p:tavLst>
                                    </p:anim>
                                  </p:childTnLst>
                                </p:cTn>
                              </p:par>
                              <p:par>
                                <p:cTn id="9" presetID="2" presetClass="entr" presetSubtype="8" fill="hold" grpId="0" nodeType="withEffect">
                                  <p:stCondLst>
                                    <p:cond delay="0"/>
                                  </p:stCondLst>
                                  <p:childTnLst>
                                    <p:set>
                                      <p:cBhvr>
                                        <p:cTn id="10" dur="1" fill="hold">
                                          <p:stCondLst>
                                            <p:cond delay="0"/>
                                          </p:stCondLst>
                                        </p:cTn>
                                        <p:tgtEl>
                                          <p:spTgt spid="36"/>
                                        </p:tgtEl>
                                        <p:attrNameLst>
                                          <p:attrName>style.visibility</p:attrName>
                                        </p:attrNameLst>
                                      </p:cBhvr>
                                      <p:to>
                                        <p:strVal val="visible"/>
                                      </p:to>
                                    </p:set>
                                    <p:anim calcmode="lin" valueType="num">
                                      <p:cBhvr additive="base">
                                        <p:cTn id="11" dur="1000" fill="hold"/>
                                        <p:tgtEl>
                                          <p:spTgt spid="36"/>
                                        </p:tgtEl>
                                        <p:attrNameLst>
                                          <p:attrName>ppt_x</p:attrName>
                                        </p:attrNameLst>
                                      </p:cBhvr>
                                      <p:tavLst>
                                        <p:tav tm="0">
                                          <p:val>
                                            <p:strVal val="0-#ppt_w/2"/>
                                          </p:val>
                                        </p:tav>
                                        <p:tav tm="100000">
                                          <p:val>
                                            <p:strVal val="#ppt_x"/>
                                          </p:val>
                                        </p:tav>
                                      </p:tavLst>
                                    </p:anim>
                                    <p:anim calcmode="lin" valueType="num">
                                      <p:cBhvr additive="base">
                                        <p:cTn id="12" dur="1000" fill="hold"/>
                                        <p:tgtEl>
                                          <p:spTgt spid="36"/>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 grpId="0"/>
      <p:bldP spid="37"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b="1" dirty="0" smtClean="0">
                <a:solidFill>
                  <a:srgbClr val="C00000"/>
                </a:solidFill>
              </a:rPr>
              <a:t>Exercices</a:t>
            </a:r>
            <a:endParaRPr lang="fr-FR" b="1" dirty="0">
              <a:solidFill>
                <a:srgbClr val="C00000"/>
              </a:solidFill>
            </a:endParaRPr>
          </a:p>
        </p:txBody>
      </p:sp>
      <p:sp>
        <p:nvSpPr>
          <p:cNvPr id="3" name="Espace réservé du contenu 2"/>
          <p:cNvSpPr>
            <a:spLocks noGrp="1"/>
          </p:cNvSpPr>
          <p:nvPr>
            <p:ph sz="quarter" idx="1"/>
          </p:nvPr>
        </p:nvSpPr>
        <p:spPr/>
        <p:txBody>
          <a:bodyPr>
            <a:noAutofit/>
          </a:bodyPr>
          <a:lstStyle/>
          <a:p>
            <a:pPr lvl="0">
              <a:buClrTx/>
              <a:buFont typeface="Wingdings" pitchFamily="2" charset="2"/>
              <a:buChar char="q"/>
            </a:pPr>
            <a:r>
              <a:rPr lang="fr-FR" sz="2400" dirty="0" smtClean="0"/>
              <a:t>Quel est le rôle de la mise en place d’un serveur catalogue global</a:t>
            </a:r>
          </a:p>
          <a:p>
            <a:pPr>
              <a:buClrTx/>
              <a:buFont typeface="Wingdings" pitchFamily="2" charset="2"/>
              <a:buChar char="q"/>
            </a:pPr>
            <a:r>
              <a:rPr lang="fr-FR" sz="2400" dirty="0" smtClean="0"/>
              <a:t>Trouver  des  informations  AD  sur  toutes  la  forêt,  et utiliser  des  informations  d’appartenance  à  des  groupes  universels  pour  ouvrir  une  session  sur  le réseau.</a:t>
            </a:r>
          </a:p>
          <a:p>
            <a:pPr lvl="0">
              <a:buClrTx/>
              <a:buFont typeface="Wingdings" pitchFamily="2" charset="2"/>
              <a:buChar char="q"/>
            </a:pPr>
            <a:r>
              <a:rPr lang="fr-FR" sz="2400" dirty="0" smtClean="0"/>
              <a:t>Quel est l’objet de la fonction de mise en cache de l’appartenance à des groupes universels ?</a:t>
            </a:r>
          </a:p>
          <a:p>
            <a:pPr>
              <a:buClrTx/>
              <a:buFont typeface="Wingdings" pitchFamily="2" charset="2"/>
              <a:buChar char="q"/>
            </a:pPr>
            <a:r>
              <a:rPr lang="fr-FR" sz="2400" dirty="0" smtClean="0"/>
              <a:t>Elle  permet, lors d’une ouverture de session, de ne plus devoir rechercher un catalogue global. Les informations relatives aux appartenances à un groupe universel sont "cachées" sur le contrôleur de domaine ayant pris en charge l’authentification.</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checkerboard(across)">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checkerboard(across)">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5" presetClass="entr" presetSubtype="1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checkerboard(across)">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5" presetClass="entr" presetSubtype="10" fill="hold"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checkerboard(across)">
                                      <p:cBhvr>
                                        <p:cTn id="22"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b="1" dirty="0" smtClean="0">
                <a:solidFill>
                  <a:srgbClr val="C00000"/>
                </a:solidFill>
              </a:rPr>
              <a:t>Exercices</a:t>
            </a:r>
            <a:endParaRPr lang="fr-FR" b="1" dirty="0">
              <a:solidFill>
                <a:srgbClr val="C00000"/>
              </a:solidFill>
            </a:endParaRPr>
          </a:p>
        </p:txBody>
      </p:sp>
      <p:sp>
        <p:nvSpPr>
          <p:cNvPr id="3" name="Espace réservé du contenu 2"/>
          <p:cNvSpPr>
            <a:spLocks noGrp="1"/>
          </p:cNvSpPr>
          <p:nvPr>
            <p:ph sz="quarter" idx="1"/>
          </p:nvPr>
        </p:nvSpPr>
        <p:spPr/>
        <p:txBody>
          <a:bodyPr>
            <a:normAutofit lnSpcReduction="10000"/>
          </a:bodyPr>
          <a:lstStyle/>
          <a:p>
            <a:pPr lvl="0">
              <a:buClrTx/>
              <a:buFont typeface="Wingdings" pitchFamily="2" charset="2"/>
              <a:buChar char="q"/>
            </a:pPr>
            <a:r>
              <a:rPr lang="fr-FR" dirty="0" smtClean="0"/>
              <a:t>Quelle est la valeur de rafraîchissement du cache de l’appartenance aux groupes universels ?</a:t>
            </a:r>
          </a:p>
          <a:p>
            <a:pPr>
              <a:buClrTx/>
              <a:buFont typeface="Wingdings" pitchFamily="2" charset="2"/>
              <a:buChar char="q"/>
            </a:pPr>
            <a:r>
              <a:rPr lang="fr-FR" dirty="0" smtClean="0"/>
              <a:t>Le cache est automatiquement rafraîchi toutes les 8 heures.</a:t>
            </a:r>
          </a:p>
          <a:p>
            <a:pPr>
              <a:buClrTx/>
              <a:buFont typeface="Wingdings" pitchFamily="2" charset="2"/>
              <a:buChar char="q"/>
            </a:pPr>
            <a:r>
              <a:rPr lang="fr-FR" dirty="0" smtClean="0"/>
              <a:t>Pourquoi  le  processus  d’authentification  est  mis  en échec si  le  serveur  de  catalogue  global  n’est  pas  joignable</a:t>
            </a:r>
          </a:p>
          <a:p>
            <a:pPr>
              <a:buClrTx/>
              <a:buFont typeface="Wingdings" pitchFamily="2" charset="2"/>
              <a:buChar char="q"/>
            </a:pPr>
            <a:r>
              <a:rPr lang="fr-FR" dirty="0" smtClean="0"/>
              <a:t>Le contrôleur de domaine ne peut pas obtenir les SID des groupes universelles  dont l’utilisateur est membre donc il ne peut pas émettre un TGT et l'utilisateur ne peut pas ouvrir une session</a:t>
            </a:r>
          </a:p>
          <a:p>
            <a:endParaRPr lang="fr-FR"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checkerboard(across)">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checkerboard(across)">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5" presetClass="entr" presetSubtype="1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checkerboard(across)">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5" presetClass="entr" presetSubtype="10" fill="hold"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checkerboard(across)">
                                      <p:cBhvr>
                                        <p:cTn id="22"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ags/tag1.xml><?xml version="1.0" encoding="utf-8"?>
<p:tagLst xmlns:a="http://schemas.openxmlformats.org/drawingml/2006/main" xmlns:r="http://schemas.openxmlformats.org/officeDocument/2006/relationships" xmlns:p="http://schemas.openxmlformats.org/presentationml/2006/main">
  <p:tag name="PPWINTOTALSEGMENTS" val="1"/>
</p:tagLst>
</file>

<file path=ppt/tags/tag2.xml><?xml version="1.0" encoding="utf-8"?>
<p:tagLst xmlns:a="http://schemas.openxmlformats.org/drawingml/2006/main" xmlns:r="http://schemas.openxmlformats.org/officeDocument/2006/relationships" xmlns:p="http://schemas.openxmlformats.org/presentationml/2006/main">
  <p:tag name="PPWINTOTALSEGMENTS" val="1"/>
</p:tagLst>
</file>

<file path=ppt/tags/tag3.xml><?xml version="1.0" encoding="utf-8"?>
<p:tagLst xmlns:a="http://schemas.openxmlformats.org/drawingml/2006/main" xmlns:r="http://schemas.openxmlformats.org/officeDocument/2006/relationships" xmlns:p="http://schemas.openxmlformats.org/presentationml/2006/main">
  <p:tag name="PPWINTOTALSEGMENTS" val="5"/>
</p:tagLst>
</file>

<file path=ppt/tags/tag4.xml><?xml version="1.0" encoding="utf-8"?>
<p:tagLst xmlns:a="http://schemas.openxmlformats.org/drawingml/2006/main" xmlns:r="http://schemas.openxmlformats.org/officeDocument/2006/relationships" xmlns:p="http://schemas.openxmlformats.org/presentationml/2006/main">
  <p:tag name="PPWINTOTALSEGMENTS" val="1"/>
</p:tagLst>
</file>

<file path=ppt/tags/tag5.xml><?xml version="1.0" encoding="utf-8"?>
<p:tagLst xmlns:a="http://schemas.openxmlformats.org/drawingml/2006/main" xmlns:r="http://schemas.openxmlformats.org/officeDocument/2006/relationships" xmlns:p="http://schemas.openxmlformats.org/presentationml/2006/main">
  <p:tag name="PPWINTOTALSEGMENTS" val="0"/>
</p:tagLst>
</file>

<file path=ppt/tags/tag6.xml><?xml version="1.0" encoding="utf-8"?>
<p:tagLst xmlns:a="http://schemas.openxmlformats.org/drawingml/2006/main" xmlns:r="http://schemas.openxmlformats.org/officeDocument/2006/relationships" xmlns:p="http://schemas.openxmlformats.org/presentationml/2006/main">
  <p:tag name="PPWINTOTALSEGMENTS" val="1"/>
</p:tagLst>
</file>

<file path=ppt/tags/tag7.xml><?xml version="1.0" encoding="utf-8"?>
<p:tagLst xmlns:a="http://schemas.openxmlformats.org/drawingml/2006/main" xmlns:r="http://schemas.openxmlformats.org/officeDocument/2006/relationships" xmlns:p="http://schemas.openxmlformats.org/presentationml/2006/main">
  <p:tag name="PPWINTOTALSEGMENTS" val="1"/>
</p:tagLst>
</file>

<file path=ppt/tags/tag8.xml><?xml version="1.0" encoding="utf-8"?>
<p:tagLst xmlns:a="http://schemas.openxmlformats.org/drawingml/2006/main" xmlns:r="http://schemas.openxmlformats.org/officeDocument/2006/relationships" xmlns:p="http://schemas.openxmlformats.org/presentationml/2006/main">
  <p:tag name="PPWINTOTALSEGMENTS" val="1"/>
</p:tagLst>
</file>

<file path=ppt/tags/tag9.xml><?xml version="1.0" encoding="utf-8"?>
<p:tagLst xmlns:a="http://schemas.openxmlformats.org/drawingml/2006/main" xmlns:r="http://schemas.openxmlformats.org/officeDocument/2006/relationships" xmlns:p="http://schemas.openxmlformats.org/presentationml/2006/main">
  <p:tag name="PPWINTOTALSEGMENTS" val="0"/>
</p:tagLst>
</file>

<file path=ppt/tags/tag10.xml><?xml version="1.0" encoding="utf-8"?>
<p:tagLst xmlns:a="http://schemas.openxmlformats.org/drawingml/2006/main" xmlns:r="http://schemas.openxmlformats.org/officeDocument/2006/relationships" xmlns:p="http://schemas.openxmlformats.org/presentationml/2006/main">
  <p:tag name="PPWINTOTALSEGMENTS" val="0"/>
</p:tagLst>
</file>

<file path=ppt/tags/tag11.xml><?xml version="1.0" encoding="utf-8"?>
<p:tagLst xmlns:a="http://schemas.openxmlformats.org/drawingml/2006/main" xmlns:r="http://schemas.openxmlformats.org/officeDocument/2006/relationships" xmlns:p="http://schemas.openxmlformats.org/presentationml/2006/main">
  <p:tag name="PPWINTOTALSEGMENTS" val="0"/>
</p:tagLst>
</file>

<file path=ppt/tags/tag12.xml><?xml version="1.0" encoding="utf-8"?>
<p:tagLst xmlns:a="http://schemas.openxmlformats.org/drawingml/2006/main" xmlns:r="http://schemas.openxmlformats.org/officeDocument/2006/relationships" xmlns:p="http://schemas.openxmlformats.org/presentationml/2006/main">
  <p:tag name="PPTAGGERGROUP" val="1"/>
</p:tagLst>
</file>

<file path=ppt/tags/tag13.xml><?xml version="1.0" encoding="utf-8"?>
<p:tagLst xmlns:a="http://schemas.openxmlformats.org/drawingml/2006/main" xmlns:r="http://schemas.openxmlformats.org/officeDocument/2006/relationships" xmlns:p="http://schemas.openxmlformats.org/presentationml/2006/main">
  <p:tag name="PPTAGGERGROUP" val="1"/>
</p:tagLst>
</file>

<file path=ppt/tags/tag14.xml><?xml version="1.0" encoding="utf-8"?>
<p:tagLst xmlns:a="http://schemas.openxmlformats.org/drawingml/2006/main" xmlns:r="http://schemas.openxmlformats.org/officeDocument/2006/relationships" xmlns:p="http://schemas.openxmlformats.org/presentationml/2006/main">
  <p:tag name="PPTAGGERGROUP" val="1"/>
</p:tagLst>
</file>

<file path=ppt/tags/tag15.xml><?xml version="1.0" encoding="utf-8"?>
<p:tagLst xmlns:a="http://schemas.openxmlformats.org/drawingml/2006/main" xmlns:r="http://schemas.openxmlformats.org/officeDocument/2006/relationships" xmlns:p="http://schemas.openxmlformats.org/presentationml/2006/main">
  <p:tag name="PPTAGGERGROUP" val="1"/>
</p:tagLst>
</file>

<file path=ppt/tags/tag16.xml><?xml version="1.0" encoding="utf-8"?>
<p:tagLst xmlns:a="http://schemas.openxmlformats.org/drawingml/2006/main" xmlns:r="http://schemas.openxmlformats.org/officeDocument/2006/relationships" xmlns:p="http://schemas.openxmlformats.org/presentationml/2006/main">
  <p:tag name="PPTAGGERGROUP" val="2"/>
</p:tagLst>
</file>

<file path=ppt/tags/tag17.xml><?xml version="1.0" encoding="utf-8"?>
<p:tagLst xmlns:a="http://schemas.openxmlformats.org/drawingml/2006/main" xmlns:r="http://schemas.openxmlformats.org/officeDocument/2006/relationships" xmlns:p="http://schemas.openxmlformats.org/presentationml/2006/main">
  <p:tag name="PPTAGGERGROUP" val="2"/>
</p:tagLst>
</file>

<file path=ppt/tags/tag18.xml><?xml version="1.0" encoding="utf-8"?>
<p:tagLst xmlns:a="http://schemas.openxmlformats.org/drawingml/2006/main" xmlns:r="http://schemas.openxmlformats.org/officeDocument/2006/relationships" xmlns:p="http://schemas.openxmlformats.org/presentationml/2006/main">
  <p:tag name="PPTAGGERGROUP" val="2"/>
</p:tagLst>
</file>

<file path=ppt/tags/tag19.xml><?xml version="1.0" encoding="utf-8"?>
<p:tagLst xmlns:a="http://schemas.openxmlformats.org/drawingml/2006/main" xmlns:r="http://schemas.openxmlformats.org/officeDocument/2006/relationships" xmlns:p="http://schemas.openxmlformats.org/presentationml/2006/main">
  <p:tag name="PPTAGGERGROUP" val="2"/>
</p:tagLst>
</file>

<file path=ppt/tags/tag20.xml><?xml version="1.0" encoding="utf-8"?>
<p:tagLst xmlns:a="http://schemas.openxmlformats.org/drawingml/2006/main" xmlns:r="http://schemas.openxmlformats.org/officeDocument/2006/relationships" xmlns:p="http://schemas.openxmlformats.org/presentationml/2006/main">
  <p:tag name="PPWINTOTALSEGMENTS" val="1"/>
</p:tagLst>
</file>

<file path=ppt/tags/tag21.xml><?xml version="1.0" encoding="utf-8"?>
<p:tagLst xmlns:a="http://schemas.openxmlformats.org/drawingml/2006/main" xmlns:r="http://schemas.openxmlformats.org/officeDocument/2006/relationships" xmlns:p="http://schemas.openxmlformats.org/presentationml/2006/main">
  <p:tag name="PPTAGGERGROUP" val="1"/>
</p:tagLst>
</file>

<file path=ppt/tags/tag22.xml><?xml version="1.0" encoding="utf-8"?>
<p:tagLst xmlns:a="http://schemas.openxmlformats.org/drawingml/2006/main" xmlns:r="http://schemas.openxmlformats.org/officeDocument/2006/relationships" xmlns:p="http://schemas.openxmlformats.org/presentationml/2006/main">
  <p:tag name="PPTAGGERGROUP" val="1"/>
</p:tagLst>
</file>

<file path=ppt/tags/tag23.xml><?xml version="1.0" encoding="utf-8"?>
<p:tagLst xmlns:a="http://schemas.openxmlformats.org/drawingml/2006/main" xmlns:r="http://schemas.openxmlformats.org/officeDocument/2006/relationships" xmlns:p="http://schemas.openxmlformats.org/presentationml/2006/main">
  <p:tag name="PPTAGGERGROUP" val="1,2"/>
</p:tagLst>
</file>

<file path=ppt/tags/tag24.xml><?xml version="1.0" encoding="utf-8"?>
<p:tagLst xmlns:a="http://schemas.openxmlformats.org/drawingml/2006/main" xmlns:r="http://schemas.openxmlformats.org/officeDocument/2006/relationships" xmlns:p="http://schemas.openxmlformats.org/presentationml/2006/main">
  <p:tag name="PPTAGGERGROUP" val="1"/>
</p:tagLst>
</file>

<file path=ppt/tags/tag25.xml><?xml version="1.0" encoding="utf-8"?>
<p:tagLst xmlns:a="http://schemas.openxmlformats.org/drawingml/2006/main" xmlns:r="http://schemas.openxmlformats.org/officeDocument/2006/relationships" xmlns:p="http://schemas.openxmlformats.org/presentationml/2006/main">
  <p:tag name="PPTAGGERGROUP" val="1"/>
</p:tagLst>
</file>

<file path=ppt/tags/tag26.xml><?xml version="1.0" encoding="utf-8"?>
<p:tagLst xmlns:a="http://schemas.openxmlformats.org/drawingml/2006/main" xmlns:r="http://schemas.openxmlformats.org/officeDocument/2006/relationships" xmlns:p="http://schemas.openxmlformats.org/presentationml/2006/main">
  <p:tag name="PPTAGGERGROUP" val="1"/>
</p:tagLst>
</file>

<file path=ppt/tags/tag27.xml><?xml version="1.0" encoding="utf-8"?>
<p:tagLst xmlns:a="http://schemas.openxmlformats.org/drawingml/2006/main" xmlns:r="http://schemas.openxmlformats.org/officeDocument/2006/relationships" xmlns:p="http://schemas.openxmlformats.org/presentationml/2006/main">
  <p:tag name="PPTAGGERGROUP" val="1"/>
</p:tagLst>
</file>

<file path=ppt/tags/tag28.xml><?xml version="1.0" encoding="utf-8"?>
<p:tagLst xmlns:a="http://schemas.openxmlformats.org/drawingml/2006/main" xmlns:r="http://schemas.openxmlformats.org/officeDocument/2006/relationships" xmlns:p="http://schemas.openxmlformats.org/presentationml/2006/main">
  <p:tag name="PPTAGGERGROUP" val="1"/>
</p:tagLst>
</file>

<file path=ppt/tags/tag29.xml><?xml version="1.0" encoding="utf-8"?>
<p:tagLst xmlns:a="http://schemas.openxmlformats.org/drawingml/2006/main" xmlns:r="http://schemas.openxmlformats.org/officeDocument/2006/relationships" xmlns:p="http://schemas.openxmlformats.org/presentationml/2006/main">
  <p:tag name="PPTAGGERGROUP" val="1"/>
</p:tagLst>
</file>

<file path=ppt/tags/tag30.xml><?xml version="1.0" encoding="utf-8"?>
<p:tagLst xmlns:a="http://schemas.openxmlformats.org/drawingml/2006/main" xmlns:r="http://schemas.openxmlformats.org/officeDocument/2006/relationships" xmlns:p="http://schemas.openxmlformats.org/presentationml/2006/main">
  <p:tag name="PPTAGGERGROUP" val="1"/>
</p:tagLst>
</file>

<file path=ppt/tags/tag31.xml><?xml version="1.0" encoding="utf-8"?>
<p:tagLst xmlns:a="http://schemas.openxmlformats.org/drawingml/2006/main" xmlns:r="http://schemas.openxmlformats.org/officeDocument/2006/relationships" xmlns:p="http://schemas.openxmlformats.org/presentationml/2006/main">
  <p:tag name="PPTAGGERGROUP" val="1"/>
</p:tagLst>
</file>

<file path=ppt/tags/tag32.xml><?xml version="1.0" encoding="utf-8"?>
<p:tagLst xmlns:a="http://schemas.openxmlformats.org/drawingml/2006/main" xmlns:r="http://schemas.openxmlformats.org/officeDocument/2006/relationships" xmlns:p="http://schemas.openxmlformats.org/presentationml/2006/main">
  <p:tag name="PPTAGGERGROUP" val="1"/>
</p:tagLst>
</file>

<file path=ppt/tags/tag33.xml><?xml version="1.0" encoding="utf-8"?>
<p:tagLst xmlns:a="http://schemas.openxmlformats.org/drawingml/2006/main" xmlns:r="http://schemas.openxmlformats.org/officeDocument/2006/relationships" xmlns:p="http://schemas.openxmlformats.org/presentationml/2006/main">
  <p:tag name="PPTAGGERGROUP" val="1"/>
</p:tagLst>
</file>

<file path=ppt/tags/tag34.xml><?xml version="1.0" encoding="utf-8"?>
<p:tagLst xmlns:a="http://schemas.openxmlformats.org/drawingml/2006/main" xmlns:r="http://schemas.openxmlformats.org/officeDocument/2006/relationships" xmlns:p="http://schemas.openxmlformats.org/presentationml/2006/main">
  <p:tag name="PPTAGGERGROUP" val="1,3"/>
</p:tagLst>
</file>

<file path=ppt/tags/tag35.xml><?xml version="1.0" encoding="utf-8"?>
<p:tagLst xmlns:a="http://schemas.openxmlformats.org/drawingml/2006/main" xmlns:r="http://schemas.openxmlformats.org/officeDocument/2006/relationships" xmlns:p="http://schemas.openxmlformats.org/presentationml/2006/main">
  <p:tag name="PPTAGGERGROUP" val="1,3"/>
</p:tagLst>
</file>

<file path=ppt/tags/tag36.xml><?xml version="1.0" encoding="utf-8"?>
<p:tagLst xmlns:a="http://schemas.openxmlformats.org/drawingml/2006/main" xmlns:r="http://schemas.openxmlformats.org/officeDocument/2006/relationships" xmlns:p="http://schemas.openxmlformats.org/presentationml/2006/main">
  <p:tag name="PPTAGGERGROUP" val="1,3"/>
</p:tagLst>
</file>

<file path=ppt/tags/tag37.xml><?xml version="1.0" encoding="utf-8"?>
<p:tagLst xmlns:a="http://schemas.openxmlformats.org/drawingml/2006/main" xmlns:r="http://schemas.openxmlformats.org/officeDocument/2006/relationships" xmlns:p="http://schemas.openxmlformats.org/presentationml/2006/main">
  <p:tag name="PPWINTOTALSEGMENTS" val="0"/>
</p:tagLst>
</file>

<file path=ppt/tags/tag38.xml><?xml version="1.0" encoding="utf-8"?>
<p:tagLst xmlns:a="http://schemas.openxmlformats.org/drawingml/2006/main" xmlns:r="http://schemas.openxmlformats.org/officeDocument/2006/relationships" xmlns:p="http://schemas.openxmlformats.org/presentationml/2006/main">
  <p:tag name="PPTAGGERGROUP" val="1"/>
</p:tagLst>
</file>

<file path=ppt/tags/tag39.xml><?xml version="1.0" encoding="utf-8"?>
<p:tagLst xmlns:a="http://schemas.openxmlformats.org/drawingml/2006/main" xmlns:r="http://schemas.openxmlformats.org/officeDocument/2006/relationships" xmlns:p="http://schemas.openxmlformats.org/presentationml/2006/main">
  <p:tag name="PPTAGGERGROUP" val="1"/>
</p:tagLst>
</file>

<file path=ppt/tags/tag40.xml><?xml version="1.0" encoding="utf-8"?>
<p:tagLst xmlns:a="http://schemas.openxmlformats.org/drawingml/2006/main" xmlns:r="http://schemas.openxmlformats.org/officeDocument/2006/relationships" xmlns:p="http://schemas.openxmlformats.org/presentationml/2006/main">
  <p:tag name="PPTAGGERGROUP" val="1"/>
</p:tagLst>
</file>

<file path=ppt/tags/tag41.xml><?xml version="1.0" encoding="utf-8"?>
<p:tagLst xmlns:a="http://schemas.openxmlformats.org/drawingml/2006/main" xmlns:r="http://schemas.openxmlformats.org/officeDocument/2006/relationships" xmlns:p="http://schemas.openxmlformats.org/presentationml/2006/main">
  <p:tag name="PPTAGGERGROUP" val="1"/>
</p:tagLst>
</file>

<file path=ppt/tags/tag42.xml><?xml version="1.0" encoding="utf-8"?>
<p:tagLst xmlns:a="http://schemas.openxmlformats.org/drawingml/2006/main" xmlns:r="http://schemas.openxmlformats.org/officeDocument/2006/relationships" xmlns:p="http://schemas.openxmlformats.org/presentationml/2006/main">
  <p:tag name="PPTAGGERGROUP" val="1"/>
</p:tagLst>
</file>

<file path=ppt/tags/tag43.xml><?xml version="1.0" encoding="utf-8"?>
<p:tagLst xmlns:a="http://schemas.openxmlformats.org/drawingml/2006/main" xmlns:r="http://schemas.openxmlformats.org/officeDocument/2006/relationships" xmlns:p="http://schemas.openxmlformats.org/presentationml/2006/main">
  <p:tag name="PPTAGGERGROUP" val="1"/>
</p:tagLst>
</file>

<file path=ppt/tags/tag44.xml><?xml version="1.0" encoding="utf-8"?>
<p:tagLst xmlns:a="http://schemas.openxmlformats.org/drawingml/2006/main" xmlns:r="http://schemas.openxmlformats.org/officeDocument/2006/relationships" xmlns:p="http://schemas.openxmlformats.org/presentationml/2006/main">
  <p:tag name="PPTAGGERGROUP" val="1"/>
</p:tagLst>
</file>

<file path=ppt/tags/tag45.xml><?xml version="1.0" encoding="utf-8"?>
<p:tagLst xmlns:a="http://schemas.openxmlformats.org/drawingml/2006/main" xmlns:r="http://schemas.openxmlformats.org/officeDocument/2006/relationships" xmlns:p="http://schemas.openxmlformats.org/presentationml/2006/main">
  <p:tag name="PPTAGGERGROUP" val="1"/>
</p:tagLst>
</file>

<file path=ppt/tags/tag46.xml><?xml version="1.0" encoding="utf-8"?>
<p:tagLst xmlns:a="http://schemas.openxmlformats.org/drawingml/2006/main" xmlns:r="http://schemas.openxmlformats.org/officeDocument/2006/relationships" xmlns:p="http://schemas.openxmlformats.org/presentationml/2006/main">
  <p:tag name="PPTAGGERGROUP" val="1"/>
</p:tagLst>
</file>

<file path=ppt/tags/tag47.xml><?xml version="1.0" encoding="utf-8"?>
<p:tagLst xmlns:a="http://schemas.openxmlformats.org/drawingml/2006/main" xmlns:r="http://schemas.openxmlformats.org/officeDocument/2006/relationships" xmlns:p="http://schemas.openxmlformats.org/presentationml/2006/main">
  <p:tag name="PPTAGGERGROUP" val="1"/>
</p:tagLst>
</file>

<file path=ppt/tags/tag48.xml><?xml version="1.0" encoding="utf-8"?>
<p:tagLst xmlns:a="http://schemas.openxmlformats.org/drawingml/2006/main" xmlns:r="http://schemas.openxmlformats.org/officeDocument/2006/relationships" xmlns:p="http://schemas.openxmlformats.org/presentationml/2006/main">
  <p:tag name="PPTAGGERGROUP" val="1"/>
</p:tagLst>
</file>

<file path=ppt/tags/tag49.xml><?xml version="1.0" encoding="utf-8"?>
<p:tagLst xmlns:a="http://schemas.openxmlformats.org/drawingml/2006/main" xmlns:r="http://schemas.openxmlformats.org/officeDocument/2006/relationships" xmlns:p="http://schemas.openxmlformats.org/presentationml/2006/main">
  <p:tag name="PPTAGGERGROUP" val="1"/>
</p:tagLst>
</file>

<file path=ppt/tags/tag50.xml><?xml version="1.0" encoding="utf-8"?>
<p:tagLst xmlns:a="http://schemas.openxmlformats.org/drawingml/2006/main" xmlns:r="http://schemas.openxmlformats.org/officeDocument/2006/relationships" xmlns:p="http://schemas.openxmlformats.org/presentationml/2006/main">
  <p:tag name="PPTAGGERGROUP" val="1,2"/>
</p:tagLst>
</file>

<file path=ppt/tags/tag51.xml><?xml version="1.0" encoding="utf-8"?>
<p:tagLst xmlns:a="http://schemas.openxmlformats.org/drawingml/2006/main" xmlns:r="http://schemas.openxmlformats.org/officeDocument/2006/relationships" xmlns:p="http://schemas.openxmlformats.org/presentationml/2006/main">
  <p:tag name="PPTAGGERGROUP" val="1"/>
</p:tagLst>
</file>

<file path=ppt/tags/tag52.xml><?xml version="1.0" encoding="utf-8"?>
<p:tagLst xmlns:a="http://schemas.openxmlformats.org/drawingml/2006/main" xmlns:r="http://schemas.openxmlformats.org/officeDocument/2006/relationships" xmlns:p="http://schemas.openxmlformats.org/presentationml/2006/main">
  <p:tag name="PPTAGGERGROUP" val="1"/>
</p:tagLst>
</file>

<file path=ppt/tags/tag53.xml><?xml version="1.0" encoding="utf-8"?>
<p:tagLst xmlns:a="http://schemas.openxmlformats.org/drawingml/2006/main" xmlns:r="http://schemas.openxmlformats.org/officeDocument/2006/relationships" xmlns:p="http://schemas.openxmlformats.org/presentationml/2006/main">
  <p:tag name="PPTAGGERGROUP" val="1"/>
</p:tagLst>
</file>

<file path=ppt/tags/tag54.xml><?xml version="1.0" encoding="utf-8"?>
<p:tagLst xmlns:a="http://schemas.openxmlformats.org/drawingml/2006/main" xmlns:r="http://schemas.openxmlformats.org/officeDocument/2006/relationships" xmlns:p="http://schemas.openxmlformats.org/presentationml/2006/main">
  <p:tag name="PPTAGGERGROUP" val="1,2"/>
</p:tagLst>
</file>

<file path=ppt/tags/tag55.xml><?xml version="1.0" encoding="utf-8"?>
<p:tagLst xmlns:a="http://schemas.openxmlformats.org/drawingml/2006/main" xmlns:r="http://schemas.openxmlformats.org/officeDocument/2006/relationships" xmlns:p="http://schemas.openxmlformats.org/presentationml/2006/main">
  <p:tag name="PPTAGGERGROUP" val="1,2"/>
</p:tagLst>
</file>

<file path=ppt/tags/tag56.xml><?xml version="1.0" encoding="utf-8"?>
<p:tagLst xmlns:a="http://schemas.openxmlformats.org/drawingml/2006/main" xmlns:r="http://schemas.openxmlformats.org/officeDocument/2006/relationships" xmlns:p="http://schemas.openxmlformats.org/presentationml/2006/main">
  <p:tag name="PPTAGGERGROUP" val="1,3"/>
</p:tagLst>
</file>

<file path=ppt/tags/tag57.xml><?xml version="1.0" encoding="utf-8"?>
<p:tagLst xmlns:a="http://schemas.openxmlformats.org/drawingml/2006/main" xmlns:r="http://schemas.openxmlformats.org/officeDocument/2006/relationships" xmlns:p="http://schemas.openxmlformats.org/presentationml/2006/main">
  <p:tag name="PPTAGGERGROUP" val="1,3"/>
</p:tagLst>
</file>

<file path=ppt/tags/tag58.xml><?xml version="1.0" encoding="utf-8"?>
<p:tagLst xmlns:a="http://schemas.openxmlformats.org/drawingml/2006/main" xmlns:r="http://schemas.openxmlformats.org/officeDocument/2006/relationships" xmlns:p="http://schemas.openxmlformats.org/presentationml/2006/main">
  <p:tag name="PPTAGGERGROUP" val="1,3"/>
</p:tagLst>
</file>

<file path=ppt/tags/tag59.xml><?xml version="1.0" encoding="utf-8"?>
<p:tagLst xmlns:a="http://schemas.openxmlformats.org/drawingml/2006/main" xmlns:r="http://schemas.openxmlformats.org/officeDocument/2006/relationships" xmlns:p="http://schemas.openxmlformats.org/presentationml/2006/main">
  <p:tag name="PPWINTOTALSEGMENTS" val="0"/>
</p:tagLst>
</file>

<file path=ppt/tags/tag60.xml><?xml version="1.0" encoding="utf-8"?>
<p:tagLst xmlns:a="http://schemas.openxmlformats.org/drawingml/2006/main" xmlns:r="http://schemas.openxmlformats.org/officeDocument/2006/relationships" xmlns:p="http://schemas.openxmlformats.org/presentationml/2006/main">
  <p:tag name="PPTAGGERGROUP" val="1"/>
</p:tagLst>
</file>

<file path=ppt/tags/tag61.xml><?xml version="1.0" encoding="utf-8"?>
<p:tagLst xmlns:a="http://schemas.openxmlformats.org/drawingml/2006/main" xmlns:r="http://schemas.openxmlformats.org/officeDocument/2006/relationships" xmlns:p="http://schemas.openxmlformats.org/presentationml/2006/main">
  <p:tag name="PPTAGGERGROUP" val="1"/>
</p:tagLst>
</file>

<file path=ppt/tags/tag62.xml><?xml version="1.0" encoding="utf-8"?>
<p:tagLst xmlns:a="http://schemas.openxmlformats.org/drawingml/2006/main" xmlns:r="http://schemas.openxmlformats.org/officeDocument/2006/relationships" xmlns:p="http://schemas.openxmlformats.org/presentationml/2006/main">
  <p:tag name="PPTAGGERGROUP" val="1,3"/>
</p:tagLst>
</file>

<file path=ppt/tags/tag63.xml><?xml version="1.0" encoding="utf-8"?>
<p:tagLst xmlns:a="http://schemas.openxmlformats.org/drawingml/2006/main" xmlns:r="http://schemas.openxmlformats.org/officeDocument/2006/relationships" xmlns:p="http://schemas.openxmlformats.org/presentationml/2006/main">
  <p:tag name="PPTAGGERGROUP" val="1,3"/>
</p:tagLst>
</file>

<file path=ppt/tags/tag64.xml><?xml version="1.0" encoding="utf-8"?>
<p:tagLst xmlns:a="http://schemas.openxmlformats.org/drawingml/2006/main" xmlns:r="http://schemas.openxmlformats.org/officeDocument/2006/relationships" xmlns:p="http://schemas.openxmlformats.org/presentationml/2006/main">
  <p:tag name="PPTAGGERGROUP" val="1,3"/>
</p:tagLst>
</file>

<file path=ppt/tags/tag65.xml><?xml version="1.0" encoding="utf-8"?>
<p:tagLst xmlns:a="http://schemas.openxmlformats.org/drawingml/2006/main" xmlns:r="http://schemas.openxmlformats.org/officeDocument/2006/relationships" xmlns:p="http://schemas.openxmlformats.org/presentationml/2006/main">
  <p:tag name="PPTAGGERGROUP" val="1"/>
</p:tagLst>
</file>

<file path=ppt/tags/tag66.xml><?xml version="1.0" encoding="utf-8"?>
<p:tagLst xmlns:a="http://schemas.openxmlformats.org/drawingml/2006/main" xmlns:r="http://schemas.openxmlformats.org/officeDocument/2006/relationships" xmlns:p="http://schemas.openxmlformats.org/presentationml/2006/main">
  <p:tag name="PPWINTOTALSEGMENTS" val="0"/>
</p:tagLst>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Civil">
  <a:themeElements>
    <a:clrScheme name="Nuances de gris">
      <a:dk1>
        <a:sysClr val="windowText" lastClr="000000"/>
      </a:dk1>
      <a:lt1>
        <a:sysClr val="window" lastClr="FFFFFF"/>
      </a:lt1>
      <a:dk2>
        <a:srgbClr val="000000"/>
      </a:dk2>
      <a:lt2>
        <a:srgbClr val="F8F8F8"/>
      </a:lt2>
      <a:accent1>
        <a:srgbClr val="DDDDDD"/>
      </a:accent1>
      <a:accent2>
        <a:srgbClr val="B2B2B2"/>
      </a:accent2>
      <a:accent3>
        <a:srgbClr val="969696"/>
      </a:accent3>
      <a:accent4>
        <a:srgbClr val="808080"/>
      </a:accent4>
      <a:accent5>
        <a:srgbClr val="5F5F5F"/>
      </a:accent5>
      <a:accent6>
        <a:srgbClr val="4D4D4D"/>
      </a:accent6>
      <a:hlink>
        <a:srgbClr val="5F5F5F"/>
      </a:hlink>
      <a:folHlink>
        <a:srgbClr val="919191"/>
      </a:folHlink>
    </a:clrScheme>
    <a:fontScheme name="Civil">
      <a:majorFont>
        <a:latin typeface="Georgia"/>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Georgia"/>
        <a:ea typeface=""/>
        <a:cs typeface=""/>
        <a:font script="Jpan" typeface="ＭＳ Ｐ明朝"/>
        <a:font script="Hang" typeface="바탕"/>
        <a:font script="Hans" typeface="方正舒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Civil">
      <a:fillStyleLst>
        <a:solidFill>
          <a:schemeClr val="phClr"/>
        </a:solidFill>
        <a:solidFill>
          <a:schemeClr val="phClr">
            <a:tint val="45000"/>
          </a:schemeClr>
        </a:solidFill>
        <a:solidFill>
          <a:schemeClr val="phClr">
            <a:tint val="95000"/>
          </a:schemeClr>
        </a:solidFill>
      </a:fillStyleLst>
      <a:lnStyleLst>
        <a:ln w="9525" cap="flat" cmpd="sng" algn="ctr">
          <a:solidFill>
            <a:schemeClr val="phClr"/>
          </a:solidFill>
          <a:prstDash val="solid"/>
        </a:ln>
        <a:ln w="11429" cap="flat" cmpd="sng" algn="ctr">
          <a:solidFill>
            <a:schemeClr val="phClr"/>
          </a:solidFill>
          <a:prstDash val="sysDash"/>
        </a:ln>
        <a:ln w="20000" cap="flat" cmpd="sng" algn="ctr">
          <a:solidFill>
            <a:schemeClr val="phClr"/>
          </a:solidFill>
          <a:prstDash val="solid"/>
        </a:ln>
      </a:lnStyleLst>
      <a:effectStyleLst>
        <a:effectStyle>
          <a:effectLst>
            <a:outerShdw blurRad="50800" dist="25400" dir="5400000" rotWithShape="0">
              <a:srgbClr val="000000">
                <a:alpha val="35000"/>
              </a:srgbClr>
            </a:outerShdw>
          </a:effectLst>
        </a:effectStyle>
        <a:effectStyle>
          <a:effectLst>
            <a:outerShdw blurRad="50800" dist="25400" dir="5400000" rotWithShape="0">
              <a:srgbClr val="000000">
                <a:alpha val="45000"/>
              </a:srgbClr>
            </a:outerShdw>
          </a:effectLst>
          <a:scene3d>
            <a:camera prst="orthographicFront" fov="0">
              <a:rot lat="0" lon="0" rev="0"/>
            </a:camera>
            <a:lightRig rig="threePt" dir="t">
              <a:rot lat="0" lon="0" rev="0"/>
            </a:lightRig>
          </a:scene3d>
          <a:sp3d contourW="9525" prstMaterial="matte">
            <a:bevelT w="0" h="0"/>
            <a:contourClr>
              <a:schemeClr val="phClr">
                <a:shade val="70000"/>
                <a:satMod val="105000"/>
              </a:schemeClr>
            </a:contourClr>
          </a:sp3d>
        </a:effectStyle>
        <a:effectStyle>
          <a:effectLst>
            <a:outerShdw blurRad="50800" dist="25400" dir="5400000" rotWithShape="0">
              <a:srgbClr val="000000">
                <a:alpha val="45000"/>
              </a:srgbClr>
            </a:outerShdw>
          </a:effectLst>
          <a:scene3d>
            <a:camera prst="orthographicFront" fov="0">
              <a:rot lat="0" lon="0" rev="0"/>
            </a:camera>
            <a:lightRig rig="soft" dir="b">
              <a:rot lat="0" lon="0" rev="0"/>
            </a:lightRig>
          </a:scene3d>
          <a:sp3d prstMaterial="dkEdge">
            <a:bevelT w="63500" h="63500" prst="cross"/>
            <a:contourClr>
              <a:schemeClr val="phClr"/>
            </a:contourClr>
          </a:sp3d>
        </a:effectStyle>
      </a:effectStyleLst>
      <a:bgFillStyleLst>
        <a:solidFill>
          <a:schemeClr val="phClr"/>
        </a:solidFill>
        <a:blipFill>
          <a:blip xmlns:r="http://schemas.openxmlformats.org/officeDocument/2006/relationships" r:embed="rId1">
            <a:duotone>
              <a:schemeClr val="phClr">
                <a:shade val="70000"/>
                <a:satMod val="115000"/>
              </a:schemeClr>
              <a:schemeClr val="phClr">
                <a:tint val="85000"/>
              </a:schemeClr>
            </a:duotone>
          </a:blip>
          <a:tile tx="0" ty="0" sx="85000" sy="85000" flip="none" algn="tl"/>
        </a:blipFill>
        <a:blipFill>
          <a:blip xmlns:r="http://schemas.openxmlformats.org/officeDocument/2006/relationships" r:embed="rId2">
            <a:duotone>
              <a:schemeClr val="phClr">
                <a:shade val="65000"/>
                <a:satMod val="115000"/>
              </a:schemeClr>
              <a:schemeClr val="phClr">
                <a:tint val="85000"/>
              </a:schemeClr>
            </a:duotone>
          </a:blip>
          <a:tile tx="0" ty="0" sx="65000" sy="65000" flip="none" algn="tl"/>
        </a:blipFill>
      </a:bgFillStyleLst>
    </a:fmtScheme>
  </a:themeElements>
  <a:objectDefaults/>
  <a:extraClrSchemeLst/>
</a:theme>
</file>

<file path=ppt/theme/theme2.xml><?xml version="1.0" encoding="utf-8"?>
<a:theme xmlns:a="http://schemas.openxmlformats.org/drawingml/2006/main" name="Thème Offic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Thème Offic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Civic</Template>
  <TotalTime>4585</TotalTime>
  <Words>766</Words>
  <Application>Microsoft PowerPoint</Application>
  <PresentationFormat>Affichage à l'écran (4:3)</PresentationFormat>
  <Paragraphs>77</Paragraphs>
  <Slides>10</Slides>
  <Notes>6</Notes>
  <HiddenSlides>0</HiddenSlides>
  <MMClips>0</MMClips>
  <ScaleCrop>false</ScaleCrop>
  <HeadingPairs>
    <vt:vector size="6" baseType="variant">
      <vt:variant>
        <vt:lpstr>Polices utilisées</vt:lpstr>
      </vt:variant>
      <vt:variant>
        <vt:i4>5</vt:i4>
      </vt:variant>
      <vt:variant>
        <vt:lpstr>Thème</vt:lpstr>
      </vt:variant>
      <vt:variant>
        <vt:i4>1</vt:i4>
      </vt:variant>
      <vt:variant>
        <vt:lpstr>Titres des diapositives</vt:lpstr>
      </vt:variant>
      <vt:variant>
        <vt:i4>10</vt:i4>
      </vt:variant>
    </vt:vector>
  </HeadingPairs>
  <TitlesOfParts>
    <vt:vector size="16" baseType="lpstr">
      <vt:lpstr>Arial</vt:lpstr>
      <vt:lpstr>Georgia</vt:lpstr>
      <vt:lpstr>Arial Narrow</vt:lpstr>
      <vt:lpstr>Wingdings</vt:lpstr>
      <vt:lpstr>Wingdings 2</vt:lpstr>
      <vt:lpstr>Civil</vt:lpstr>
      <vt:lpstr>Chapitre 8 Implémentation du placement des contrôleurs de domaine</vt:lpstr>
      <vt:lpstr>Plan du cours</vt:lpstr>
      <vt:lpstr>Présentation d'un catalogue global</vt:lpstr>
      <vt:lpstr>Rôle d'un catalogue global</vt:lpstr>
      <vt:lpstr>L’importance du catalogue global dans le processus  d’authentification</vt:lpstr>
      <vt:lpstr>L’importance du catalogue global dans le processus  d’autorisation</vt:lpstr>
      <vt:lpstr>La mise en cache de l'appartenance au groupe universel</vt:lpstr>
      <vt:lpstr>Ouverture de session sans catalogue global</vt:lpstr>
      <vt:lpstr>Exercices</vt:lpstr>
      <vt:lpstr>Exercices</vt:lpstr>
    </vt:vector>
  </TitlesOfParts>
  <Company>Microsoft Corporation</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Module #: Module Title</dc:title>
  <dc:creator>Annie Chowdhry</dc:creator>
  <cp:lastModifiedBy>Halima</cp:lastModifiedBy>
  <cp:revision>406</cp:revision>
  <dcterms:created xsi:type="dcterms:W3CDTF">2002-08-07T17:51:12Z</dcterms:created>
  <dcterms:modified xsi:type="dcterms:W3CDTF">2016-03-16T22:24:26Z</dcterms:modified>
</cp:coreProperties>
</file>