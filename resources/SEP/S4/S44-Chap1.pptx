
<file path=[Content_Types].xml><?xml version="1.0" encoding="utf-8"?>
<Types xmlns="http://schemas.openxmlformats.org/package/2006/content-types"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104.xml" ContentType="application/vnd.openxmlformats-officedocument.presentationml.tags+xml"/>
  <Override PartName="/ppt/tags/tag140.xml" ContentType="application/vnd.openxmlformats-officedocument.presentationml.tags+xml"/>
  <Override PartName="/ppt/tags/tag151.xml" ContentType="application/vnd.openxmlformats-officedocument.presentationml.tags+xml"/>
  <Override PartName="/ppt/tags/tag238.xml" ContentType="application/vnd.openxmlformats-officedocument.presentationml.tags+xml"/>
  <Override PartName="/ppt/tags/tag285.xml" ContentType="application/vnd.openxmlformats-officedocument.presentationml.tags+xml"/>
  <Override PartName="/ppt/tags/tag227.xml" ContentType="application/vnd.openxmlformats-officedocument.presentationml.tags+xml"/>
  <Override PartName="/ppt/tags/tag274.xml" ContentType="application/vnd.openxmlformats-officedocument.presentationml.tags+xml"/>
  <Override PartName="/ppt/slideLayouts/slideLayout2.xml" ContentType="application/vnd.openxmlformats-officedocument.presentationml.slideLayout+xml"/>
  <Override PartName="/ppt/tags/tag49.xml" ContentType="application/vnd.openxmlformats-officedocument.presentationml.tags+xml"/>
  <Override PartName="/ppt/tags/tag96.xml" ContentType="application/vnd.openxmlformats-officedocument.presentationml.tags+xml"/>
  <Override PartName="/ppt/tags/tag205.xml" ContentType="application/vnd.openxmlformats-officedocument.presentationml.tags+xml"/>
  <Override PartName="/ppt/tags/tag216.xml" ContentType="application/vnd.openxmlformats-officedocument.presentationml.tags+xml"/>
  <Override PartName="/ppt/tags/tag252.xml" ContentType="application/vnd.openxmlformats-officedocument.presentationml.tags+xml"/>
  <Override PartName="/ppt/tags/tag263.xml" ContentType="application/vnd.openxmlformats-officedocument.presentationml.tag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38.xml" ContentType="application/vnd.openxmlformats-officedocument.presentationml.tags+xml"/>
  <Override PartName="/ppt/tags/tag85.xml" ContentType="application/vnd.openxmlformats-officedocument.presentationml.tags+xml"/>
  <Override PartName="/ppt/tags/tag189.xml" ContentType="application/vnd.openxmlformats-officedocument.presentationml.tags+xml"/>
  <Override PartName="/ppt/tags/tag241.xml" ContentType="application/vnd.openxmlformats-officedocument.presentationml.tags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63.xml" ContentType="application/vnd.openxmlformats-officedocument.presentationml.tags+xml"/>
  <Override PartName="/ppt/tags/tag74.xml" ContentType="application/vnd.openxmlformats-officedocument.presentationml.tags+xml"/>
  <Override PartName="/ppt/tags/tag178.xml" ContentType="application/vnd.openxmlformats-officedocument.presentationml.tags+xml"/>
  <Override PartName="/ppt/tags/tag230.xml" ContentType="application/vnd.openxmlformats-officedocument.presentationml.tags+xml"/>
  <Override PartName="/ppt/tags/tag52.xml" ContentType="application/vnd.openxmlformats-officedocument.presentationml.tags+xml"/>
  <Override PartName="/ppt/tags/tag109.xml" ContentType="application/vnd.openxmlformats-officedocument.presentationml.tags+xml"/>
  <Override PartName="/ppt/tags/tag156.xml" ContentType="application/vnd.openxmlformats-officedocument.presentationml.tags+xml"/>
  <Override PartName="/ppt/tags/tag167.xml" ContentType="application/vnd.openxmlformats-officedocument.presentationml.tags+xml"/>
  <Override PartName="/ppt/tags/tag41.xml" ContentType="application/vnd.openxmlformats-officedocument.presentationml.tags+xml"/>
  <Override PartName="/ppt/notesSlides/notesSlide7.xml" ContentType="application/vnd.openxmlformats-officedocument.presentationml.notesSlide+xml"/>
  <Override PartName="/ppt/tags/tag145.xml" ContentType="application/vnd.openxmlformats-officedocument.presentationml.tags+xml"/>
  <Override PartName="/ppt/tags/tag192.xml" ContentType="application/vnd.openxmlformats-officedocument.presentationml.tags+xml"/>
  <Override PartName="/ppt/tags/tag279.xml" ContentType="application/vnd.openxmlformats-officedocument.presentationml.tags+xml"/>
  <Override PartName="/ppt/tags/tag30.xml" ContentType="application/vnd.openxmlformats-officedocument.presentationml.tags+xml"/>
  <Override PartName="/ppt/tags/tag134.xml" ContentType="application/vnd.openxmlformats-officedocument.presentationml.tags+xml"/>
  <Override PartName="/ppt/tags/tag181.xml" ContentType="application/vnd.openxmlformats-officedocument.presentationml.tags+xml"/>
  <Override PartName="/ppt/tags/tag268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ags/tag112.xml" ContentType="application/vnd.openxmlformats-officedocument.presentationml.tags+xml"/>
  <Override PartName="/ppt/tags/tag123.xml" ContentType="application/vnd.openxmlformats-officedocument.presentationml.tags+xml"/>
  <Override PartName="/ppt/tags/tag170.xml" ContentType="application/vnd.openxmlformats-officedocument.presentationml.tags+xml"/>
  <Override PartName="/ppt/tags/tag257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79.xml" ContentType="application/vnd.openxmlformats-officedocument.presentationml.tags+xml"/>
  <Override PartName="/ppt/tags/tag101.xml" ContentType="application/vnd.openxmlformats-officedocument.presentationml.tags+xml"/>
  <Override PartName="/ppt/tags/tag246.xml" ContentType="application/vnd.openxmlformats-officedocument.presentationml.tags+xml"/>
  <Override PartName="/ppt/tags/tag293.xml" ContentType="application/vnd.openxmlformats-officedocument.presentationml.tags+xml"/>
  <Default Extension="emf" ContentType="image/x-emf"/>
  <Override PartName="/ppt/tags/tag68.xml" ContentType="application/vnd.openxmlformats-officedocument.presentationml.tags+xml"/>
  <Override PartName="/ppt/tags/tag224.xml" ContentType="application/vnd.openxmlformats-officedocument.presentationml.tags+xml"/>
  <Override PartName="/ppt/tags/tag235.xml" ContentType="application/vnd.openxmlformats-officedocument.presentationml.tags+xml"/>
  <Override PartName="/ppt/tags/tag271.xml" ContentType="application/vnd.openxmlformats-officedocument.presentationml.tags+xml"/>
  <Override PartName="/ppt/tags/tag282.xml" ContentType="application/vnd.openxmlformats-officedocument.presentationml.tags+xml"/>
  <Override PartName="/ppt/presentation.xml" ContentType="application/vnd.openxmlformats-officedocument.presentationml.presentation.main+xml"/>
  <Override PartName="/ppt/tags/tag57.xml" ContentType="application/vnd.openxmlformats-officedocument.presentationml.tags+xml"/>
  <Override PartName="/ppt/tags/tag213.xml" ContentType="application/vnd.openxmlformats-officedocument.presentationml.tags+xml"/>
  <Override PartName="/ppt/tags/tag260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tags/tag35.xml" ContentType="application/vnd.openxmlformats-officedocument.presentationml.tags+xml"/>
  <Override PartName="/ppt/tags/tag46.xml" ContentType="application/vnd.openxmlformats-officedocument.presentationml.tags+xml"/>
  <Override PartName="/ppt/tags/tag82.xml" ContentType="application/vnd.openxmlformats-officedocument.presentationml.tags+xml"/>
  <Override PartName="/ppt/tags/tag93.xml" ContentType="application/vnd.openxmlformats-officedocument.presentationml.tags+xml"/>
  <Override PartName="/ppt/tags/tag139.xml" ContentType="application/vnd.openxmlformats-officedocument.presentationml.tags+xml"/>
  <Override PartName="/ppt/tags/tag186.xml" ContentType="application/vnd.openxmlformats-officedocument.presentationml.tags+xml"/>
  <Override PartName="/ppt/tags/tag197.xml" ContentType="application/vnd.openxmlformats-officedocument.presentationml.tags+xml"/>
  <Override PartName="/ppt/tags/tag202.xml" ContentType="application/vnd.openxmlformats-officedocument.presentationml.tags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tags/tag24.xml" ContentType="application/vnd.openxmlformats-officedocument.presentationml.tags+xml"/>
  <Override PartName="/ppt/tags/tag71.xml" ContentType="application/vnd.openxmlformats-officedocument.presentationml.tags+xml"/>
  <Override PartName="/ppt/tags/tag128.xml" ContentType="application/vnd.openxmlformats-officedocument.presentationml.tags+xml"/>
  <Override PartName="/ppt/tags/tag175.xml" ContentType="application/vnd.openxmlformats-officedocument.presentationml.tags+xml"/>
  <Override PartName="/ppt/tags/tag13.xml" ContentType="application/vnd.openxmlformats-officedocument.presentationml.tags+xml"/>
  <Override PartName="/ppt/tags/tag60.xml" ContentType="application/vnd.openxmlformats-officedocument.presentationml.tags+xml"/>
  <Override PartName="/ppt/tags/tag117.xml" ContentType="application/vnd.openxmlformats-officedocument.presentationml.tags+xml"/>
  <Override PartName="/ppt/tags/tag164.xml" ContentType="application/vnd.openxmlformats-officedocument.presentationml.tags+xml"/>
  <Override PartName="/ppt/tags/tag298.xml" ContentType="application/vnd.openxmlformats-officedocument.presentationml.tags+xml"/>
  <Override PartName="/ppt/notesSlides/notesSlide4.xml" ContentType="application/vnd.openxmlformats-officedocument.presentationml.notesSlide+xml"/>
  <Override PartName="/ppt/tags/tag106.xml" ContentType="application/vnd.openxmlformats-officedocument.presentationml.tags+xml"/>
  <Override PartName="/ppt/tags/tag142.xml" ContentType="application/vnd.openxmlformats-officedocument.presentationml.tags+xml"/>
  <Override PartName="/ppt/tags/tag153.xml" ContentType="application/vnd.openxmlformats-officedocument.presentationml.tags+xml"/>
  <Override PartName="/ppt/tags/tag287.xml" ContentType="application/vnd.openxmlformats-officedocument.presentationml.tags+xml"/>
  <Override PartName="/ppt/tags/tag303.xml" ContentType="application/vnd.openxmlformats-officedocument.presentationml.tags+xml"/>
  <Override PartName="/ppt/tags/tag131.xml" ContentType="application/vnd.openxmlformats-officedocument.presentationml.tags+xml"/>
  <Override PartName="/ppt/tags/tag229.xml" ContentType="application/vnd.openxmlformats-officedocument.presentationml.tags+xml"/>
  <Override PartName="/ppt/tags/tag276.xml" ContentType="application/vnd.openxmlformats-officedocument.presentationml.tags+xml"/>
  <Override PartName="/ppt/slideLayouts/slideLayout4.xml" ContentType="application/vnd.openxmlformats-officedocument.presentationml.slideLayout+xml"/>
  <Override PartName="/ppt/tags/tag98.xml" ContentType="application/vnd.openxmlformats-officedocument.presentationml.tags+xml"/>
  <Override PartName="/ppt/tags/tag120.xml" ContentType="application/vnd.openxmlformats-officedocument.presentationml.tags+xml"/>
  <Override PartName="/ppt/tags/tag207.xml" ContentType="application/vnd.openxmlformats-officedocument.presentationml.tags+xml"/>
  <Override PartName="/ppt/tags/tag218.xml" ContentType="application/vnd.openxmlformats-officedocument.presentationml.tags+xml"/>
  <Override PartName="/ppt/tags/tag254.xml" ContentType="application/vnd.openxmlformats-officedocument.presentationml.tags+xml"/>
  <Override PartName="/ppt/tags/tag265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ags/tag2.xml" ContentType="application/vnd.openxmlformats-officedocument.presentationml.tags+xml"/>
  <Override PartName="/ppt/tags/tag87.xml" ContentType="application/vnd.openxmlformats-officedocument.presentationml.tags+xml"/>
  <Override PartName="/ppt/tags/tag243.xml" ContentType="application/vnd.openxmlformats-officedocument.presentationml.tags+xml"/>
  <Override PartName="/ppt/tags/tag290.xml" ContentType="application/vnd.openxmlformats-officedocument.presentationml.tags+xml"/>
  <Override PartName="/ppt/tags/tag29.xml" ContentType="application/vnd.openxmlformats-officedocument.presentationml.tags+xml"/>
  <Override PartName="/ppt/tags/tag76.xml" ContentType="application/vnd.openxmlformats-officedocument.presentationml.tags+xml"/>
  <Override PartName="/ppt/tags/tag232.xml" ContentType="application/vnd.openxmlformats-officedocument.presentationml.tags+xml"/>
  <Override PartName="/ppt/tags/tag18.xml" ContentType="application/vnd.openxmlformats-officedocument.presentationml.tags+xml"/>
  <Override PartName="/ppt/tags/tag54.xml" ContentType="application/vnd.openxmlformats-officedocument.presentationml.tags+xml"/>
  <Override PartName="/ppt/tags/tag65.xml" ContentType="application/vnd.openxmlformats-officedocument.presentationml.tags+xml"/>
  <Override PartName="/ppt/tags/tag158.xml" ContentType="application/vnd.openxmlformats-officedocument.presentationml.tags+xml"/>
  <Override PartName="/ppt/tags/tag169.xml" ContentType="application/vnd.openxmlformats-officedocument.presentationml.tags+xml"/>
  <Override PartName="/ppt/tags/tag210.xml" ContentType="application/vnd.openxmlformats-officedocument.presentationml.tags+xml"/>
  <Override PartName="/ppt/tags/tag221.xml" ContentType="application/vnd.openxmlformats-officedocument.presentationml.tags+xml"/>
  <Override PartName="/ppt/tags/tag43.xml" ContentType="application/vnd.openxmlformats-officedocument.presentationml.tags+xml"/>
  <Override PartName="/ppt/tags/tag90.xml" ContentType="application/vnd.openxmlformats-officedocument.presentationml.tags+xml"/>
  <Override PartName="/ppt/tags/tag147.xml" ContentType="application/vnd.openxmlformats-officedocument.presentationml.tags+xml"/>
  <Override PartName="/ppt/tags/tag194.xml" ContentType="application/vnd.openxmlformats-officedocument.presentationml.tags+xml"/>
  <Override PartName="/ppt/notesSlides/notesSlide9.xml" ContentType="application/vnd.openxmlformats-officedocument.presentationml.notesSlide+xml"/>
  <Override PartName="/ppt/tags/tag32.xml" ContentType="application/vnd.openxmlformats-officedocument.presentationml.tags+xml"/>
  <Override PartName="/ppt/tags/tag136.xml" ContentType="application/vnd.openxmlformats-officedocument.presentationml.tags+xml"/>
  <Override PartName="/ppt/tags/tag183.xml" ContentType="application/vnd.openxmlformats-officedocument.presentationml.tags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114.xml" ContentType="application/vnd.openxmlformats-officedocument.presentationml.tags+xml"/>
  <Override PartName="/ppt/tags/tag125.xml" ContentType="application/vnd.openxmlformats-officedocument.presentationml.tags+xml"/>
  <Override PartName="/ppt/tags/tag161.xml" ContentType="application/vnd.openxmlformats-officedocument.presentationml.tags+xml"/>
  <Override PartName="/ppt/tags/tag172.xml" ContentType="application/vnd.openxmlformats-officedocument.presentationml.tags+xml"/>
  <Override PartName="/ppt/tags/tag259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103.xml" ContentType="application/vnd.openxmlformats-officedocument.presentationml.tags+xml"/>
  <Override PartName="/ppt/tags/tag150.xml" ContentType="application/vnd.openxmlformats-officedocument.presentationml.tags+xml"/>
  <Override PartName="/ppt/tags/tag248.xml" ContentType="application/vnd.openxmlformats-officedocument.presentationml.tags+xml"/>
  <Override PartName="/ppt/tags/tag295.xml" ContentType="application/vnd.openxmlformats-officedocument.presentationml.tags+xml"/>
  <Override PartName="/ppt/tags/tag300.xml" ContentType="application/vnd.openxmlformats-officedocument.presentationml.tags+xml"/>
  <Override PartName="/ppt/tags/tag226.xml" ContentType="application/vnd.openxmlformats-officedocument.presentationml.tags+xml"/>
  <Override PartName="/ppt/tags/tag237.xml" ContentType="application/vnd.openxmlformats-officedocument.presentationml.tags+xml"/>
  <Override PartName="/ppt/tags/tag273.xml" ContentType="application/vnd.openxmlformats-officedocument.presentationml.tags+xml"/>
  <Override PartName="/ppt/tags/tag284.xml" ContentType="application/vnd.openxmlformats-officedocument.presentationml.tags+xml"/>
  <Override PartName="/ppt/tags/tag59.xml" ContentType="application/vnd.openxmlformats-officedocument.presentationml.tags+xml"/>
  <Override PartName="/ppt/tags/tag215.xml" ContentType="application/vnd.openxmlformats-officedocument.presentationml.tags+xml"/>
  <Override PartName="/ppt/tags/tag262.xml" ContentType="application/vnd.openxmlformats-officedocument.presentationml.tags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tags/tag37.xml" ContentType="application/vnd.openxmlformats-officedocument.presentationml.tags+xml"/>
  <Override PartName="/ppt/tags/tag48.xml" ContentType="application/vnd.openxmlformats-officedocument.presentationml.tags+xml"/>
  <Override PartName="/ppt/tags/tag84.xml" ContentType="application/vnd.openxmlformats-officedocument.presentationml.tags+xml"/>
  <Override PartName="/ppt/tags/tag95.xml" ContentType="application/vnd.openxmlformats-officedocument.presentationml.tags+xml"/>
  <Override PartName="/ppt/tags/tag188.xml" ContentType="application/vnd.openxmlformats-officedocument.presentationml.tags+xml"/>
  <Override PartName="/ppt/tags/tag199.xml" ContentType="application/vnd.openxmlformats-officedocument.presentationml.tags+xml"/>
  <Override PartName="/ppt/tags/tag204.xml" ContentType="application/vnd.openxmlformats-officedocument.presentationml.tags+xml"/>
  <Override PartName="/ppt/tags/tag251.xml" ContentType="application/vnd.openxmlformats-officedocument.presentationml.tags+xml"/>
  <Override PartName="/ppt/notesSlides/notesSlide15.xml" ContentType="application/vnd.openxmlformats-officedocument.presentationml.notesSlide+xml"/>
  <Override PartName="/ppt/slideLayouts/slideLayout12.xml" ContentType="application/vnd.openxmlformats-officedocument.presentationml.slideLayout+xml"/>
  <Override PartName="/ppt/tags/tag26.xml" ContentType="application/vnd.openxmlformats-officedocument.presentationml.tags+xml"/>
  <Override PartName="/ppt/tags/tag73.xml" ContentType="application/vnd.openxmlformats-officedocument.presentationml.tags+xml"/>
  <Override PartName="/ppt/tags/tag177.xml" ContentType="application/vnd.openxmlformats-officedocument.presentationml.tags+xml"/>
  <Override PartName="/ppt/tags/tag240.xml" ContentType="application/vnd.openxmlformats-officedocument.presentationml.tags+xml"/>
  <Override PartName="/ppt/tags/tag15.xml" ContentType="application/vnd.openxmlformats-officedocument.presentationml.tags+xml"/>
  <Override PartName="/ppt/tags/tag62.xml" ContentType="application/vnd.openxmlformats-officedocument.presentationml.tags+xml"/>
  <Override PartName="/ppt/tags/tag119.xml" ContentType="application/vnd.openxmlformats-officedocument.presentationml.tags+xml"/>
  <Override PartName="/ppt/tags/tag166.xml" ContentType="application/vnd.openxmlformats-officedocument.presentationml.tags+xml"/>
  <Override PartName="/ppt/tags/tag22.xml" ContentType="application/vnd.openxmlformats-officedocument.presentationml.tags+xml"/>
  <Override PartName="/ppt/tags/tag40.xml" ContentType="application/vnd.openxmlformats-officedocument.presentationml.tags+xml"/>
  <Override PartName="/ppt/notesSlides/notesSlide6.xml" ContentType="application/vnd.openxmlformats-officedocument.presentationml.notesSlide+xml"/>
  <Override PartName="/ppt/tags/tag51.xml" ContentType="application/vnd.openxmlformats-officedocument.presentationml.tags+xml"/>
  <Override PartName="/ppt/tags/tag108.xml" ContentType="application/vnd.openxmlformats-officedocument.presentationml.tags+xml"/>
  <Override PartName="/ppt/tags/tag126.xml" ContentType="application/vnd.openxmlformats-officedocument.presentationml.tags+xml"/>
  <Override PartName="/ppt/tags/tag155.xml" ContentType="application/vnd.openxmlformats-officedocument.presentationml.tags+xml"/>
  <Override PartName="/ppt/tags/tag173.xml" ContentType="application/vnd.openxmlformats-officedocument.presentationml.tags+xml"/>
  <Override PartName="/ppt/tags/tag289.xml" ContentType="application/vnd.openxmlformats-officedocument.presentationml.tags+xml"/>
  <Override PartName="/ppt/tags/tag305.xml" ContentType="application/vnd.openxmlformats-officedocument.presentationml.tags+xml"/>
  <Override PartName="/ppt/slides/slide8.xml" ContentType="application/vnd.openxmlformats-officedocument.presentationml.slide+xml"/>
  <Override PartName="/ppt/tags/tag11.xml" ContentType="application/vnd.openxmlformats-officedocument.presentationml.tags+xml"/>
  <Override PartName="/ppt/tags/tag115.xml" ContentType="application/vnd.openxmlformats-officedocument.presentationml.tags+xml"/>
  <Override PartName="/ppt/tags/tag133.xml" ContentType="application/vnd.openxmlformats-officedocument.presentationml.tags+xml"/>
  <Override PartName="/ppt/tags/tag144.xml" ContentType="application/vnd.openxmlformats-officedocument.presentationml.tags+xml"/>
  <Override PartName="/ppt/tags/tag162.xml" ContentType="application/vnd.openxmlformats-officedocument.presentationml.tags+xml"/>
  <Override PartName="/ppt/tags/tag180.xml" ContentType="application/vnd.openxmlformats-officedocument.presentationml.tags+xml"/>
  <Override PartName="/ppt/tags/tag191.xml" ContentType="application/vnd.openxmlformats-officedocument.presentationml.tags+xml"/>
  <Override PartName="/ppt/tags/tag249.xml" ContentType="application/vnd.openxmlformats-officedocument.presentationml.tags+xml"/>
  <Override PartName="/ppt/tags/tag278.xml" ContentType="application/vnd.openxmlformats-officedocument.presentationml.tags+xml"/>
  <Override PartName="/ppt/tags/tag296.xml" ContentType="application/vnd.openxmlformats-officedocument.presentationml.tags+xml"/>
  <Override PartName="/ppt/tags/tag301.xml" ContentType="application/vnd.openxmlformats-officedocument.presentationml.tags+xml"/>
  <Override PartName="/ppt/tags/tag122.xml" ContentType="application/vnd.openxmlformats-officedocument.presentationml.tags+xml"/>
  <Override PartName="/ppt/tags/tag209.xml" ContentType="application/vnd.openxmlformats-officedocument.presentationml.tags+xml"/>
  <Override PartName="/ppt/tags/tag256.xml" ContentType="application/vnd.openxmlformats-officedocument.presentationml.tags+xml"/>
  <Override PartName="/ppt/tags/tag267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tags/tag89.xml" ContentType="application/vnd.openxmlformats-officedocument.presentationml.tags+xml"/>
  <Override PartName="/ppt/tags/tag111.xml" ContentType="application/vnd.openxmlformats-officedocument.presentationml.tags+xml"/>
  <Override PartName="/ppt/tags/tag245.xml" ContentType="application/vnd.openxmlformats-officedocument.presentationml.tags+xml"/>
  <Override PartName="/ppt/tags/tag292.xml" ContentType="application/vnd.openxmlformats-officedocument.presentationml.tags+xml"/>
  <Override PartName="/ppt/theme/theme1.xml" ContentType="application/vnd.openxmlformats-officedocument.theme+xml"/>
  <Override PartName="/ppt/tags/tag78.xml" ContentType="application/vnd.openxmlformats-officedocument.presentationml.tags+xml"/>
  <Override PartName="/ppt/tags/tag100.xml" ContentType="application/vnd.openxmlformats-officedocument.presentationml.tags+xml"/>
  <Override PartName="/ppt/tags/tag234.xml" ContentType="application/vnd.openxmlformats-officedocument.presentationml.tags+xml"/>
  <Override PartName="/ppt/tags/tag281.xml" ContentType="application/vnd.openxmlformats-officedocument.presentationml.tags+xml"/>
  <Default Extension="fntdata" ContentType="application/x-fontdata"/>
  <Override PartName="/ppt/tags/tag56.xml" ContentType="application/vnd.openxmlformats-officedocument.presentationml.tags+xml"/>
  <Override PartName="/ppt/tags/tag67.xml" ContentType="application/vnd.openxmlformats-officedocument.presentationml.tags+xml"/>
  <Override PartName="/ppt/tags/tag223.xml" ContentType="application/vnd.openxmlformats-officedocument.presentationml.tags+xml"/>
  <Override PartName="/ppt/tags/tag270.xml" ContentType="application/vnd.openxmlformats-officedocument.presentationml.tags+xml"/>
  <Override PartName="/ppt/slides/slide10.xml" ContentType="application/vnd.openxmlformats-officedocument.presentationml.slide+xml"/>
  <Override PartName="/ppt/tags/tag45.xml" ContentType="application/vnd.openxmlformats-officedocument.presentationml.tags+xml"/>
  <Override PartName="/ppt/tags/tag92.xml" ContentType="application/vnd.openxmlformats-officedocument.presentationml.tags+xml"/>
  <Override PartName="/ppt/tags/tag149.xml" ContentType="application/vnd.openxmlformats-officedocument.presentationml.tags+xml"/>
  <Override PartName="/ppt/tags/tag196.xml" ContentType="application/vnd.openxmlformats-officedocument.presentationml.tags+xml"/>
  <Override PartName="/ppt/tags/tag201.xml" ContentType="application/vnd.openxmlformats-officedocument.presentationml.tags+xml"/>
  <Override PartName="/ppt/tags/tag212.xml" ContentType="application/vnd.openxmlformats-officedocument.presentationml.tags+xml"/>
  <Override PartName="/ppt/tags/tag34.xml" ContentType="application/vnd.openxmlformats-officedocument.presentationml.tags+xml"/>
  <Override PartName="/ppt/tags/tag81.xml" ContentType="application/vnd.openxmlformats-officedocument.presentationml.tags+xml"/>
  <Override PartName="/ppt/tags/tag138.xml" ContentType="application/vnd.openxmlformats-officedocument.presentationml.tags+xml"/>
  <Override PartName="/ppt/tags/tag185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70.xml" ContentType="application/vnd.openxmlformats-officedocument.presentationml.tags+xml"/>
  <Override PartName="/ppt/tags/tag116.xml" ContentType="application/vnd.openxmlformats-officedocument.presentationml.tags+xml"/>
  <Override PartName="/ppt/tags/tag127.xml" ContentType="application/vnd.openxmlformats-officedocument.presentationml.tags+xml"/>
  <Override PartName="/ppt/tags/tag163.xml" ContentType="application/vnd.openxmlformats-officedocument.presentationml.tags+xml"/>
  <Override PartName="/ppt/tags/tag174.xml" ContentType="application/vnd.openxmlformats-officedocument.presentationml.tags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tags/tag9.xml" ContentType="application/vnd.openxmlformats-officedocument.presentationml.tags+xml"/>
  <Override PartName="/ppt/tags/tag105.xml" ContentType="application/vnd.openxmlformats-officedocument.presentationml.tags+xml"/>
  <Override PartName="/ppt/tags/tag152.xml" ContentType="application/vnd.openxmlformats-officedocument.presentationml.tags+xml"/>
  <Override PartName="/ppt/tags/tag297.xml" ContentType="application/vnd.openxmlformats-officedocument.presentationml.tags+xml"/>
  <Override PartName="/ppt/tags/tag302.xml" ContentType="application/vnd.openxmlformats-officedocument.presentationml.tags+xml"/>
  <Override PartName="/ppt/notesSlides/notesSlide3.xml" ContentType="application/vnd.openxmlformats-officedocument.presentationml.notesSlide+xml"/>
  <Override PartName="/ppt/tags/tag141.xml" ContentType="application/vnd.openxmlformats-officedocument.presentationml.tags+xml"/>
  <Override PartName="/ppt/tags/tag228.xml" ContentType="application/vnd.openxmlformats-officedocument.presentationml.tags+xml"/>
  <Override PartName="/ppt/tags/tag239.xml" ContentType="application/vnd.openxmlformats-officedocument.presentationml.tags+xml"/>
  <Override PartName="/ppt/tags/tag275.xml" ContentType="application/vnd.openxmlformats-officedocument.presentationml.tags+xml"/>
  <Override PartName="/ppt/tags/tag286.xml" ContentType="application/vnd.openxmlformats-officedocument.presentationml.tags+xml"/>
  <Override PartName="/ppt/presProps.xml" ContentType="application/vnd.openxmlformats-officedocument.presentationml.presProps+xml"/>
  <Override PartName="/ppt/tags/tag130.xml" ContentType="application/vnd.openxmlformats-officedocument.presentationml.tags+xml"/>
  <Override PartName="/ppt/tags/tag217.xml" ContentType="application/vnd.openxmlformats-officedocument.presentationml.tags+xml"/>
  <Override PartName="/ppt/tags/tag264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9.xml" ContentType="application/vnd.openxmlformats-officedocument.presentationml.tags+xml"/>
  <Override PartName="/ppt/tags/tag86.xml" ContentType="application/vnd.openxmlformats-officedocument.presentationml.tags+xml"/>
  <Override PartName="/ppt/tags/tag97.xml" ContentType="application/vnd.openxmlformats-officedocument.presentationml.tags+xml"/>
  <Override PartName="/ppt/tags/tag206.xml" ContentType="application/vnd.openxmlformats-officedocument.presentationml.tags+xml"/>
  <Override PartName="/ppt/tags/tag253.xml" ContentType="application/vnd.openxmlformats-officedocument.presentationml.tags+xml"/>
  <Override PartName="/ppt/tags/tag1.xml" ContentType="application/vnd.openxmlformats-officedocument.presentationml.tags+xml"/>
  <Override PartName="/ppt/tags/tag28.xml" ContentType="application/vnd.openxmlformats-officedocument.presentationml.tags+xml"/>
  <Override PartName="/ppt/tags/tag75.xml" ContentType="application/vnd.openxmlformats-officedocument.presentationml.tags+xml"/>
  <Override PartName="/ppt/tags/tag179.xml" ContentType="application/vnd.openxmlformats-officedocument.presentationml.tags+xml"/>
  <Override PartName="/ppt/tags/tag231.xml" ContentType="application/vnd.openxmlformats-officedocument.presentationml.tags+xml"/>
  <Override PartName="/ppt/tags/tag242.xml" ContentType="application/vnd.openxmlformats-officedocument.presentationml.tags+xml"/>
  <Override PartName="/ppt/tags/tag17.xml" ContentType="application/vnd.openxmlformats-officedocument.presentationml.tags+xml"/>
  <Override PartName="/ppt/tags/tag64.xml" ContentType="application/vnd.openxmlformats-officedocument.presentationml.tags+xml"/>
  <Override PartName="/ppt/tags/tag168.xml" ContentType="application/vnd.openxmlformats-officedocument.presentationml.tags+xml"/>
  <Override PartName="/ppt/tags/tag220.xml" ContentType="application/vnd.openxmlformats-officedocument.presentationml.tags+xml"/>
  <Override PartName="/ppt/tags/tag53.xml" ContentType="application/vnd.openxmlformats-officedocument.presentationml.tags+xml"/>
  <Override PartName="/ppt/notesSlides/notesSlide8.xml" ContentType="application/vnd.openxmlformats-officedocument.presentationml.notesSlide+xml"/>
  <Override PartName="/ppt/tags/tag157.xml" ContentType="application/vnd.openxmlformats-officedocument.presentationml.tags+xml"/>
  <Override PartName="/ppt/tags/tag31.xml" ContentType="application/vnd.openxmlformats-officedocument.presentationml.tags+xml"/>
  <Override PartName="/ppt/tags/tag42.xml" ContentType="application/vnd.openxmlformats-officedocument.presentationml.tags+xml"/>
  <Override PartName="/ppt/tags/tag135.xml" ContentType="application/vnd.openxmlformats-officedocument.presentationml.tags+xml"/>
  <Override PartName="/ppt/tags/tag146.xml" ContentType="application/vnd.openxmlformats-officedocument.presentationml.tags+xml"/>
  <Override PartName="/ppt/tags/tag182.xml" ContentType="application/vnd.openxmlformats-officedocument.presentationml.tags+xml"/>
  <Override PartName="/ppt/tags/tag193.xml" ContentType="application/vnd.openxmlformats-officedocument.presentationml.tags+xml"/>
  <Override PartName="/ppt/handoutMasters/handoutMaster1.xml" ContentType="application/vnd.openxmlformats-officedocument.presentationml.handoutMaster+xml"/>
  <Override PartName="/ppt/tags/tag20.xml" ContentType="application/vnd.openxmlformats-officedocument.presentationml.tags+xml"/>
  <Override PartName="/ppt/tags/tag124.xml" ContentType="application/vnd.openxmlformats-officedocument.presentationml.tags+xml"/>
  <Override PartName="/ppt/tags/tag171.xml" ContentType="application/vnd.openxmlformats-officedocument.presentationml.tags+xml"/>
  <Override PartName="/ppt/tags/tag269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tags/tag113.xml" ContentType="application/vnd.openxmlformats-officedocument.presentationml.tags+xml"/>
  <Override PartName="/ppt/tags/tag160.xml" ContentType="application/vnd.openxmlformats-officedocument.presentationml.tags+xml"/>
  <Override PartName="/ppt/tags/tag247.xml" ContentType="application/vnd.openxmlformats-officedocument.presentationml.tags+xml"/>
  <Override PartName="/ppt/tags/tag258.xml" ContentType="application/vnd.openxmlformats-officedocument.presentationml.tags+xml"/>
  <Override PartName="/ppt/tags/tag294.xml" ContentType="application/vnd.openxmlformats-officedocument.presentationml.tags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tags/tag102.xml" ContentType="application/vnd.openxmlformats-officedocument.presentationml.tags+xml"/>
  <Override PartName="/ppt/tags/tag236.xml" ContentType="application/vnd.openxmlformats-officedocument.presentationml.tags+xml"/>
  <Override PartName="/ppt/tags/tag283.xml" ContentType="application/vnd.openxmlformats-officedocument.presentationml.tags+xml"/>
  <Override PartName="/ppt/tags/tag58.xml" ContentType="application/vnd.openxmlformats-officedocument.presentationml.tags+xml"/>
  <Override PartName="/ppt/tags/tag69.xml" ContentType="application/vnd.openxmlformats-officedocument.presentationml.tags+xml"/>
  <Override PartName="/ppt/tags/tag225.xml" ContentType="application/vnd.openxmlformats-officedocument.presentationml.tags+xml"/>
  <Override PartName="/ppt/tags/tag272.xml" ContentType="application/vnd.openxmlformats-officedocument.presentationml.tags+xml"/>
  <Default Extension="rels" ContentType="application/vnd.openxmlformats-package.relationships+xml"/>
  <Override PartName="/ppt/tags/tag47.xml" ContentType="application/vnd.openxmlformats-officedocument.presentationml.tags+xml"/>
  <Override PartName="/ppt/tags/tag94.xml" ContentType="application/vnd.openxmlformats-officedocument.presentationml.tags+xml"/>
  <Override PartName="/ppt/tags/tag198.xml" ContentType="application/vnd.openxmlformats-officedocument.presentationml.tags+xml"/>
  <Override PartName="/ppt/tags/tag203.xml" ContentType="application/vnd.openxmlformats-officedocument.presentationml.tags+xml"/>
  <Override PartName="/ppt/tags/tag214.xml" ContentType="application/vnd.openxmlformats-officedocument.presentationml.tags+xml"/>
  <Override PartName="/ppt/tags/tag250.xml" ContentType="application/vnd.openxmlformats-officedocument.presentationml.tags+xml"/>
  <Override PartName="/ppt/tags/tag261.xml" ContentType="application/vnd.openxmlformats-officedocument.presentationml.tags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36.xml" ContentType="application/vnd.openxmlformats-officedocument.presentationml.tags+xml"/>
  <Override PartName="/ppt/tags/tag83.xml" ContentType="application/vnd.openxmlformats-officedocument.presentationml.tags+xml"/>
  <Override PartName="/ppt/tags/tag187.xml" ContentType="application/vnd.openxmlformats-officedocument.presentationml.tags+xml"/>
  <Override PartName="/ppt/notesSlides/notesSlide14.xml" ContentType="application/vnd.openxmlformats-officedocument.presentationml.notesSlide+xml"/>
  <Override PartName="/ppt/commentAuthors.xml" ContentType="application/vnd.openxmlformats-officedocument.presentationml.commentAuthor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61.xml" ContentType="application/vnd.openxmlformats-officedocument.presentationml.tags+xml"/>
  <Override PartName="/ppt/tags/tag72.xml" ContentType="application/vnd.openxmlformats-officedocument.presentationml.tags+xml"/>
  <Override PartName="/ppt/tags/tag118.xml" ContentType="application/vnd.openxmlformats-officedocument.presentationml.tags+xml"/>
  <Override PartName="/ppt/tags/tag129.xml" ContentType="application/vnd.openxmlformats-officedocument.presentationml.tags+xml"/>
  <Override PartName="/ppt/tags/tag165.xml" ContentType="application/vnd.openxmlformats-officedocument.presentationml.tags+xml"/>
  <Override PartName="/ppt/tags/tag176.xml" ContentType="application/vnd.openxmlformats-officedocument.presentationml.tags+xml"/>
  <Override PartName="/ppt/tags/tag50.xml" ContentType="application/vnd.openxmlformats-officedocument.presentationml.tags+xml"/>
  <Override PartName="/ppt/tags/tag107.xml" ContentType="application/vnd.openxmlformats-officedocument.presentationml.tags+xml"/>
  <Override PartName="/ppt/tags/tag154.xml" ContentType="application/vnd.openxmlformats-officedocument.presentationml.tags+xml"/>
  <Override PartName="/ppt/tags/tag299.xml" ContentType="application/vnd.openxmlformats-officedocument.presentationml.tags+xml"/>
  <Override PartName="/ppt/tags/tag304.xml" ContentType="application/vnd.openxmlformats-officedocument.presentationml.tags+xml"/>
  <Override PartName="/ppt/notesSlides/notesSlide5.xml" ContentType="application/vnd.openxmlformats-officedocument.presentationml.notesSlide+xml"/>
  <Override PartName="/ppt/tags/tag143.xml" ContentType="application/vnd.openxmlformats-officedocument.presentationml.tags+xml"/>
  <Override PartName="/ppt/tags/tag190.xml" ContentType="application/vnd.openxmlformats-officedocument.presentationml.tags+xml"/>
  <Override PartName="/ppt/tags/tag277.xml" ContentType="application/vnd.openxmlformats-officedocument.presentationml.tags+xml"/>
  <Override PartName="/ppt/tags/tag288.xml" ContentType="application/vnd.openxmlformats-officedocument.presentationml.tags+xml"/>
  <Override PartName="/ppt/tags/tag132.xml" ContentType="application/vnd.openxmlformats-officedocument.presentationml.tags+xml"/>
  <Override PartName="/ppt/tags/tag219.xml" ContentType="application/vnd.openxmlformats-officedocument.presentationml.tags+xml"/>
  <Override PartName="/ppt/tags/tag266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tags/tag99.xml" ContentType="application/vnd.openxmlformats-officedocument.presentationml.tags+xml"/>
  <Override PartName="/ppt/tags/tag110.xml" ContentType="application/vnd.openxmlformats-officedocument.presentationml.tags+xml"/>
  <Override PartName="/ppt/tags/tag121.xml" ContentType="application/vnd.openxmlformats-officedocument.presentationml.tags+xml"/>
  <Override PartName="/ppt/tags/tag208.xml" ContentType="application/vnd.openxmlformats-officedocument.presentationml.tags+xml"/>
  <Override PartName="/ppt/tags/tag255.xml" ContentType="application/vnd.openxmlformats-officedocument.presentationml.tags+xml"/>
  <Default Extension="jpeg" ContentType="image/jpeg"/>
  <Override PartName="/ppt/tags/tag3.xml" ContentType="application/vnd.openxmlformats-officedocument.presentationml.tags+xml"/>
  <Override PartName="/ppt/tags/tag77.xml" ContentType="application/vnd.openxmlformats-officedocument.presentationml.tags+xml"/>
  <Override PartName="/ppt/tags/tag88.xml" ContentType="application/vnd.openxmlformats-officedocument.presentationml.tags+xml"/>
  <Override PartName="/ppt/tags/tag233.xml" ContentType="application/vnd.openxmlformats-officedocument.presentationml.tags+xml"/>
  <Override PartName="/ppt/tags/tag244.xml" ContentType="application/vnd.openxmlformats-officedocument.presentationml.tags+xml"/>
  <Override PartName="/ppt/tags/tag280.xml" ContentType="application/vnd.openxmlformats-officedocument.presentationml.tags+xml"/>
  <Override PartName="/ppt/tags/tag291.xml" ContentType="application/vnd.openxmlformats-officedocument.presentationml.tags+xml"/>
  <Override PartName="/ppt/tags/tag19.xml" ContentType="application/vnd.openxmlformats-officedocument.presentationml.tags+xml"/>
  <Override PartName="/ppt/tags/tag66.xml" ContentType="application/vnd.openxmlformats-officedocument.presentationml.tags+xml"/>
  <Override PartName="/ppt/tags/tag222.xml" ContentType="application/vnd.openxmlformats-officedocument.presentationml.tags+xml"/>
  <Override PartName="/ppt/tags/tag55.xml" ContentType="application/vnd.openxmlformats-officedocument.presentationml.tags+xml"/>
  <Override PartName="/ppt/tags/tag159.xml" ContentType="application/vnd.openxmlformats-officedocument.presentationml.tags+xml"/>
  <Override PartName="/ppt/tags/tag211.xml" ContentType="application/vnd.openxmlformats-officedocument.presentationml.tags+xml"/>
  <Override PartName="/ppt/tags/tag33.xml" ContentType="application/vnd.openxmlformats-officedocument.presentationml.tags+xml"/>
  <Override PartName="/ppt/tags/tag44.xml" ContentType="application/vnd.openxmlformats-officedocument.presentationml.tags+xml"/>
  <Override PartName="/ppt/tags/tag80.xml" ContentType="application/vnd.openxmlformats-officedocument.presentationml.tags+xml"/>
  <Override PartName="/ppt/tags/tag91.xml" ContentType="application/vnd.openxmlformats-officedocument.presentationml.tags+xml"/>
  <Override PartName="/ppt/tags/tag137.xml" ContentType="application/vnd.openxmlformats-officedocument.presentationml.tags+xml"/>
  <Override PartName="/ppt/tags/tag148.xml" ContentType="application/vnd.openxmlformats-officedocument.presentationml.tags+xml"/>
  <Override PartName="/ppt/tags/tag184.xml" ContentType="application/vnd.openxmlformats-officedocument.presentationml.tags+xml"/>
  <Override PartName="/ppt/tags/tag195.xml" ContentType="application/vnd.openxmlformats-officedocument.presentationml.tags+xml"/>
  <Override PartName="/ppt/tags/tag200.xml" ContentType="application/vnd.openxmlformats-officedocument.presentationml.tags+xml"/>
  <Override PartName="/ppt/notesSlides/notesSlide1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2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303" r:id="rId4"/>
    <p:sldId id="306" r:id="rId5"/>
    <p:sldId id="314" r:id="rId6"/>
    <p:sldId id="315" r:id="rId7"/>
    <p:sldId id="318" r:id="rId8"/>
    <p:sldId id="309" r:id="rId9"/>
    <p:sldId id="310" r:id="rId10"/>
    <p:sldId id="317" r:id="rId11"/>
    <p:sldId id="311" r:id="rId12"/>
    <p:sldId id="313" r:id="rId13"/>
    <p:sldId id="278" r:id="rId14"/>
    <p:sldId id="279" r:id="rId15"/>
    <p:sldId id="282" r:id="rId16"/>
    <p:sldId id="319" r:id="rId17"/>
    <p:sldId id="320" r:id="rId18"/>
    <p:sldId id="321" r:id="rId19"/>
    <p:sldId id="322" r:id="rId20"/>
  </p:sldIdLst>
  <p:sldSz cx="9144000" cy="6858000" type="screen4x3"/>
  <p:notesSz cx="6858000" cy="9144000"/>
  <p:embeddedFontLst>
    <p:embeddedFont>
      <p:font typeface="Georgia" pitchFamily="18" charset="0"/>
      <p:regular r:id="rId23"/>
      <p:bold r:id="rId24"/>
      <p:italic r:id="rId25"/>
      <p:boldItalic r:id="rId26"/>
    </p:embeddedFont>
    <p:embeddedFont>
      <p:font typeface="Arial Narrow" pitchFamily="34" charset="0"/>
      <p:regular r:id="rId27"/>
      <p:bold r:id="rId28"/>
      <p:italic r:id="rId29"/>
      <p:boldItalic r:id="rId30"/>
    </p:embeddedFont>
    <p:embeddedFont>
      <p:font typeface="Wingdings 2" pitchFamily="18" charset="2"/>
      <p:regular r:id="rId31"/>
    </p:embeddedFont>
  </p:embeddedFontLst>
  <p:defaultTextStyle>
    <a:defPPr>
      <a:defRPr lang="en-US"/>
    </a:defPPr>
    <a:lvl1pPr algn="ctr" rtl="0" eaLnBrk="0" fontAlgn="base" hangingPunct="0">
      <a:lnSpc>
        <a:spcPct val="85000"/>
      </a:lnSpc>
      <a:spcBef>
        <a:spcPct val="0"/>
      </a:spcBef>
      <a:spcAft>
        <a:spcPct val="0"/>
      </a:spcAft>
      <a:buClr>
        <a:srgbClr val="8DACD0"/>
      </a:buClr>
      <a:buFont typeface="Wingdings" pitchFamily="2" charset="2"/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ctr" rtl="0" eaLnBrk="0" fontAlgn="base" hangingPunct="0">
      <a:lnSpc>
        <a:spcPct val="85000"/>
      </a:lnSpc>
      <a:spcBef>
        <a:spcPct val="0"/>
      </a:spcBef>
      <a:spcAft>
        <a:spcPct val="0"/>
      </a:spcAft>
      <a:buClr>
        <a:srgbClr val="8DACD0"/>
      </a:buClr>
      <a:buFont typeface="Wingdings" pitchFamily="2" charset="2"/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ctr" rtl="0" eaLnBrk="0" fontAlgn="base" hangingPunct="0">
      <a:lnSpc>
        <a:spcPct val="85000"/>
      </a:lnSpc>
      <a:spcBef>
        <a:spcPct val="0"/>
      </a:spcBef>
      <a:spcAft>
        <a:spcPct val="0"/>
      </a:spcAft>
      <a:buClr>
        <a:srgbClr val="8DACD0"/>
      </a:buClr>
      <a:buFont typeface="Wingdings" pitchFamily="2" charset="2"/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ctr" rtl="0" eaLnBrk="0" fontAlgn="base" hangingPunct="0">
      <a:lnSpc>
        <a:spcPct val="85000"/>
      </a:lnSpc>
      <a:spcBef>
        <a:spcPct val="0"/>
      </a:spcBef>
      <a:spcAft>
        <a:spcPct val="0"/>
      </a:spcAft>
      <a:buClr>
        <a:srgbClr val="8DACD0"/>
      </a:buClr>
      <a:buFont typeface="Wingdings" pitchFamily="2" charset="2"/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ctr" rtl="0" eaLnBrk="0" fontAlgn="base" hangingPunct="0">
      <a:lnSpc>
        <a:spcPct val="85000"/>
      </a:lnSpc>
      <a:spcBef>
        <a:spcPct val="0"/>
      </a:spcBef>
      <a:spcAft>
        <a:spcPct val="0"/>
      </a:spcAft>
      <a:buClr>
        <a:srgbClr val="8DACD0"/>
      </a:buClr>
      <a:buFont typeface="Wingdings" pitchFamily="2" charset="2"/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User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  <p:clrMru>
    <a:srgbClr val="333333"/>
    <a:srgbClr val="EEEFD7"/>
    <a:srgbClr val="D5D69C"/>
    <a:srgbClr val="DFE8F2"/>
    <a:srgbClr val="BBCDE3"/>
    <a:srgbClr val="E4E4BF"/>
    <a:srgbClr val="8DACD0"/>
    <a:srgbClr val="B2B2B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>
    <p:restoredLeft sz="15620" autoAdjust="0"/>
    <p:restoredTop sz="94581" autoAdjust="0"/>
  </p:normalViewPr>
  <p:slideViewPr>
    <p:cSldViewPr snapToGrid="0">
      <p:cViewPr>
        <p:scale>
          <a:sx n="66" d="100"/>
          <a:sy n="66" d="100"/>
        </p:scale>
        <p:origin x="-1002" y="-84"/>
      </p:cViewPr>
      <p:guideLst>
        <p:guide orient="horz" pos="2160"/>
        <p:guide orient="horz" pos="352"/>
        <p:guide pos="2880"/>
        <p:guide pos="824"/>
        <p:guide pos="664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-1998" y="-90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heme" Target="../theme/theme3.xml"/><Relationship Id="rId5" Type="http://schemas.openxmlformats.org/officeDocument/2006/relationships/tags" Target="../tags/tag9.xml"/><Relationship Id="rId4" Type="http://schemas.openxmlformats.org/officeDocument/2006/relationships/tags" Target="../tags/tag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buClrTx/>
              <a:buFontTx/>
              <a:buNone/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sz="quarter" idx="1"/>
            <p:custDataLst>
              <p:tags r:id="rId3"/>
            </p:custDataLst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Tx/>
              <a:buFontTx/>
              <a:buNone/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2" name="Rectangle 4"/>
          <p:cNvSpPr>
            <a:spLocks noGrp="1" noChangeArrowheads="1"/>
          </p:cNvSpPr>
          <p:nvPr>
            <p:ph type="ftr" sz="quarter" idx="2"/>
            <p:custDataLst>
              <p:tags r:id="rId4"/>
            </p:custDataLst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buClrTx/>
              <a:buFontTx/>
              <a:buNone/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3" name="Rectangle 5"/>
          <p:cNvSpPr>
            <a:spLocks noGrp="1" noChangeArrowheads="1"/>
          </p:cNvSpPr>
          <p:nvPr>
            <p:ph type="sldNum" sz="quarter" idx="3"/>
            <p:custDataLst>
              <p:tags r:id="rId5"/>
            </p:custDataLst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Tx/>
              <a:buFontTx/>
              <a:buNone/>
              <a:defRPr sz="1200" b="0">
                <a:latin typeface="Arial" charset="0"/>
              </a:defRPr>
            </a:lvl1pPr>
          </a:lstStyle>
          <a:p>
            <a:fld id="{E9DD80E2-2554-43E5-88FE-23A709F8325A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theme" Target="../theme/theme2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  <p:custDataLst>
              <p:tags r:id="rId2"/>
            </p:custDataLst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buClrTx/>
              <a:buFontTx/>
              <a:buNone/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  <p:custDataLst>
              <p:tags r:id="rId3"/>
            </p:custDataLst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Tx/>
              <a:buFontTx/>
              <a:buNone/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  <p:custDataLst>
              <p:tags r:id="rId4"/>
            </p:custDataLst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  <p:custDataLst>
              <p:tags r:id="rId5"/>
            </p:custDataLst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lnSpc>
                <a:spcPct val="100000"/>
              </a:lnSpc>
              <a:buClrTx/>
              <a:buFontTx/>
              <a:buNone/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  <p:custDataLst>
              <p:tags r:id="rId6"/>
            </p:custDataLst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Tx/>
              <a:buFontTx/>
              <a:buNone/>
              <a:defRPr sz="1200" b="0">
                <a:latin typeface="Arial" charset="0"/>
              </a:defRPr>
            </a:lvl1pPr>
          </a:lstStyle>
          <a:p>
            <a:fld id="{BA7B2757-3035-4E23-B102-D32F786A9D4D}" type="slidenum">
              <a:rPr lang="en-US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0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2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3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7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45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slide" Target="../slides/slide7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2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63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9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3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24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33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0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3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02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04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30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33772532-B4FC-41DC-9120-000535C7276E}" type="slidenum">
              <a:rPr lang="en-US"/>
              <a:pPr/>
              <a:t>1</a:t>
            </a:fld>
            <a:endParaRPr lang="en-US"/>
          </a:p>
        </p:txBody>
      </p:sp>
      <p:sp>
        <p:nvSpPr>
          <p:cNvPr id="451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1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D0A093D9-B2F2-4011-87BF-C8D43F6A7F1C}" type="slidenum">
              <a:rPr lang="en-US"/>
              <a:pPr/>
              <a:t>2</a:t>
            </a:fld>
            <a:endParaRPr lang="en-US"/>
          </a:p>
        </p:txBody>
      </p:sp>
      <p:sp>
        <p:nvSpPr>
          <p:cNvPr id="452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2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F2902184-63AF-4417-B563-BE4340150A12}" type="slidenum">
              <a:rPr lang="en-US"/>
              <a:pPr/>
              <a:t>3</a:t>
            </a:fld>
            <a:endParaRPr lang="en-US"/>
          </a:p>
        </p:txBody>
      </p:sp>
      <p:sp>
        <p:nvSpPr>
          <p:cNvPr id="453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3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99EE5C93-0093-462E-ABB7-B4234556E603}" type="slidenum">
              <a:rPr lang="en-US"/>
              <a:pPr/>
              <a:t>4</a:t>
            </a:fld>
            <a:endParaRPr lang="en-US"/>
          </a:p>
        </p:txBody>
      </p:sp>
      <p:sp>
        <p:nvSpPr>
          <p:cNvPr id="454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4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F73D3890-AFB4-43D2-915F-EACE428B187D}" type="slidenum">
              <a:rPr lang="en-US"/>
              <a:pPr/>
              <a:t>5</a:t>
            </a:fld>
            <a:endParaRPr lang="en-US"/>
          </a:p>
        </p:txBody>
      </p:sp>
      <p:sp>
        <p:nvSpPr>
          <p:cNvPr id="455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5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F771F2B7-3C21-40CA-ABFB-D6580D6AB916}" type="slidenum">
              <a:rPr lang="en-US"/>
              <a:pPr/>
              <a:t>6</a:t>
            </a:fld>
            <a:endParaRPr lang="en-US"/>
          </a:p>
        </p:txBody>
      </p:sp>
      <p:sp>
        <p:nvSpPr>
          <p:cNvPr id="456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6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14CDD7AA-F63B-4B7D-868C-8AE274854232}" type="slidenum">
              <a:rPr lang="en-US"/>
              <a:pPr/>
              <a:t>7</a:t>
            </a:fld>
            <a:endParaRPr lang="en-US"/>
          </a:p>
        </p:txBody>
      </p:sp>
      <p:sp>
        <p:nvSpPr>
          <p:cNvPr id="457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7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817A7ACC-142C-4A6F-8EE9-608BC1282CBD}" type="slidenum">
              <a:rPr lang="en-US"/>
              <a:pPr/>
              <a:t>8</a:t>
            </a:fld>
            <a:endParaRPr lang="en-US"/>
          </a:p>
        </p:txBody>
      </p:sp>
      <p:sp>
        <p:nvSpPr>
          <p:cNvPr id="458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8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453E729C-C704-43D1-BA0A-6317A35B2D4B}" type="slidenum">
              <a:rPr lang="en-US"/>
              <a:pPr/>
              <a:t>9</a:t>
            </a:fld>
            <a:endParaRPr lang="en-US"/>
          </a:p>
        </p:txBody>
      </p:sp>
      <p:sp>
        <p:nvSpPr>
          <p:cNvPr id="459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9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413A9D00-D803-4C97-A488-7C7A8F612EA1}" type="slidenum">
              <a:rPr lang="en-US"/>
              <a:pPr/>
              <a:t>10</a:t>
            </a:fld>
            <a:endParaRPr lang="en-US"/>
          </a:p>
        </p:txBody>
      </p:sp>
      <p:sp>
        <p:nvSpPr>
          <p:cNvPr id="460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A96B830F-1AF9-41DB-ABCE-B841578EFA28}" type="slidenum">
              <a:rPr lang="en-US"/>
              <a:pPr/>
              <a:t>11</a:t>
            </a:fld>
            <a:endParaRPr lang="en-US"/>
          </a:p>
        </p:txBody>
      </p:sp>
      <p:sp>
        <p:nvSpPr>
          <p:cNvPr id="461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F47FCC66-9F76-485B-AD55-59DE48DF4FB8}" type="slidenum">
              <a:rPr lang="en-US"/>
              <a:pPr/>
              <a:t>12</a:t>
            </a:fld>
            <a:endParaRPr lang="en-US"/>
          </a:p>
        </p:txBody>
      </p:sp>
      <p:sp>
        <p:nvSpPr>
          <p:cNvPr id="462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2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A7E7B99C-3517-4E3E-882C-B24430CC65A1}" type="slidenum">
              <a:rPr lang="en-US"/>
              <a:pPr/>
              <a:t>13</a:t>
            </a:fld>
            <a:endParaRPr lang="en-US"/>
          </a:p>
        </p:txBody>
      </p:sp>
      <p:sp>
        <p:nvSpPr>
          <p:cNvPr id="359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9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D620F2C2-EB81-4417-AE8E-80788ADE04FD}" type="slidenum">
              <a:rPr lang="en-US"/>
              <a:pPr/>
              <a:t>14</a:t>
            </a:fld>
            <a:endParaRPr lang="en-US"/>
          </a:p>
        </p:txBody>
      </p:sp>
      <p:sp>
        <p:nvSpPr>
          <p:cNvPr id="361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pPr lvl="4"/>
            <a:endParaRPr lang="de-D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  <p:custDataLst>
              <p:tags r:id="rId1"/>
            </p:custDataLst>
          </p:nvPr>
        </p:nvSpPr>
        <p:spPr>
          <a:ln/>
        </p:spPr>
        <p:txBody>
          <a:bodyPr/>
          <a:lstStyle/>
          <a:p>
            <a:fld id="{1FA7D060-2E08-4C10-88B9-23371706BBDB}" type="slidenum">
              <a:rPr lang="en-US"/>
              <a:pPr/>
              <a:t>15</a:t>
            </a:fld>
            <a:endParaRPr lang="en-US"/>
          </a:p>
        </p:txBody>
      </p:sp>
      <p:sp>
        <p:nvSpPr>
          <p:cNvPr id="367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pPr lvl="4"/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2/9/2016</a:t>
            </a:fld>
            <a:endParaRPr lang="en-US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2/9/2016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2/9/2016</a:t>
            </a:fld>
            <a:endParaRPr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2/9/2016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2/9/2016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2/9/2016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2/9/2016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2/9/2016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2/9/2016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2/9/2016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2/9/2016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77788"/>
            <a:ext cx="7391400" cy="68421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1050925" y="1447800"/>
            <a:ext cx="3436938" cy="469423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0263" y="1447800"/>
            <a:ext cx="3436937" cy="469423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D21D778-B565-4D7E-94D7-64010A445B68}" type="datetimeFigureOut">
              <a:rPr lang="en-US" smtClean="0"/>
              <a:pPr algn="r" eaLnBrk="1" latinLnBrk="0" hangingPunct="1"/>
              <a:t>2/9/2016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sz="1600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18" Type="http://schemas.openxmlformats.org/officeDocument/2006/relationships/image" Target="../media/image4.png"/><Relationship Id="rId3" Type="http://schemas.openxmlformats.org/officeDocument/2006/relationships/tags" Target="../tags/tag16.xml"/><Relationship Id="rId21" Type="http://schemas.openxmlformats.org/officeDocument/2006/relationships/image" Target="../media/image7.png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image" Target="../media/image3.emf"/><Relationship Id="rId2" Type="http://schemas.openxmlformats.org/officeDocument/2006/relationships/tags" Target="../tags/tag15.xml"/><Relationship Id="rId16" Type="http://schemas.openxmlformats.org/officeDocument/2006/relationships/hyperlink" Target="2194A_2279a_01_a_logical.html" TargetMode="External"/><Relationship Id="rId20" Type="http://schemas.openxmlformats.org/officeDocument/2006/relationships/image" Target="../media/image6.png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24" Type="http://schemas.openxmlformats.org/officeDocument/2006/relationships/image" Target="../media/image10.png"/><Relationship Id="rId5" Type="http://schemas.openxmlformats.org/officeDocument/2006/relationships/tags" Target="../tags/tag18.xml"/><Relationship Id="rId15" Type="http://schemas.openxmlformats.org/officeDocument/2006/relationships/notesSlide" Target="../notesSlides/notesSlide5.xml"/><Relationship Id="rId23" Type="http://schemas.openxmlformats.org/officeDocument/2006/relationships/image" Target="../media/image9.png"/><Relationship Id="rId10" Type="http://schemas.openxmlformats.org/officeDocument/2006/relationships/tags" Target="../tags/tag23.xml"/><Relationship Id="rId19" Type="http://schemas.openxmlformats.org/officeDocument/2006/relationships/image" Target="../media/image5.png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slideLayout" Target="../slideLayouts/slideLayout2.xml"/><Relationship Id="rId22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18" Type="http://schemas.openxmlformats.org/officeDocument/2006/relationships/slideLayout" Target="../slideLayouts/slideLayout12.xml"/><Relationship Id="rId26" Type="http://schemas.openxmlformats.org/officeDocument/2006/relationships/image" Target="../media/image17.png"/><Relationship Id="rId3" Type="http://schemas.openxmlformats.org/officeDocument/2006/relationships/tags" Target="../tags/tag30.xml"/><Relationship Id="rId21" Type="http://schemas.openxmlformats.org/officeDocument/2006/relationships/image" Target="../media/image12.png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17" Type="http://schemas.openxmlformats.org/officeDocument/2006/relationships/tags" Target="../tags/tag44.xml"/><Relationship Id="rId25" Type="http://schemas.openxmlformats.org/officeDocument/2006/relationships/image" Target="../media/image16.png"/><Relationship Id="rId2" Type="http://schemas.openxmlformats.org/officeDocument/2006/relationships/tags" Target="../tags/tag29.xml"/><Relationship Id="rId16" Type="http://schemas.openxmlformats.org/officeDocument/2006/relationships/tags" Target="../tags/tag43.xml"/><Relationship Id="rId20" Type="http://schemas.openxmlformats.org/officeDocument/2006/relationships/image" Target="../media/image11.png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24" Type="http://schemas.openxmlformats.org/officeDocument/2006/relationships/image" Target="../media/image15.png"/><Relationship Id="rId5" Type="http://schemas.openxmlformats.org/officeDocument/2006/relationships/tags" Target="../tags/tag32.xml"/><Relationship Id="rId15" Type="http://schemas.openxmlformats.org/officeDocument/2006/relationships/tags" Target="../tags/tag42.xml"/><Relationship Id="rId23" Type="http://schemas.openxmlformats.org/officeDocument/2006/relationships/image" Target="../media/image14.png"/><Relationship Id="rId10" Type="http://schemas.openxmlformats.org/officeDocument/2006/relationships/tags" Target="../tags/tag37.xml"/><Relationship Id="rId19" Type="http://schemas.openxmlformats.org/officeDocument/2006/relationships/notesSlide" Target="../notesSlides/notesSlide6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tags" Target="../tags/tag41.xml"/><Relationship Id="rId22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tags" Target="../tags/tag58.xml"/><Relationship Id="rId18" Type="http://schemas.openxmlformats.org/officeDocument/2006/relationships/notesSlide" Target="../notesSlides/notesSlide7.xml"/><Relationship Id="rId26" Type="http://schemas.openxmlformats.org/officeDocument/2006/relationships/image" Target="../media/image25.png"/><Relationship Id="rId3" Type="http://schemas.openxmlformats.org/officeDocument/2006/relationships/tags" Target="../tags/tag48.xml"/><Relationship Id="rId21" Type="http://schemas.openxmlformats.org/officeDocument/2006/relationships/image" Target="../media/image20.png"/><Relationship Id="rId7" Type="http://schemas.openxmlformats.org/officeDocument/2006/relationships/tags" Target="../tags/tag52.xml"/><Relationship Id="rId12" Type="http://schemas.openxmlformats.org/officeDocument/2006/relationships/tags" Target="../tags/tag57.xml"/><Relationship Id="rId17" Type="http://schemas.openxmlformats.org/officeDocument/2006/relationships/slideLayout" Target="../slideLayouts/slideLayout2.xml"/><Relationship Id="rId25" Type="http://schemas.openxmlformats.org/officeDocument/2006/relationships/image" Target="../media/image24.png"/><Relationship Id="rId2" Type="http://schemas.openxmlformats.org/officeDocument/2006/relationships/tags" Target="../tags/tag47.xml"/><Relationship Id="rId16" Type="http://schemas.openxmlformats.org/officeDocument/2006/relationships/tags" Target="../tags/tag61.xml"/><Relationship Id="rId20" Type="http://schemas.openxmlformats.org/officeDocument/2006/relationships/image" Target="../media/image19.png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tags" Target="../tags/tag56.xml"/><Relationship Id="rId24" Type="http://schemas.openxmlformats.org/officeDocument/2006/relationships/image" Target="../media/image23.png"/><Relationship Id="rId5" Type="http://schemas.openxmlformats.org/officeDocument/2006/relationships/tags" Target="../tags/tag50.xml"/><Relationship Id="rId15" Type="http://schemas.openxmlformats.org/officeDocument/2006/relationships/tags" Target="../tags/tag60.xml"/><Relationship Id="rId23" Type="http://schemas.openxmlformats.org/officeDocument/2006/relationships/image" Target="../media/image22.png"/><Relationship Id="rId10" Type="http://schemas.openxmlformats.org/officeDocument/2006/relationships/tags" Target="../tags/tag55.xml"/><Relationship Id="rId19" Type="http://schemas.openxmlformats.org/officeDocument/2006/relationships/image" Target="../media/image18.png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tags" Target="../tags/tag59.xml"/><Relationship Id="rId22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tags" Target="../tags/tag89.xml"/><Relationship Id="rId117" Type="http://schemas.openxmlformats.org/officeDocument/2006/relationships/tags" Target="../tags/tag180.xml"/><Relationship Id="rId21" Type="http://schemas.openxmlformats.org/officeDocument/2006/relationships/tags" Target="../tags/tag84.xml"/><Relationship Id="rId42" Type="http://schemas.openxmlformats.org/officeDocument/2006/relationships/tags" Target="../tags/tag105.xml"/><Relationship Id="rId47" Type="http://schemas.openxmlformats.org/officeDocument/2006/relationships/tags" Target="../tags/tag110.xml"/><Relationship Id="rId63" Type="http://schemas.openxmlformats.org/officeDocument/2006/relationships/tags" Target="../tags/tag126.xml"/><Relationship Id="rId68" Type="http://schemas.openxmlformats.org/officeDocument/2006/relationships/tags" Target="../tags/tag131.xml"/><Relationship Id="rId84" Type="http://schemas.openxmlformats.org/officeDocument/2006/relationships/tags" Target="../tags/tag147.xml"/><Relationship Id="rId89" Type="http://schemas.openxmlformats.org/officeDocument/2006/relationships/tags" Target="../tags/tag152.xml"/><Relationship Id="rId112" Type="http://schemas.openxmlformats.org/officeDocument/2006/relationships/tags" Target="../tags/tag175.xml"/><Relationship Id="rId133" Type="http://schemas.openxmlformats.org/officeDocument/2006/relationships/tags" Target="../tags/tag196.xml"/><Relationship Id="rId138" Type="http://schemas.openxmlformats.org/officeDocument/2006/relationships/tags" Target="../tags/tag201.xml"/><Relationship Id="rId154" Type="http://schemas.openxmlformats.org/officeDocument/2006/relationships/tags" Target="../tags/tag217.xml"/><Relationship Id="rId159" Type="http://schemas.openxmlformats.org/officeDocument/2006/relationships/tags" Target="../tags/tag222.xml"/><Relationship Id="rId16" Type="http://schemas.openxmlformats.org/officeDocument/2006/relationships/tags" Target="../tags/tag79.xml"/><Relationship Id="rId107" Type="http://schemas.openxmlformats.org/officeDocument/2006/relationships/tags" Target="../tags/tag170.xml"/><Relationship Id="rId11" Type="http://schemas.openxmlformats.org/officeDocument/2006/relationships/tags" Target="../tags/tag74.xml"/><Relationship Id="rId32" Type="http://schemas.openxmlformats.org/officeDocument/2006/relationships/tags" Target="../tags/tag95.xml"/><Relationship Id="rId37" Type="http://schemas.openxmlformats.org/officeDocument/2006/relationships/tags" Target="../tags/tag100.xml"/><Relationship Id="rId53" Type="http://schemas.openxmlformats.org/officeDocument/2006/relationships/tags" Target="../tags/tag116.xml"/><Relationship Id="rId58" Type="http://schemas.openxmlformats.org/officeDocument/2006/relationships/tags" Target="../tags/tag121.xml"/><Relationship Id="rId74" Type="http://schemas.openxmlformats.org/officeDocument/2006/relationships/tags" Target="../tags/tag137.xml"/><Relationship Id="rId79" Type="http://schemas.openxmlformats.org/officeDocument/2006/relationships/tags" Target="../tags/tag142.xml"/><Relationship Id="rId102" Type="http://schemas.openxmlformats.org/officeDocument/2006/relationships/tags" Target="../tags/tag165.xml"/><Relationship Id="rId123" Type="http://schemas.openxmlformats.org/officeDocument/2006/relationships/tags" Target="../tags/tag186.xml"/><Relationship Id="rId128" Type="http://schemas.openxmlformats.org/officeDocument/2006/relationships/tags" Target="../tags/tag191.xml"/><Relationship Id="rId144" Type="http://schemas.openxmlformats.org/officeDocument/2006/relationships/tags" Target="../tags/tag207.xml"/><Relationship Id="rId149" Type="http://schemas.openxmlformats.org/officeDocument/2006/relationships/tags" Target="../tags/tag212.xml"/><Relationship Id="rId5" Type="http://schemas.openxmlformats.org/officeDocument/2006/relationships/tags" Target="../tags/tag68.xml"/><Relationship Id="rId90" Type="http://schemas.openxmlformats.org/officeDocument/2006/relationships/tags" Target="../tags/tag153.xml"/><Relationship Id="rId95" Type="http://schemas.openxmlformats.org/officeDocument/2006/relationships/tags" Target="../tags/tag158.xml"/><Relationship Id="rId160" Type="http://schemas.openxmlformats.org/officeDocument/2006/relationships/slideLayout" Target="../slideLayouts/slideLayout2.xml"/><Relationship Id="rId22" Type="http://schemas.openxmlformats.org/officeDocument/2006/relationships/tags" Target="../tags/tag85.xml"/><Relationship Id="rId27" Type="http://schemas.openxmlformats.org/officeDocument/2006/relationships/tags" Target="../tags/tag90.xml"/><Relationship Id="rId43" Type="http://schemas.openxmlformats.org/officeDocument/2006/relationships/tags" Target="../tags/tag106.xml"/><Relationship Id="rId48" Type="http://schemas.openxmlformats.org/officeDocument/2006/relationships/tags" Target="../tags/tag111.xml"/><Relationship Id="rId64" Type="http://schemas.openxmlformats.org/officeDocument/2006/relationships/tags" Target="../tags/tag127.xml"/><Relationship Id="rId69" Type="http://schemas.openxmlformats.org/officeDocument/2006/relationships/tags" Target="../tags/tag132.xml"/><Relationship Id="rId113" Type="http://schemas.openxmlformats.org/officeDocument/2006/relationships/tags" Target="../tags/tag176.xml"/><Relationship Id="rId118" Type="http://schemas.openxmlformats.org/officeDocument/2006/relationships/tags" Target="../tags/tag181.xml"/><Relationship Id="rId134" Type="http://schemas.openxmlformats.org/officeDocument/2006/relationships/tags" Target="../tags/tag197.xml"/><Relationship Id="rId139" Type="http://schemas.openxmlformats.org/officeDocument/2006/relationships/tags" Target="../tags/tag202.xml"/><Relationship Id="rId80" Type="http://schemas.openxmlformats.org/officeDocument/2006/relationships/tags" Target="../tags/tag143.xml"/><Relationship Id="rId85" Type="http://schemas.openxmlformats.org/officeDocument/2006/relationships/tags" Target="../tags/tag148.xml"/><Relationship Id="rId150" Type="http://schemas.openxmlformats.org/officeDocument/2006/relationships/tags" Target="../tags/tag213.xml"/><Relationship Id="rId155" Type="http://schemas.openxmlformats.org/officeDocument/2006/relationships/tags" Target="../tags/tag218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33" Type="http://schemas.openxmlformats.org/officeDocument/2006/relationships/tags" Target="../tags/tag96.xml"/><Relationship Id="rId38" Type="http://schemas.openxmlformats.org/officeDocument/2006/relationships/tags" Target="../tags/tag101.xml"/><Relationship Id="rId59" Type="http://schemas.openxmlformats.org/officeDocument/2006/relationships/tags" Target="../tags/tag122.xml"/><Relationship Id="rId103" Type="http://schemas.openxmlformats.org/officeDocument/2006/relationships/tags" Target="../tags/tag166.xml"/><Relationship Id="rId108" Type="http://schemas.openxmlformats.org/officeDocument/2006/relationships/tags" Target="../tags/tag171.xml"/><Relationship Id="rId124" Type="http://schemas.openxmlformats.org/officeDocument/2006/relationships/tags" Target="../tags/tag187.xml"/><Relationship Id="rId129" Type="http://schemas.openxmlformats.org/officeDocument/2006/relationships/tags" Target="../tags/tag192.xml"/><Relationship Id="rId20" Type="http://schemas.openxmlformats.org/officeDocument/2006/relationships/tags" Target="../tags/tag83.xml"/><Relationship Id="rId41" Type="http://schemas.openxmlformats.org/officeDocument/2006/relationships/tags" Target="../tags/tag104.xml"/><Relationship Id="rId54" Type="http://schemas.openxmlformats.org/officeDocument/2006/relationships/tags" Target="../tags/tag117.xml"/><Relationship Id="rId62" Type="http://schemas.openxmlformats.org/officeDocument/2006/relationships/tags" Target="../tags/tag125.xml"/><Relationship Id="rId70" Type="http://schemas.openxmlformats.org/officeDocument/2006/relationships/tags" Target="../tags/tag133.xml"/><Relationship Id="rId75" Type="http://schemas.openxmlformats.org/officeDocument/2006/relationships/tags" Target="../tags/tag138.xml"/><Relationship Id="rId83" Type="http://schemas.openxmlformats.org/officeDocument/2006/relationships/tags" Target="../tags/tag146.xml"/><Relationship Id="rId88" Type="http://schemas.openxmlformats.org/officeDocument/2006/relationships/tags" Target="../tags/tag151.xml"/><Relationship Id="rId91" Type="http://schemas.openxmlformats.org/officeDocument/2006/relationships/tags" Target="../tags/tag154.xml"/><Relationship Id="rId96" Type="http://schemas.openxmlformats.org/officeDocument/2006/relationships/tags" Target="../tags/tag159.xml"/><Relationship Id="rId111" Type="http://schemas.openxmlformats.org/officeDocument/2006/relationships/tags" Target="../tags/tag174.xml"/><Relationship Id="rId132" Type="http://schemas.openxmlformats.org/officeDocument/2006/relationships/tags" Target="../tags/tag195.xml"/><Relationship Id="rId140" Type="http://schemas.openxmlformats.org/officeDocument/2006/relationships/tags" Target="../tags/tag203.xml"/><Relationship Id="rId145" Type="http://schemas.openxmlformats.org/officeDocument/2006/relationships/tags" Target="../tags/tag208.xml"/><Relationship Id="rId153" Type="http://schemas.openxmlformats.org/officeDocument/2006/relationships/tags" Target="../tags/tag216.xml"/><Relationship Id="rId161" Type="http://schemas.openxmlformats.org/officeDocument/2006/relationships/notesSlide" Target="../notesSlides/notesSlide9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5" Type="http://schemas.openxmlformats.org/officeDocument/2006/relationships/tags" Target="../tags/tag78.xml"/><Relationship Id="rId23" Type="http://schemas.openxmlformats.org/officeDocument/2006/relationships/tags" Target="../tags/tag86.xml"/><Relationship Id="rId28" Type="http://schemas.openxmlformats.org/officeDocument/2006/relationships/tags" Target="../tags/tag91.xml"/><Relationship Id="rId36" Type="http://schemas.openxmlformats.org/officeDocument/2006/relationships/tags" Target="../tags/tag99.xml"/><Relationship Id="rId49" Type="http://schemas.openxmlformats.org/officeDocument/2006/relationships/tags" Target="../tags/tag112.xml"/><Relationship Id="rId57" Type="http://schemas.openxmlformats.org/officeDocument/2006/relationships/tags" Target="../tags/tag120.xml"/><Relationship Id="rId106" Type="http://schemas.openxmlformats.org/officeDocument/2006/relationships/tags" Target="../tags/tag169.xml"/><Relationship Id="rId114" Type="http://schemas.openxmlformats.org/officeDocument/2006/relationships/tags" Target="../tags/tag177.xml"/><Relationship Id="rId119" Type="http://schemas.openxmlformats.org/officeDocument/2006/relationships/tags" Target="../tags/tag182.xml"/><Relationship Id="rId127" Type="http://schemas.openxmlformats.org/officeDocument/2006/relationships/tags" Target="../tags/tag190.xml"/><Relationship Id="rId10" Type="http://schemas.openxmlformats.org/officeDocument/2006/relationships/tags" Target="../tags/tag73.xml"/><Relationship Id="rId31" Type="http://schemas.openxmlformats.org/officeDocument/2006/relationships/tags" Target="../tags/tag94.xml"/><Relationship Id="rId44" Type="http://schemas.openxmlformats.org/officeDocument/2006/relationships/tags" Target="../tags/tag107.xml"/><Relationship Id="rId52" Type="http://schemas.openxmlformats.org/officeDocument/2006/relationships/tags" Target="../tags/tag115.xml"/><Relationship Id="rId60" Type="http://schemas.openxmlformats.org/officeDocument/2006/relationships/tags" Target="../tags/tag123.xml"/><Relationship Id="rId65" Type="http://schemas.openxmlformats.org/officeDocument/2006/relationships/tags" Target="../tags/tag128.xml"/><Relationship Id="rId73" Type="http://schemas.openxmlformats.org/officeDocument/2006/relationships/tags" Target="../tags/tag136.xml"/><Relationship Id="rId78" Type="http://schemas.openxmlformats.org/officeDocument/2006/relationships/tags" Target="../tags/tag141.xml"/><Relationship Id="rId81" Type="http://schemas.openxmlformats.org/officeDocument/2006/relationships/tags" Target="../tags/tag144.xml"/><Relationship Id="rId86" Type="http://schemas.openxmlformats.org/officeDocument/2006/relationships/tags" Target="../tags/tag149.xml"/><Relationship Id="rId94" Type="http://schemas.openxmlformats.org/officeDocument/2006/relationships/tags" Target="../tags/tag157.xml"/><Relationship Id="rId99" Type="http://schemas.openxmlformats.org/officeDocument/2006/relationships/tags" Target="../tags/tag162.xml"/><Relationship Id="rId101" Type="http://schemas.openxmlformats.org/officeDocument/2006/relationships/tags" Target="../tags/tag164.xml"/><Relationship Id="rId122" Type="http://schemas.openxmlformats.org/officeDocument/2006/relationships/tags" Target="../tags/tag185.xml"/><Relationship Id="rId130" Type="http://schemas.openxmlformats.org/officeDocument/2006/relationships/tags" Target="../tags/tag193.xml"/><Relationship Id="rId135" Type="http://schemas.openxmlformats.org/officeDocument/2006/relationships/tags" Target="../tags/tag198.xml"/><Relationship Id="rId143" Type="http://schemas.openxmlformats.org/officeDocument/2006/relationships/tags" Target="../tags/tag206.xml"/><Relationship Id="rId148" Type="http://schemas.openxmlformats.org/officeDocument/2006/relationships/tags" Target="../tags/tag211.xml"/><Relationship Id="rId151" Type="http://schemas.openxmlformats.org/officeDocument/2006/relationships/tags" Target="../tags/tag214.xml"/><Relationship Id="rId156" Type="http://schemas.openxmlformats.org/officeDocument/2006/relationships/tags" Target="../tags/tag219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39" Type="http://schemas.openxmlformats.org/officeDocument/2006/relationships/tags" Target="../tags/tag102.xml"/><Relationship Id="rId109" Type="http://schemas.openxmlformats.org/officeDocument/2006/relationships/tags" Target="../tags/tag172.xml"/><Relationship Id="rId34" Type="http://schemas.openxmlformats.org/officeDocument/2006/relationships/tags" Target="../tags/tag97.xml"/><Relationship Id="rId50" Type="http://schemas.openxmlformats.org/officeDocument/2006/relationships/tags" Target="../tags/tag113.xml"/><Relationship Id="rId55" Type="http://schemas.openxmlformats.org/officeDocument/2006/relationships/tags" Target="../tags/tag118.xml"/><Relationship Id="rId76" Type="http://schemas.openxmlformats.org/officeDocument/2006/relationships/tags" Target="../tags/tag139.xml"/><Relationship Id="rId97" Type="http://schemas.openxmlformats.org/officeDocument/2006/relationships/tags" Target="../tags/tag160.xml"/><Relationship Id="rId104" Type="http://schemas.openxmlformats.org/officeDocument/2006/relationships/tags" Target="../tags/tag167.xml"/><Relationship Id="rId120" Type="http://schemas.openxmlformats.org/officeDocument/2006/relationships/tags" Target="../tags/tag183.xml"/><Relationship Id="rId125" Type="http://schemas.openxmlformats.org/officeDocument/2006/relationships/tags" Target="../tags/tag188.xml"/><Relationship Id="rId141" Type="http://schemas.openxmlformats.org/officeDocument/2006/relationships/tags" Target="../tags/tag204.xml"/><Relationship Id="rId146" Type="http://schemas.openxmlformats.org/officeDocument/2006/relationships/tags" Target="../tags/tag209.xml"/><Relationship Id="rId7" Type="http://schemas.openxmlformats.org/officeDocument/2006/relationships/tags" Target="../tags/tag70.xml"/><Relationship Id="rId71" Type="http://schemas.openxmlformats.org/officeDocument/2006/relationships/tags" Target="../tags/tag134.xml"/><Relationship Id="rId92" Type="http://schemas.openxmlformats.org/officeDocument/2006/relationships/tags" Target="../tags/tag155.xml"/><Relationship Id="rId2" Type="http://schemas.openxmlformats.org/officeDocument/2006/relationships/tags" Target="../tags/tag65.xml"/><Relationship Id="rId29" Type="http://schemas.openxmlformats.org/officeDocument/2006/relationships/tags" Target="../tags/tag92.xml"/><Relationship Id="rId24" Type="http://schemas.openxmlformats.org/officeDocument/2006/relationships/tags" Target="../tags/tag87.xml"/><Relationship Id="rId40" Type="http://schemas.openxmlformats.org/officeDocument/2006/relationships/tags" Target="../tags/tag103.xml"/><Relationship Id="rId45" Type="http://schemas.openxmlformats.org/officeDocument/2006/relationships/tags" Target="../tags/tag108.xml"/><Relationship Id="rId66" Type="http://schemas.openxmlformats.org/officeDocument/2006/relationships/tags" Target="../tags/tag129.xml"/><Relationship Id="rId87" Type="http://schemas.openxmlformats.org/officeDocument/2006/relationships/tags" Target="../tags/tag150.xml"/><Relationship Id="rId110" Type="http://schemas.openxmlformats.org/officeDocument/2006/relationships/tags" Target="../tags/tag173.xml"/><Relationship Id="rId115" Type="http://schemas.openxmlformats.org/officeDocument/2006/relationships/tags" Target="../tags/tag178.xml"/><Relationship Id="rId131" Type="http://schemas.openxmlformats.org/officeDocument/2006/relationships/tags" Target="../tags/tag194.xml"/><Relationship Id="rId136" Type="http://schemas.openxmlformats.org/officeDocument/2006/relationships/tags" Target="../tags/tag199.xml"/><Relationship Id="rId157" Type="http://schemas.openxmlformats.org/officeDocument/2006/relationships/tags" Target="../tags/tag220.xml"/><Relationship Id="rId61" Type="http://schemas.openxmlformats.org/officeDocument/2006/relationships/tags" Target="../tags/tag124.xml"/><Relationship Id="rId82" Type="http://schemas.openxmlformats.org/officeDocument/2006/relationships/tags" Target="../tags/tag145.xml"/><Relationship Id="rId152" Type="http://schemas.openxmlformats.org/officeDocument/2006/relationships/tags" Target="../tags/tag215.xml"/><Relationship Id="rId19" Type="http://schemas.openxmlformats.org/officeDocument/2006/relationships/tags" Target="../tags/tag82.xml"/><Relationship Id="rId14" Type="http://schemas.openxmlformats.org/officeDocument/2006/relationships/tags" Target="../tags/tag77.xml"/><Relationship Id="rId30" Type="http://schemas.openxmlformats.org/officeDocument/2006/relationships/tags" Target="../tags/tag93.xml"/><Relationship Id="rId35" Type="http://schemas.openxmlformats.org/officeDocument/2006/relationships/tags" Target="../tags/tag98.xml"/><Relationship Id="rId56" Type="http://schemas.openxmlformats.org/officeDocument/2006/relationships/tags" Target="../tags/tag119.xml"/><Relationship Id="rId77" Type="http://schemas.openxmlformats.org/officeDocument/2006/relationships/tags" Target="../tags/tag140.xml"/><Relationship Id="rId100" Type="http://schemas.openxmlformats.org/officeDocument/2006/relationships/tags" Target="../tags/tag163.xml"/><Relationship Id="rId105" Type="http://schemas.openxmlformats.org/officeDocument/2006/relationships/tags" Target="../tags/tag168.xml"/><Relationship Id="rId126" Type="http://schemas.openxmlformats.org/officeDocument/2006/relationships/tags" Target="../tags/tag189.xml"/><Relationship Id="rId147" Type="http://schemas.openxmlformats.org/officeDocument/2006/relationships/tags" Target="../tags/tag210.xml"/><Relationship Id="rId8" Type="http://schemas.openxmlformats.org/officeDocument/2006/relationships/tags" Target="../tags/tag71.xml"/><Relationship Id="rId51" Type="http://schemas.openxmlformats.org/officeDocument/2006/relationships/tags" Target="../tags/tag114.xml"/><Relationship Id="rId72" Type="http://schemas.openxmlformats.org/officeDocument/2006/relationships/tags" Target="../tags/tag135.xml"/><Relationship Id="rId93" Type="http://schemas.openxmlformats.org/officeDocument/2006/relationships/tags" Target="../tags/tag156.xml"/><Relationship Id="rId98" Type="http://schemas.openxmlformats.org/officeDocument/2006/relationships/tags" Target="../tags/tag161.xml"/><Relationship Id="rId121" Type="http://schemas.openxmlformats.org/officeDocument/2006/relationships/tags" Target="../tags/tag184.xml"/><Relationship Id="rId142" Type="http://schemas.openxmlformats.org/officeDocument/2006/relationships/tags" Target="../tags/tag205.xml"/><Relationship Id="rId3" Type="http://schemas.openxmlformats.org/officeDocument/2006/relationships/tags" Target="../tags/tag66.xml"/><Relationship Id="rId25" Type="http://schemas.openxmlformats.org/officeDocument/2006/relationships/tags" Target="../tags/tag88.xml"/><Relationship Id="rId46" Type="http://schemas.openxmlformats.org/officeDocument/2006/relationships/tags" Target="../tags/tag109.xml"/><Relationship Id="rId67" Type="http://schemas.openxmlformats.org/officeDocument/2006/relationships/tags" Target="../tags/tag130.xml"/><Relationship Id="rId116" Type="http://schemas.openxmlformats.org/officeDocument/2006/relationships/tags" Target="../tags/tag179.xml"/><Relationship Id="rId137" Type="http://schemas.openxmlformats.org/officeDocument/2006/relationships/tags" Target="../tags/tag200.xml"/><Relationship Id="rId158" Type="http://schemas.openxmlformats.org/officeDocument/2006/relationships/tags" Target="../tags/tag2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32.xml"/><Relationship Id="rId13" Type="http://schemas.openxmlformats.org/officeDocument/2006/relationships/image" Target="../media/image31.png"/><Relationship Id="rId3" Type="http://schemas.openxmlformats.org/officeDocument/2006/relationships/tags" Target="../tags/tag227.xml"/><Relationship Id="rId7" Type="http://schemas.openxmlformats.org/officeDocument/2006/relationships/tags" Target="../tags/tag231.xml"/><Relationship Id="rId12" Type="http://schemas.openxmlformats.org/officeDocument/2006/relationships/image" Target="../media/image30.png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6" Type="http://schemas.openxmlformats.org/officeDocument/2006/relationships/tags" Target="../tags/tag230.xml"/><Relationship Id="rId11" Type="http://schemas.openxmlformats.org/officeDocument/2006/relationships/image" Target="../media/image29.png"/><Relationship Id="rId5" Type="http://schemas.openxmlformats.org/officeDocument/2006/relationships/tags" Target="../tags/tag229.xml"/><Relationship Id="rId10" Type="http://schemas.openxmlformats.org/officeDocument/2006/relationships/notesSlide" Target="../notesSlides/notesSlide11.xml"/><Relationship Id="rId4" Type="http://schemas.openxmlformats.org/officeDocument/2006/relationships/tags" Target="../tags/tag228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tags" Target="../tags/tag246.xml"/><Relationship Id="rId18" Type="http://schemas.openxmlformats.org/officeDocument/2006/relationships/tags" Target="../tags/tag251.xml"/><Relationship Id="rId26" Type="http://schemas.openxmlformats.org/officeDocument/2006/relationships/tags" Target="../tags/tag259.xml"/><Relationship Id="rId39" Type="http://schemas.openxmlformats.org/officeDocument/2006/relationships/tags" Target="../tags/tag272.xml"/><Relationship Id="rId21" Type="http://schemas.openxmlformats.org/officeDocument/2006/relationships/tags" Target="../tags/tag254.xml"/><Relationship Id="rId34" Type="http://schemas.openxmlformats.org/officeDocument/2006/relationships/tags" Target="../tags/tag267.xml"/><Relationship Id="rId42" Type="http://schemas.openxmlformats.org/officeDocument/2006/relationships/tags" Target="../tags/tag275.xml"/><Relationship Id="rId47" Type="http://schemas.openxmlformats.org/officeDocument/2006/relationships/tags" Target="../tags/tag280.xml"/><Relationship Id="rId50" Type="http://schemas.openxmlformats.org/officeDocument/2006/relationships/tags" Target="../tags/tag283.xml"/><Relationship Id="rId55" Type="http://schemas.openxmlformats.org/officeDocument/2006/relationships/tags" Target="../tags/tag288.xml"/><Relationship Id="rId63" Type="http://schemas.openxmlformats.org/officeDocument/2006/relationships/tags" Target="../tags/tag296.xml"/><Relationship Id="rId68" Type="http://schemas.openxmlformats.org/officeDocument/2006/relationships/slideLayout" Target="../slideLayouts/slideLayout2.xml"/><Relationship Id="rId7" Type="http://schemas.openxmlformats.org/officeDocument/2006/relationships/tags" Target="../tags/tag240.xml"/><Relationship Id="rId2" Type="http://schemas.openxmlformats.org/officeDocument/2006/relationships/tags" Target="../tags/tag235.xml"/><Relationship Id="rId16" Type="http://schemas.openxmlformats.org/officeDocument/2006/relationships/tags" Target="../tags/tag249.xml"/><Relationship Id="rId29" Type="http://schemas.openxmlformats.org/officeDocument/2006/relationships/tags" Target="../tags/tag262.xml"/><Relationship Id="rId1" Type="http://schemas.openxmlformats.org/officeDocument/2006/relationships/tags" Target="../tags/tag234.xml"/><Relationship Id="rId6" Type="http://schemas.openxmlformats.org/officeDocument/2006/relationships/tags" Target="../tags/tag239.xml"/><Relationship Id="rId11" Type="http://schemas.openxmlformats.org/officeDocument/2006/relationships/tags" Target="../tags/tag244.xml"/><Relationship Id="rId24" Type="http://schemas.openxmlformats.org/officeDocument/2006/relationships/tags" Target="../tags/tag257.xml"/><Relationship Id="rId32" Type="http://schemas.openxmlformats.org/officeDocument/2006/relationships/tags" Target="../tags/tag265.xml"/><Relationship Id="rId37" Type="http://schemas.openxmlformats.org/officeDocument/2006/relationships/tags" Target="../tags/tag270.xml"/><Relationship Id="rId40" Type="http://schemas.openxmlformats.org/officeDocument/2006/relationships/tags" Target="../tags/tag273.xml"/><Relationship Id="rId45" Type="http://schemas.openxmlformats.org/officeDocument/2006/relationships/tags" Target="../tags/tag278.xml"/><Relationship Id="rId53" Type="http://schemas.openxmlformats.org/officeDocument/2006/relationships/tags" Target="../tags/tag286.xml"/><Relationship Id="rId58" Type="http://schemas.openxmlformats.org/officeDocument/2006/relationships/tags" Target="../tags/tag291.xml"/><Relationship Id="rId66" Type="http://schemas.openxmlformats.org/officeDocument/2006/relationships/tags" Target="../tags/tag299.xml"/><Relationship Id="rId5" Type="http://schemas.openxmlformats.org/officeDocument/2006/relationships/tags" Target="../tags/tag238.xml"/><Relationship Id="rId15" Type="http://schemas.openxmlformats.org/officeDocument/2006/relationships/tags" Target="../tags/tag248.xml"/><Relationship Id="rId23" Type="http://schemas.openxmlformats.org/officeDocument/2006/relationships/tags" Target="../tags/tag256.xml"/><Relationship Id="rId28" Type="http://schemas.openxmlformats.org/officeDocument/2006/relationships/tags" Target="../tags/tag261.xml"/><Relationship Id="rId36" Type="http://schemas.openxmlformats.org/officeDocument/2006/relationships/tags" Target="../tags/tag269.xml"/><Relationship Id="rId49" Type="http://schemas.openxmlformats.org/officeDocument/2006/relationships/tags" Target="../tags/tag282.xml"/><Relationship Id="rId57" Type="http://schemas.openxmlformats.org/officeDocument/2006/relationships/tags" Target="../tags/tag290.xml"/><Relationship Id="rId61" Type="http://schemas.openxmlformats.org/officeDocument/2006/relationships/tags" Target="../tags/tag294.xml"/><Relationship Id="rId10" Type="http://schemas.openxmlformats.org/officeDocument/2006/relationships/tags" Target="../tags/tag243.xml"/><Relationship Id="rId19" Type="http://schemas.openxmlformats.org/officeDocument/2006/relationships/tags" Target="../tags/tag252.xml"/><Relationship Id="rId31" Type="http://schemas.openxmlformats.org/officeDocument/2006/relationships/tags" Target="../tags/tag264.xml"/><Relationship Id="rId44" Type="http://schemas.openxmlformats.org/officeDocument/2006/relationships/tags" Target="../tags/tag277.xml"/><Relationship Id="rId52" Type="http://schemas.openxmlformats.org/officeDocument/2006/relationships/tags" Target="../tags/tag285.xml"/><Relationship Id="rId60" Type="http://schemas.openxmlformats.org/officeDocument/2006/relationships/tags" Target="../tags/tag293.xml"/><Relationship Id="rId65" Type="http://schemas.openxmlformats.org/officeDocument/2006/relationships/tags" Target="../tags/tag298.xml"/><Relationship Id="rId4" Type="http://schemas.openxmlformats.org/officeDocument/2006/relationships/tags" Target="../tags/tag237.xml"/><Relationship Id="rId9" Type="http://schemas.openxmlformats.org/officeDocument/2006/relationships/tags" Target="../tags/tag242.xml"/><Relationship Id="rId14" Type="http://schemas.openxmlformats.org/officeDocument/2006/relationships/tags" Target="../tags/tag247.xml"/><Relationship Id="rId22" Type="http://schemas.openxmlformats.org/officeDocument/2006/relationships/tags" Target="../tags/tag255.xml"/><Relationship Id="rId27" Type="http://schemas.openxmlformats.org/officeDocument/2006/relationships/tags" Target="../tags/tag260.xml"/><Relationship Id="rId30" Type="http://schemas.openxmlformats.org/officeDocument/2006/relationships/tags" Target="../tags/tag263.xml"/><Relationship Id="rId35" Type="http://schemas.openxmlformats.org/officeDocument/2006/relationships/tags" Target="../tags/tag268.xml"/><Relationship Id="rId43" Type="http://schemas.openxmlformats.org/officeDocument/2006/relationships/tags" Target="../tags/tag276.xml"/><Relationship Id="rId48" Type="http://schemas.openxmlformats.org/officeDocument/2006/relationships/tags" Target="../tags/tag281.xml"/><Relationship Id="rId56" Type="http://schemas.openxmlformats.org/officeDocument/2006/relationships/tags" Target="../tags/tag289.xml"/><Relationship Id="rId64" Type="http://schemas.openxmlformats.org/officeDocument/2006/relationships/tags" Target="../tags/tag297.xml"/><Relationship Id="rId69" Type="http://schemas.openxmlformats.org/officeDocument/2006/relationships/notesSlide" Target="../notesSlides/notesSlide12.xml"/><Relationship Id="rId8" Type="http://schemas.openxmlformats.org/officeDocument/2006/relationships/tags" Target="../tags/tag241.xml"/><Relationship Id="rId51" Type="http://schemas.openxmlformats.org/officeDocument/2006/relationships/tags" Target="../tags/tag284.xml"/><Relationship Id="rId3" Type="http://schemas.openxmlformats.org/officeDocument/2006/relationships/tags" Target="../tags/tag236.xml"/><Relationship Id="rId12" Type="http://schemas.openxmlformats.org/officeDocument/2006/relationships/tags" Target="../tags/tag245.xml"/><Relationship Id="rId17" Type="http://schemas.openxmlformats.org/officeDocument/2006/relationships/tags" Target="../tags/tag250.xml"/><Relationship Id="rId25" Type="http://schemas.openxmlformats.org/officeDocument/2006/relationships/tags" Target="../tags/tag258.xml"/><Relationship Id="rId33" Type="http://schemas.openxmlformats.org/officeDocument/2006/relationships/tags" Target="../tags/tag266.xml"/><Relationship Id="rId38" Type="http://schemas.openxmlformats.org/officeDocument/2006/relationships/tags" Target="../tags/tag271.xml"/><Relationship Id="rId46" Type="http://schemas.openxmlformats.org/officeDocument/2006/relationships/tags" Target="../tags/tag279.xml"/><Relationship Id="rId59" Type="http://schemas.openxmlformats.org/officeDocument/2006/relationships/tags" Target="../tags/tag292.xml"/><Relationship Id="rId67" Type="http://schemas.openxmlformats.org/officeDocument/2006/relationships/tags" Target="../tags/tag300.xml"/><Relationship Id="rId20" Type="http://schemas.openxmlformats.org/officeDocument/2006/relationships/tags" Target="../tags/tag253.xml"/><Relationship Id="rId41" Type="http://schemas.openxmlformats.org/officeDocument/2006/relationships/tags" Target="../tags/tag274.xml"/><Relationship Id="rId54" Type="http://schemas.openxmlformats.org/officeDocument/2006/relationships/tags" Target="../tags/tag287.xml"/><Relationship Id="rId62" Type="http://schemas.openxmlformats.org/officeDocument/2006/relationships/tags" Target="../tags/tag29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18" Type="http://schemas.openxmlformats.org/officeDocument/2006/relationships/image" Target="../media/image46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image" Target="../media/image4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4.png"/><Relationship Id="rId20" Type="http://schemas.openxmlformats.org/officeDocument/2006/relationships/image" Target="../media/image48.png"/><Relationship Id="rId1" Type="http://schemas.openxmlformats.org/officeDocument/2006/relationships/tags" Target="../tags/tag303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25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19" Type="http://schemas.openxmlformats.org/officeDocument/2006/relationships/image" Target="../media/image47.png"/><Relationship Id="rId4" Type="http://schemas.openxmlformats.org/officeDocument/2006/relationships/image" Target="../media/image33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73994" y="2859313"/>
            <a:ext cx="7873319" cy="3106057"/>
          </a:xfrm>
        </p:spPr>
        <p:txBody>
          <a:bodyPr>
            <a:normAutofit/>
          </a:bodyPr>
          <a:lstStyle/>
          <a:p>
            <a:r>
              <a:rPr lang="fr-FR" sz="4800" b="1" dirty="0" smtClean="0">
                <a:solidFill>
                  <a:srgbClr val="000000"/>
                </a:solidFill>
              </a:rPr>
              <a:t>Chapitre</a:t>
            </a:r>
            <a:r>
              <a:rPr lang="fr-FR" sz="4800" b="1" dirty="0">
                <a:solidFill>
                  <a:srgbClr val="000000"/>
                </a:solidFill>
              </a:rPr>
              <a:t> 1 </a:t>
            </a:r>
            <a:r>
              <a:rPr lang="fr-FR" sz="4800" b="1" dirty="0" smtClean="0">
                <a:solidFill>
                  <a:srgbClr val="000000"/>
                </a:solidFill>
              </a:rPr>
              <a:t/>
            </a:r>
            <a:br>
              <a:rPr lang="fr-FR" sz="4800" b="1" dirty="0" smtClean="0">
                <a:solidFill>
                  <a:srgbClr val="000000"/>
                </a:solidFill>
              </a:rPr>
            </a:br>
            <a:r>
              <a:rPr lang="fr-FR" sz="4800" b="1" dirty="0" smtClean="0">
                <a:solidFill>
                  <a:srgbClr val="000000"/>
                </a:solidFill>
              </a:rPr>
              <a:t> </a:t>
            </a:r>
            <a:r>
              <a:rPr lang="fr-FR" sz="4800" b="1" dirty="0">
                <a:solidFill>
                  <a:srgbClr val="000000"/>
                </a:solidFill>
              </a:rPr>
              <a:t>Introduction à l'infrastructure Active Directory</a:t>
            </a:r>
            <a:endParaRPr lang="en-US" sz="48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1930403" y="1306286"/>
            <a:ext cx="5312228" cy="79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 smtClean="0"/>
              <a:t>Module S44</a:t>
            </a:r>
            <a:endParaRPr lang="fr-FR" sz="5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>
                <a:solidFill>
                  <a:srgbClr val="000000"/>
                </a:solidFill>
              </a:rPr>
              <a:t>Plan du </a:t>
            </a:r>
            <a:r>
              <a:rPr lang="de-DE" b="1" dirty="0" err="1" smtClean="0">
                <a:solidFill>
                  <a:srgbClr val="000000"/>
                </a:solidFill>
              </a:rPr>
              <a:t>cours</a:t>
            </a:r>
            <a:endParaRPr lang="en-US" b="1" dirty="0"/>
          </a:p>
        </p:txBody>
      </p:sp>
      <p:sp>
        <p:nvSpPr>
          <p:cNvPr id="32665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752" y="2064076"/>
            <a:ext cx="8503920" cy="2899809"/>
          </a:xfrm>
        </p:spPr>
        <p:txBody>
          <a:bodyPr/>
          <a:lstStyle/>
          <a:p>
            <a:pPr marL="514350" indent="-514350">
              <a:buClrTx/>
              <a:buFont typeface="+mj-lt"/>
              <a:buAutoNum type="arabicPeriod"/>
            </a:pPr>
            <a:r>
              <a:rPr lang="de-DE" dirty="0" err="1">
                <a:solidFill>
                  <a:srgbClr val="000000"/>
                </a:solidFill>
              </a:rPr>
              <a:t>Architecture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d'Active</a:t>
            </a:r>
            <a:r>
              <a:rPr lang="de-DE" dirty="0">
                <a:solidFill>
                  <a:srgbClr val="000000"/>
                </a:solidFill>
              </a:rPr>
              <a:t> Directory</a:t>
            </a:r>
            <a:endParaRPr lang="en-US" dirty="0"/>
          </a:p>
          <a:p>
            <a:pPr marL="514350" indent="-514350">
              <a:buClrTx/>
              <a:buFont typeface="+mj-lt"/>
              <a:buAutoNum type="arabicPeriod"/>
            </a:pPr>
            <a:r>
              <a:rPr lang="de-DE" dirty="0" err="1">
                <a:solidFill>
                  <a:srgbClr val="000000"/>
                </a:solidFill>
              </a:rPr>
              <a:t>Fonctionnement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d'Active</a:t>
            </a:r>
            <a:r>
              <a:rPr lang="de-DE" dirty="0">
                <a:solidFill>
                  <a:srgbClr val="000000"/>
                </a:solidFill>
              </a:rPr>
              <a:t> Directory</a:t>
            </a:r>
            <a:endParaRPr lang="en-US" dirty="0"/>
          </a:p>
          <a:p>
            <a:pPr marL="514350" indent="-514350">
              <a:buClrTx/>
              <a:buFont typeface="+mj-lt"/>
              <a:buAutoNum type="arabicPeriod"/>
            </a:pPr>
            <a:r>
              <a:rPr lang="de-DE" dirty="0">
                <a:solidFill>
                  <a:srgbClr val="000000"/>
                </a:solidFill>
              </a:rPr>
              <a:t>Analyse </a:t>
            </a:r>
            <a:r>
              <a:rPr lang="de-DE" dirty="0" err="1">
                <a:solidFill>
                  <a:srgbClr val="000000"/>
                </a:solidFill>
              </a:rPr>
              <a:t>d'Active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smtClean="0">
                <a:solidFill>
                  <a:srgbClr val="000000"/>
                </a:solidFill>
              </a:rPr>
              <a:t>Directory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rgbClr val="000000"/>
                </a:solidFill>
                <a:cs typeface="Times New Roman" pitchFamily="18" charset="0"/>
              </a:rPr>
              <a:t>1. </a:t>
            </a:r>
            <a:r>
              <a:rPr lang="de-DE" dirty="0" err="1" smtClean="0">
                <a:solidFill>
                  <a:srgbClr val="000000"/>
                </a:solidFill>
              </a:rPr>
              <a:t>Architecture</a:t>
            </a:r>
            <a:r>
              <a:rPr lang="de-DE" dirty="0" smtClean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d'Active</a:t>
            </a:r>
            <a:r>
              <a:rPr lang="de-DE" dirty="0">
                <a:solidFill>
                  <a:srgbClr val="000000"/>
                </a:solidFill>
              </a:rPr>
              <a:t> Directory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0755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1752" y="1817334"/>
            <a:ext cx="8503920" cy="3494895"/>
          </a:xfrm>
        </p:spPr>
        <p:txBody>
          <a:bodyPr/>
          <a:lstStyle/>
          <a:p>
            <a:r>
              <a:rPr lang="de-DE" b="1" dirty="0" err="1">
                <a:solidFill>
                  <a:srgbClr val="000000"/>
                </a:solidFill>
              </a:rPr>
              <a:t>Rôle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d'Active</a:t>
            </a:r>
            <a:r>
              <a:rPr lang="de-DE" b="1" dirty="0">
                <a:solidFill>
                  <a:srgbClr val="000000"/>
                </a:solidFill>
              </a:rPr>
              <a:t> Directory</a:t>
            </a:r>
            <a:endParaRPr lang="en-US" b="1" dirty="0"/>
          </a:p>
          <a:p>
            <a:r>
              <a:rPr lang="de-DE" b="1" dirty="0" err="1">
                <a:solidFill>
                  <a:srgbClr val="000000"/>
                </a:solidFill>
              </a:rPr>
              <a:t>Présentation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multimédia</a:t>
            </a:r>
            <a:r>
              <a:rPr lang="fr-FR" b="1" dirty="0">
                <a:solidFill>
                  <a:srgbClr val="000000"/>
                </a:solidFill>
              </a:rPr>
              <a:t> </a:t>
            </a:r>
            <a:r>
              <a:rPr lang="de-DE" b="1" dirty="0">
                <a:solidFill>
                  <a:srgbClr val="000000"/>
                </a:solidFill>
              </a:rPr>
              <a:t>:</a:t>
            </a:r>
            <a:r>
              <a:rPr lang="en-US" b="1" dirty="0"/>
              <a:t> </a:t>
            </a:r>
            <a:r>
              <a:rPr lang="de-DE" b="1" dirty="0" err="1">
                <a:solidFill>
                  <a:srgbClr val="000000"/>
                </a:solidFill>
              </a:rPr>
              <a:t>Structure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logique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br>
              <a:rPr lang="de-DE" b="1" dirty="0">
                <a:solidFill>
                  <a:srgbClr val="000000"/>
                </a:solidFill>
              </a:rPr>
            </a:br>
            <a:r>
              <a:rPr lang="de-DE" b="1" dirty="0" err="1">
                <a:solidFill>
                  <a:srgbClr val="000000"/>
                </a:solidFill>
              </a:rPr>
              <a:t>d'Active</a:t>
            </a:r>
            <a:r>
              <a:rPr lang="de-DE" b="1" dirty="0">
                <a:solidFill>
                  <a:srgbClr val="000000"/>
                </a:solidFill>
              </a:rPr>
              <a:t> Directory</a:t>
            </a:r>
            <a:endParaRPr lang="en-US" b="1" dirty="0"/>
          </a:p>
          <a:p>
            <a:r>
              <a:rPr lang="de-DE" b="1" dirty="0" err="1">
                <a:solidFill>
                  <a:srgbClr val="000000"/>
                </a:solidFill>
              </a:rPr>
              <a:t>Présentation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multimédia</a:t>
            </a:r>
            <a:r>
              <a:rPr lang="fr-FR" b="1" dirty="0">
                <a:solidFill>
                  <a:srgbClr val="000000"/>
                </a:solidFill>
              </a:rPr>
              <a:t> </a:t>
            </a:r>
            <a:r>
              <a:rPr lang="de-DE" b="1" dirty="0">
                <a:solidFill>
                  <a:srgbClr val="000000"/>
                </a:solidFill>
              </a:rPr>
              <a:t>:</a:t>
            </a:r>
            <a:r>
              <a:rPr lang="en-US" b="1" dirty="0"/>
              <a:t> </a:t>
            </a:r>
            <a:r>
              <a:rPr lang="de-DE" b="1" dirty="0" err="1">
                <a:solidFill>
                  <a:srgbClr val="000000"/>
                </a:solidFill>
              </a:rPr>
              <a:t>Structure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physique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br>
              <a:rPr lang="de-DE" b="1" dirty="0">
                <a:solidFill>
                  <a:srgbClr val="000000"/>
                </a:solidFill>
              </a:rPr>
            </a:br>
            <a:r>
              <a:rPr lang="de-DE" b="1" dirty="0" err="1">
                <a:solidFill>
                  <a:srgbClr val="000000"/>
                </a:solidFill>
              </a:rPr>
              <a:t>d'Active</a:t>
            </a:r>
            <a:r>
              <a:rPr lang="de-DE" b="1" dirty="0">
                <a:solidFill>
                  <a:srgbClr val="000000"/>
                </a:solidFill>
              </a:rPr>
              <a:t> Directory</a:t>
            </a:r>
            <a:endParaRPr lang="en-US" b="1" dirty="0"/>
          </a:p>
          <a:p>
            <a:r>
              <a:rPr lang="de-DE" b="1" dirty="0" err="1">
                <a:solidFill>
                  <a:srgbClr val="000000"/>
                </a:solidFill>
              </a:rPr>
              <a:t>Définition</a:t>
            </a:r>
            <a:r>
              <a:rPr lang="de-DE" b="1" dirty="0">
                <a:solidFill>
                  <a:srgbClr val="000000"/>
                </a:solidFill>
              </a:rPr>
              <a:t> des </a:t>
            </a:r>
            <a:r>
              <a:rPr lang="de-DE" b="1" dirty="0" err="1">
                <a:solidFill>
                  <a:srgbClr val="000000"/>
                </a:solidFill>
              </a:rPr>
              <a:t>maîtres</a:t>
            </a:r>
            <a:r>
              <a:rPr lang="de-DE" b="1" dirty="0">
                <a:solidFill>
                  <a:srgbClr val="000000"/>
                </a:solidFill>
              </a:rPr>
              <a:t> </a:t>
            </a:r>
            <a:r>
              <a:rPr lang="de-DE" b="1" dirty="0" err="1">
                <a:solidFill>
                  <a:srgbClr val="000000"/>
                </a:solidFill>
              </a:rPr>
              <a:t>d'opérations</a:t>
            </a:r>
            <a:endParaRPr lang="en-US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>
                <a:solidFill>
                  <a:srgbClr val="C00000"/>
                </a:solidFill>
              </a:rPr>
              <a:t>Rôle</a:t>
            </a:r>
            <a:r>
              <a:rPr lang="de-DE" b="1" dirty="0">
                <a:solidFill>
                  <a:srgbClr val="C00000"/>
                </a:solidFill>
              </a:rPr>
              <a:t> </a:t>
            </a:r>
            <a:r>
              <a:rPr lang="de-DE" b="1" dirty="0" err="1">
                <a:solidFill>
                  <a:srgbClr val="C00000"/>
                </a:solidFill>
              </a:rPr>
              <a:t>d'Active</a:t>
            </a:r>
            <a:r>
              <a:rPr lang="de-DE" b="1" dirty="0">
                <a:solidFill>
                  <a:srgbClr val="C00000"/>
                </a:solidFill>
              </a:rPr>
              <a:t> Directory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1267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 err="1">
                <a:solidFill>
                  <a:srgbClr val="000000"/>
                </a:solidFill>
              </a:rPr>
              <a:t>Centralisation</a:t>
            </a:r>
            <a:r>
              <a:rPr lang="de-DE" dirty="0">
                <a:solidFill>
                  <a:srgbClr val="000000"/>
                </a:solidFill>
              </a:rPr>
              <a:t> du </a:t>
            </a:r>
            <a:r>
              <a:rPr lang="de-DE" dirty="0" err="1">
                <a:solidFill>
                  <a:srgbClr val="000000"/>
                </a:solidFill>
              </a:rPr>
              <a:t>contr</a:t>
            </a:r>
            <a:r>
              <a:rPr lang="fr-FR" dirty="0" err="1">
                <a:solidFill>
                  <a:srgbClr val="000000"/>
                </a:solidFill>
              </a:rPr>
              <a:t>ôle</a:t>
            </a:r>
            <a:r>
              <a:rPr lang="fr-FR" dirty="0">
                <a:solidFill>
                  <a:srgbClr val="000000"/>
                </a:solidFill>
              </a:rPr>
              <a:t> des ressources du r</a:t>
            </a:r>
            <a:r>
              <a:rPr lang="de-DE" dirty="0" err="1">
                <a:solidFill>
                  <a:srgbClr val="000000"/>
                </a:solidFill>
              </a:rPr>
              <a:t>éseau</a:t>
            </a:r>
            <a:endParaRPr lang="en-US" dirty="0"/>
          </a:p>
          <a:p>
            <a:r>
              <a:rPr lang="de-DE" dirty="0" err="1">
                <a:solidFill>
                  <a:srgbClr val="000000"/>
                </a:solidFill>
              </a:rPr>
              <a:t>Centralisation</a:t>
            </a:r>
            <a:r>
              <a:rPr lang="de-DE" dirty="0">
                <a:solidFill>
                  <a:srgbClr val="000000"/>
                </a:solidFill>
              </a:rPr>
              <a:t> et d</a:t>
            </a:r>
            <a:r>
              <a:rPr lang="fr-FR" dirty="0" err="1">
                <a:solidFill>
                  <a:srgbClr val="000000"/>
                </a:solidFill>
              </a:rPr>
              <a:t>écentralisation</a:t>
            </a:r>
            <a:r>
              <a:rPr lang="fr-FR" dirty="0">
                <a:solidFill>
                  <a:srgbClr val="000000"/>
                </a:solidFill>
              </a:rPr>
              <a:t> de la gestion des ressources</a:t>
            </a:r>
            <a:r>
              <a:rPr lang="de-DE" baseline="-25000" dirty="0">
                <a:solidFill>
                  <a:srgbClr val="000000"/>
                </a:solidFill>
              </a:rPr>
              <a:t> </a:t>
            </a:r>
            <a:endParaRPr lang="en-US" dirty="0"/>
          </a:p>
          <a:p>
            <a:r>
              <a:rPr lang="fr-FR" dirty="0">
                <a:solidFill>
                  <a:srgbClr val="000000"/>
                </a:solidFill>
              </a:rPr>
              <a:t>Stockage des objets de </a:t>
            </a:r>
            <a:r>
              <a:rPr lang="fr-FR" dirty="0" err="1">
                <a:solidFill>
                  <a:srgbClr val="000000"/>
                </a:solidFill>
              </a:rPr>
              <a:t>mani</a:t>
            </a:r>
            <a:r>
              <a:rPr lang="de-DE" dirty="0" err="1">
                <a:solidFill>
                  <a:srgbClr val="000000"/>
                </a:solidFill>
              </a:rPr>
              <a:t>ère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sécuris</a:t>
            </a:r>
            <a:r>
              <a:rPr lang="fr-FR" dirty="0" err="1">
                <a:solidFill>
                  <a:srgbClr val="000000"/>
                </a:solidFill>
              </a:rPr>
              <a:t>ée</a:t>
            </a:r>
            <a:r>
              <a:rPr lang="fr-FR" dirty="0">
                <a:solidFill>
                  <a:srgbClr val="000000"/>
                </a:solidFill>
              </a:rPr>
              <a:t> dans une structure logique</a:t>
            </a:r>
            <a:r>
              <a:rPr lang="de-DE" baseline="-25000" dirty="0">
                <a:solidFill>
                  <a:srgbClr val="000000"/>
                </a:solidFill>
              </a:rPr>
              <a:t> </a:t>
            </a:r>
            <a:endParaRPr lang="en-US" dirty="0"/>
          </a:p>
          <a:p>
            <a:r>
              <a:rPr lang="de-DE" dirty="0" err="1">
                <a:solidFill>
                  <a:srgbClr val="000000"/>
                </a:solidFill>
              </a:rPr>
              <a:t>Optimisation</a:t>
            </a:r>
            <a:r>
              <a:rPr lang="de-DE" dirty="0">
                <a:solidFill>
                  <a:srgbClr val="000000"/>
                </a:solidFill>
              </a:rPr>
              <a:t> du </a:t>
            </a:r>
            <a:r>
              <a:rPr lang="de-DE" dirty="0" err="1">
                <a:solidFill>
                  <a:srgbClr val="000000"/>
                </a:solidFill>
              </a:rPr>
              <a:t>trafic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réseau</a:t>
            </a:r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412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2000"/>
                                        <p:tgtEl>
                                          <p:spTgt spid="412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2000"/>
                                        <p:tgtEl>
                                          <p:spTgt spid="412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2000"/>
                                        <p:tgtEl>
                                          <p:spTgt spid="412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14086" y="324531"/>
            <a:ext cx="8741228" cy="684212"/>
          </a:xfrm>
        </p:spPr>
        <p:txBody>
          <a:bodyPr>
            <a:normAutofit/>
          </a:bodyPr>
          <a:lstStyle/>
          <a:p>
            <a:r>
              <a:rPr lang="de-DE" sz="3000" b="1" dirty="0" err="1" smtClean="0">
                <a:solidFill>
                  <a:srgbClr val="C00000"/>
                </a:solidFill>
              </a:rPr>
              <a:t>Structure</a:t>
            </a:r>
            <a:r>
              <a:rPr lang="de-DE" sz="3000" b="1" dirty="0" smtClean="0">
                <a:solidFill>
                  <a:srgbClr val="C00000"/>
                </a:solidFill>
              </a:rPr>
              <a:t> </a:t>
            </a:r>
            <a:r>
              <a:rPr lang="de-DE" sz="3000" b="1" dirty="0" err="1">
                <a:solidFill>
                  <a:srgbClr val="C00000"/>
                </a:solidFill>
              </a:rPr>
              <a:t>logique</a:t>
            </a:r>
            <a:r>
              <a:rPr lang="de-DE" sz="3000" b="1" dirty="0">
                <a:solidFill>
                  <a:srgbClr val="C00000"/>
                </a:solidFill>
              </a:rPr>
              <a:t> </a:t>
            </a:r>
            <a:r>
              <a:rPr lang="de-DE" sz="3000" b="1" dirty="0" err="1">
                <a:solidFill>
                  <a:srgbClr val="C00000"/>
                </a:solidFill>
              </a:rPr>
              <a:t>d'Active</a:t>
            </a:r>
            <a:r>
              <a:rPr lang="de-DE" sz="3000" b="1" dirty="0">
                <a:solidFill>
                  <a:srgbClr val="C00000"/>
                </a:solidFill>
              </a:rPr>
              <a:t> Directory</a:t>
            </a:r>
            <a:endParaRPr lang="en-US" sz="3000" b="1" dirty="0">
              <a:solidFill>
                <a:srgbClr val="C00000"/>
              </a:solidFill>
            </a:endParaRPr>
          </a:p>
        </p:txBody>
      </p:sp>
      <p:pic>
        <p:nvPicPr>
          <p:cNvPr id="420945" name="Picture 81" descr="media icon">
            <a:hlinkClick r:id="rId16" action="ppaction://hlinkfile"/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7"/>
          <a:stretch>
            <a:fillRect/>
          </a:stretch>
        </p:blipFill>
        <p:spPr>
          <a:xfrm>
            <a:off x="3075836" y="3570300"/>
            <a:ext cx="1010940" cy="485750"/>
          </a:xfrm>
          <a:ln/>
        </p:spPr>
      </p:pic>
      <p:sp>
        <p:nvSpPr>
          <p:cNvPr id="420913" name="Freeform 49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2243837" y="1414463"/>
            <a:ext cx="4562475" cy="3968750"/>
          </a:xfrm>
          <a:custGeom>
            <a:avLst/>
            <a:gdLst/>
            <a:ahLst/>
            <a:cxnLst>
              <a:cxn ang="0">
                <a:pos x="1669" y="0"/>
              </a:cxn>
              <a:cxn ang="0">
                <a:pos x="555" y="521"/>
              </a:cxn>
              <a:cxn ang="0">
                <a:pos x="539" y="668"/>
              </a:cxn>
              <a:cxn ang="0">
                <a:pos x="196" y="1277"/>
              </a:cxn>
              <a:cxn ang="0">
                <a:pos x="0" y="1521"/>
              </a:cxn>
              <a:cxn ang="0">
                <a:pos x="0" y="2396"/>
              </a:cxn>
              <a:cxn ang="0">
                <a:pos x="92" y="2500"/>
              </a:cxn>
              <a:cxn ang="0">
                <a:pos x="2701" y="2500"/>
              </a:cxn>
              <a:cxn ang="0">
                <a:pos x="2874" y="2385"/>
              </a:cxn>
              <a:cxn ang="0">
                <a:pos x="2874" y="1902"/>
              </a:cxn>
              <a:cxn ang="0">
                <a:pos x="2625" y="1733"/>
              </a:cxn>
              <a:cxn ang="0">
                <a:pos x="1680" y="92"/>
              </a:cxn>
              <a:cxn ang="0">
                <a:pos x="1669" y="0"/>
              </a:cxn>
            </a:cxnLst>
            <a:rect l="0" t="0" r="r" b="b"/>
            <a:pathLst>
              <a:path w="2874" h="2500">
                <a:moveTo>
                  <a:pt x="1669" y="0"/>
                </a:moveTo>
                <a:lnTo>
                  <a:pt x="555" y="521"/>
                </a:lnTo>
                <a:lnTo>
                  <a:pt x="539" y="668"/>
                </a:lnTo>
                <a:lnTo>
                  <a:pt x="196" y="1277"/>
                </a:lnTo>
                <a:lnTo>
                  <a:pt x="0" y="1521"/>
                </a:lnTo>
                <a:lnTo>
                  <a:pt x="0" y="2396"/>
                </a:lnTo>
                <a:lnTo>
                  <a:pt x="92" y="2500"/>
                </a:lnTo>
                <a:lnTo>
                  <a:pt x="2701" y="2500"/>
                </a:lnTo>
                <a:lnTo>
                  <a:pt x="2874" y="2385"/>
                </a:lnTo>
                <a:lnTo>
                  <a:pt x="2874" y="1902"/>
                </a:lnTo>
                <a:lnTo>
                  <a:pt x="2625" y="1733"/>
                </a:lnTo>
                <a:lnTo>
                  <a:pt x="1680" y="92"/>
                </a:lnTo>
                <a:lnTo>
                  <a:pt x="1669" y="0"/>
                </a:lnTo>
                <a:close/>
              </a:path>
            </a:pathLst>
          </a:custGeom>
          <a:gradFill rotWithShape="1">
            <a:gsLst>
              <a:gs pos="0">
                <a:srgbClr val="ADE2A1"/>
              </a:gs>
              <a:gs pos="100000">
                <a:schemeClr val="bg1"/>
              </a:gs>
            </a:gsLst>
            <a:lin ang="5400000" scaled="1"/>
          </a:gra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420915" name="Picture 51" descr="2ActiveDirectory_Forest0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8">
            <a:lum bright="2000" contrast="4000"/>
          </a:blip>
          <a:srcRect/>
          <a:stretch>
            <a:fillRect/>
          </a:stretch>
        </p:blipFill>
        <p:spPr bwMode="auto">
          <a:xfrm>
            <a:off x="2194625" y="1374775"/>
            <a:ext cx="4208462" cy="2619375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  <a:miter lim="800000"/>
            <a:headEnd/>
            <a:tailEnd/>
          </a:ln>
        </p:spPr>
      </p:pic>
      <p:sp>
        <p:nvSpPr>
          <p:cNvPr id="420916" name="Text Box 52"/>
          <p:cNvSpPr txBox="1">
            <a:spLocks noChangeArrowheads="1"/>
          </p:cNvSpPr>
          <p:nvPr/>
        </p:nvSpPr>
        <p:spPr bwMode="auto">
          <a:xfrm>
            <a:off x="5029900" y="2759075"/>
            <a:ext cx="869950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de-DE" sz="1400">
                <a:solidFill>
                  <a:srgbClr val="000000"/>
                </a:solidFill>
                <a:cs typeface="Arial" charset="0"/>
              </a:rPr>
              <a:t>Domaine</a:t>
            </a:r>
            <a:endParaRPr lang="en-US" sz="1400"/>
          </a:p>
        </p:txBody>
      </p:sp>
      <p:sp>
        <p:nvSpPr>
          <p:cNvPr id="420917" name="Text Box 53"/>
          <p:cNvSpPr txBox="1">
            <a:spLocks noChangeArrowheads="1"/>
          </p:cNvSpPr>
          <p:nvPr/>
        </p:nvSpPr>
        <p:spPr bwMode="auto">
          <a:xfrm>
            <a:off x="3921825" y="2759075"/>
            <a:ext cx="898525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de-DE" sz="1400" dirty="0" err="1">
                <a:solidFill>
                  <a:srgbClr val="000000"/>
                </a:solidFill>
                <a:cs typeface="Arial" charset="0"/>
              </a:rPr>
              <a:t>Domaine</a:t>
            </a:r>
            <a:endParaRPr lang="en-US" sz="1400" dirty="0"/>
          </a:p>
        </p:txBody>
      </p:sp>
      <p:sp>
        <p:nvSpPr>
          <p:cNvPr id="420918" name="Text Box 54"/>
          <p:cNvSpPr txBox="1">
            <a:spLocks noChangeArrowheads="1"/>
          </p:cNvSpPr>
          <p:nvPr/>
        </p:nvSpPr>
        <p:spPr bwMode="auto">
          <a:xfrm>
            <a:off x="4490150" y="1819275"/>
            <a:ext cx="873125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de-DE" sz="1400">
                <a:solidFill>
                  <a:srgbClr val="000000"/>
                </a:solidFill>
                <a:cs typeface="Arial" charset="0"/>
              </a:rPr>
              <a:t>Domaine</a:t>
            </a:r>
            <a:endParaRPr lang="en-US" sz="1400"/>
          </a:p>
        </p:txBody>
      </p:sp>
      <p:sp>
        <p:nvSpPr>
          <p:cNvPr id="420919" name="Text Box 55"/>
          <p:cNvSpPr txBox="1">
            <a:spLocks noChangeArrowheads="1"/>
          </p:cNvSpPr>
          <p:nvPr/>
        </p:nvSpPr>
        <p:spPr bwMode="auto">
          <a:xfrm>
            <a:off x="3266187" y="3584575"/>
            <a:ext cx="873125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de-DE" sz="1400">
                <a:solidFill>
                  <a:srgbClr val="000000"/>
                </a:solidFill>
                <a:cs typeface="Arial" charset="0"/>
              </a:rPr>
              <a:t>Domaine</a:t>
            </a:r>
            <a:endParaRPr lang="en-US" sz="1400"/>
          </a:p>
        </p:txBody>
      </p:sp>
      <p:sp>
        <p:nvSpPr>
          <p:cNvPr id="420920" name="Text Box 56"/>
          <p:cNvSpPr txBox="1">
            <a:spLocks noChangeArrowheads="1"/>
          </p:cNvSpPr>
          <p:nvPr/>
        </p:nvSpPr>
        <p:spPr bwMode="auto">
          <a:xfrm>
            <a:off x="2715325" y="2655888"/>
            <a:ext cx="873125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de-DE" sz="1400">
                <a:solidFill>
                  <a:srgbClr val="000000"/>
                </a:solidFill>
                <a:cs typeface="Arial" charset="0"/>
              </a:rPr>
              <a:t>Domaine</a:t>
            </a:r>
            <a:endParaRPr lang="en-US" sz="1400"/>
          </a:p>
        </p:txBody>
      </p:sp>
      <p:sp>
        <p:nvSpPr>
          <p:cNvPr id="420921" name="Text Box 57"/>
          <p:cNvSpPr txBox="1">
            <a:spLocks noChangeArrowheads="1"/>
          </p:cNvSpPr>
          <p:nvPr/>
        </p:nvSpPr>
        <p:spPr bwMode="auto">
          <a:xfrm>
            <a:off x="2191450" y="3584575"/>
            <a:ext cx="869950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de-DE" sz="1400">
                <a:solidFill>
                  <a:srgbClr val="000000"/>
                </a:solidFill>
                <a:cs typeface="Arial" charset="0"/>
              </a:rPr>
              <a:t>Domaine</a:t>
            </a:r>
            <a:endParaRPr lang="en-US" sz="1400"/>
          </a:p>
        </p:txBody>
      </p:sp>
      <p:pic>
        <p:nvPicPr>
          <p:cNvPr id="420923" name="Picture 59" descr="2DomainWithOus0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9" cstate="print">
            <a:lum bright="-2000" contrast="-2000"/>
          </a:blip>
          <a:srcRect/>
          <a:stretch>
            <a:fillRect/>
          </a:stretch>
        </p:blipFill>
        <p:spPr bwMode="auto">
          <a:xfrm>
            <a:off x="5253737" y="3116263"/>
            <a:ext cx="1570038" cy="1387475"/>
          </a:xfrm>
          <a:prstGeom prst="rect">
            <a:avLst/>
          </a:prstGeom>
          <a:solidFill>
            <a:schemeClr val="accent1">
              <a:alpha val="0"/>
            </a:schemeClr>
          </a:solidFill>
          <a:ln w="9525">
            <a:noFill/>
            <a:miter lim="800000"/>
            <a:headEnd/>
            <a:tailEnd/>
          </a:ln>
        </p:spPr>
      </p:pic>
      <p:sp>
        <p:nvSpPr>
          <p:cNvPr id="420924" name="Text Box 60"/>
          <p:cNvSpPr txBox="1">
            <a:spLocks noChangeArrowheads="1"/>
          </p:cNvSpPr>
          <p:nvPr/>
        </p:nvSpPr>
        <p:spPr bwMode="auto">
          <a:xfrm>
            <a:off x="5815712" y="3376613"/>
            <a:ext cx="431800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de-DE" sz="1400">
                <a:solidFill>
                  <a:srgbClr val="000000"/>
                </a:solidFill>
                <a:cs typeface="Arial" charset="0"/>
              </a:rPr>
              <a:t>OU</a:t>
            </a:r>
            <a:endParaRPr lang="en-US" sz="1400"/>
          </a:p>
        </p:txBody>
      </p:sp>
      <p:sp>
        <p:nvSpPr>
          <p:cNvPr id="420925" name="Text Box 61"/>
          <p:cNvSpPr txBox="1">
            <a:spLocks noChangeArrowheads="1"/>
          </p:cNvSpPr>
          <p:nvPr/>
        </p:nvSpPr>
        <p:spPr bwMode="auto">
          <a:xfrm>
            <a:off x="5388675" y="4097338"/>
            <a:ext cx="466725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de-DE" sz="1400">
                <a:solidFill>
                  <a:srgbClr val="000000"/>
                </a:solidFill>
                <a:cs typeface="Arial" charset="0"/>
              </a:rPr>
              <a:t>OU</a:t>
            </a:r>
            <a:endParaRPr lang="en-US" sz="1400"/>
          </a:p>
        </p:txBody>
      </p:sp>
      <p:sp>
        <p:nvSpPr>
          <p:cNvPr id="420926" name="Text Box 62"/>
          <p:cNvSpPr txBox="1">
            <a:spLocks noChangeArrowheads="1"/>
          </p:cNvSpPr>
          <p:nvPr/>
        </p:nvSpPr>
        <p:spPr bwMode="auto">
          <a:xfrm>
            <a:off x="6180837" y="4097338"/>
            <a:ext cx="517525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de-DE" sz="1400">
                <a:solidFill>
                  <a:srgbClr val="000000"/>
                </a:solidFill>
                <a:cs typeface="Arial" charset="0"/>
              </a:rPr>
              <a:t>OU</a:t>
            </a:r>
            <a:endParaRPr lang="en-US" sz="1400"/>
          </a:p>
        </p:txBody>
      </p:sp>
      <p:sp>
        <p:nvSpPr>
          <p:cNvPr id="420927" name="AutoShape 63"/>
          <p:cNvSpPr>
            <a:spLocks noChangeArrowheads="1"/>
          </p:cNvSpPr>
          <p:nvPr/>
        </p:nvSpPr>
        <p:spPr bwMode="auto">
          <a:xfrm>
            <a:off x="2185100" y="1725613"/>
            <a:ext cx="2247900" cy="301625"/>
          </a:xfrm>
          <a:prstGeom prst="roundRect">
            <a:avLst>
              <a:gd name="adj" fmla="val 8644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FontTx/>
              <a:buNone/>
            </a:pPr>
            <a:r>
              <a:rPr lang="de-DE" sz="1600">
                <a:solidFill>
                  <a:srgbClr val="000000"/>
                </a:solidFill>
                <a:cs typeface="Arial" charset="0"/>
              </a:rPr>
              <a:t>Arborescence de domaines</a:t>
            </a:r>
            <a:endParaRPr lang="en-US" sz="1600"/>
          </a:p>
        </p:txBody>
      </p:sp>
      <p:sp>
        <p:nvSpPr>
          <p:cNvPr id="420928" name="AutoShape 64"/>
          <p:cNvSpPr>
            <a:spLocks noChangeArrowheads="1"/>
          </p:cNvSpPr>
          <p:nvPr/>
        </p:nvSpPr>
        <p:spPr bwMode="auto">
          <a:xfrm>
            <a:off x="5645850" y="4597400"/>
            <a:ext cx="835025" cy="288925"/>
          </a:xfrm>
          <a:prstGeom prst="roundRect">
            <a:avLst>
              <a:gd name="adj" fmla="val 8644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FontTx/>
              <a:buNone/>
            </a:pPr>
            <a:r>
              <a:rPr lang="de-DE" sz="1600">
                <a:solidFill>
                  <a:srgbClr val="000000"/>
                </a:solidFill>
                <a:cs typeface="Arial" charset="0"/>
              </a:rPr>
              <a:t>Domaine</a:t>
            </a:r>
            <a:endParaRPr lang="en-US" sz="1600"/>
          </a:p>
        </p:txBody>
      </p:sp>
      <p:pic>
        <p:nvPicPr>
          <p:cNvPr id="420929" name="Picture 65" descr="ActiveDirectory0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2250187" y="4510088"/>
            <a:ext cx="1425575" cy="935037"/>
          </a:xfrm>
          <a:prstGeom prst="rect">
            <a:avLst/>
          </a:prstGeom>
          <a:noFill/>
        </p:spPr>
      </p:pic>
      <p:sp>
        <p:nvSpPr>
          <p:cNvPr id="420930" name="AutoShape 66"/>
          <p:cNvSpPr>
            <a:spLocks/>
          </p:cNvSpPr>
          <p:nvPr>
            <p:custDataLst>
              <p:tags r:id="rId5"/>
            </p:custDataLst>
          </p:nvPr>
        </p:nvSpPr>
        <p:spPr bwMode="auto">
          <a:xfrm rot="16200000">
            <a:off x="4272662" y="3255963"/>
            <a:ext cx="503238" cy="4608512"/>
          </a:xfrm>
          <a:prstGeom prst="leftBrace">
            <a:avLst>
              <a:gd name="adj1" fmla="val 76314"/>
              <a:gd name="adj2" fmla="val 28421"/>
            </a:avLst>
          </a:prstGeom>
          <a:noFill/>
          <a:ln w="44450">
            <a:solidFill>
              <a:srgbClr val="333333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931" name="AutoShape 67"/>
          <p:cNvSpPr>
            <a:spLocks noChangeArrowheads="1"/>
          </p:cNvSpPr>
          <p:nvPr/>
        </p:nvSpPr>
        <p:spPr bwMode="auto">
          <a:xfrm>
            <a:off x="3166175" y="5854700"/>
            <a:ext cx="776287" cy="333375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FontTx/>
              <a:buNone/>
            </a:pPr>
            <a:r>
              <a:rPr lang="de-DE">
                <a:solidFill>
                  <a:srgbClr val="000000"/>
                </a:solidFill>
                <a:cs typeface="Arial" charset="0"/>
              </a:rPr>
              <a:t>Forêt</a:t>
            </a:r>
            <a:endParaRPr lang="en-US"/>
          </a:p>
        </p:txBody>
      </p:sp>
      <p:sp>
        <p:nvSpPr>
          <p:cNvPr id="420932" name="AutoShape 68"/>
          <p:cNvSpPr>
            <a:spLocks noChangeArrowheads="1"/>
          </p:cNvSpPr>
          <p:nvPr/>
        </p:nvSpPr>
        <p:spPr bwMode="auto">
          <a:xfrm>
            <a:off x="3780537" y="5110163"/>
            <a:ext cx="1768475" cy="3175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FontTx/>
              <a:buNone/>
            </a:pPr>
            <a:r>
              <a:rPr lang="de-DE" sz="1600">
                <a:solidFill>
                  <a:srgbClr val="000000"/>
                </a:solidFill>
                <a:cs typeface="Arial" charset="0"/>
              </a:rPr>
              <a:t>Unité d'organisation</a:t>
            </a:r>
            <a:endParaRPr lang="en-US" sz="1600"/>
          </a:p>
        </p:txBody>
      </p:sp>
      <p:sp>
        <p:nvSpPr>
          <p:cNvPr id="420933" name="Freeform 69"/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4599687" y="3851275"/>
            <a:ext cx="904875" cy="1228725"/>
          </a:xfrm>
          <a:custGeom>
            <a:avLst/>
            <a:gdLst/>
            <a:ahLst/>
            <a:cxnLst>
              <a:cxn ang="0">
                <a:pos x="548" y="193"/>
              </a:cxn>
              <a:cxn ang="0">
                <a:pos x="570" y="323"/>
              </a:cxn>
              <a:cxn ang="0">
                <a:pos x="114" y="774"/>
              </a:cxn>
              <a:cxn ang="0">
                <a:pos x="0" y="0"/>
              </a:cxn>
              <a:cxn ang="0">
                <a:pos x="548" y="193"/>
              </a:cxn>
            </a:cxnLst>
            <a:rect l="0" t="0" r="r" b="b"/>
            <a:pathLst>
              <a:path w="570" h="774">
                <a:moveTo>
                  <a:pt x="548" y="193"/>
                </a:moveTo>
                <a:lnTo>
                  <a:pt x="570" y="323"/>
                </a:lnTo>
                <a:lnTo>
                  <a:pt x="114" y="774"/>
                </a:lnTo>
                <a:lnTo>
                  <a:pt x="0" y="0"/>
                </a:lnTo>
                <a:lnTo>
                  <a:pt x="548" y="193"/>
                </a:lnTo>
                <a:close/>
              </a:path>
            </a:pathLst>
          </a:custGeom>
          <a:solidFill>
            <a:schemeClr val="bg2">
              <a:alpha val="60001"/>
            </a:schemeClr>
          </a:soli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grpSp>
        <p:nvGrpSpPr>
          <p:cNvPr id="420947" name="Group 71"/>
          <p:cNvGrpSpPr>
            <a:grpSpLocks/>
          </p:cNvGrpSpPr>
          <p:nvPr/>
        </p:nvGrpSpPr>
        <p:grpSpPr bwMode="auto">
          <a:xfrm>
            <a:off x="4001200" y="3895725"/>
            <a:ext cx="1185862" cy="1254125"/>
            <a:chOff x="3133" y="2454"/>
            <a:chExt cx="747" cy="790"/>
          </a:xfrm>
        </p:grpSpPr>
        <p:pic>
          <p:nvPicPr>
            <p:cNvPr id="420936" name="Picture 72" descr="2Ou01"/>
            <p:cNvPicPr>
              <a:picLocks noChangeAspect="1" noChangeArrowheads="1"/>
            </p:cNvPicPr>
            <p:nvPr>
              <p:custDataLst>
                <p:tags r:id="rId10"/>
              </p:custDataLst>
            </p:nvPr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3133" y="2454"/>
              <a:ext cx="747" cy="790"/>
            </a:xfrm>
            <a:prstGeom prst="rect">
              <a:avLst/>
            </a:prstGeom>
            <a:noFill/>
          </p:spPr>
        </p:pic>
        <p:pic>
          <p:nvPicPr>
            <p:cNvPr id="420937" name="Picture 73" descr="Computer_DesktopComputer01"/>
            <p:cNvPicPr>
              <a:picLocks noChangeAspect="1" noChangeArrowheads="1"/>
            </p:cNvPicPr>
            <p:nvPr>
              <p:custDataLst>
                <p:tags r:id="rId11"/>
              </p:custDataLst>
            </p:nvPr>
          </p:nvPicPr>
          <p:blipFill>
            <a:blip r:embed="rId22" cstate="print"/>
            <a:srcRect/>
            <a:stretch>
              <a:fillRect/>
            </a:stretch>
          </p:blipFill>
          <p:spPr bwMode="auto">
            <a:xfrm>
              <a:off x="3211" y="2778"/>
              <a:ext cx="264" cy="314"/>
            </a:xfrm>
            <a:prstGeom prst="rect">
              <a:avLst/>
            </a:prstGeom>
            <a:noFill/>
          </p:spPr>
        </p:pic>
        <p:pic>
          <p:nvPicPr>
            <p:cNvPr id="420938" name="Picture 74" descr="DesktopPrinter01"/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23" cstate="print"/>
            <a:srcRect/>
            <a:stretch>
              <a:fillRect/>
            </a:stretch>
          </p:blipFill>
          <p:spPr bwMode="auto">
            <a:xfrm>
              <a:off x="3274" y="2481"/>
              <a:ext cx="345" cy="322"/>
            </a:xfrm>
            <a:prstGeom prst="rect">
              <a:avLst/>
            </a:prstGeom>
            <a:noFill/>
          </p:spPr>
        </p:pic>
        <p:pic>
          <p:nvPicPr>
            <p:cNvPr id="420939" name="Picture 75" descr="Team01"/>
            <p:cNvPicPr>
              <a:picLocks noChangeAspect="1" noChangeArrowheads="1"/>
            </p:cNvPicPr>
            <p:nvPr>
              <p:custDataLst>
                <p:tags r:id="rId13"/>
              </p:custDataLst>
            </p:nvPr>
          </p:nvPicPr>
          <p:blipFill>
            <a:blip r:embed="rId24" cstate="print"/>
            <a:srcRect/>
            <a:stretch>
              <a:fillRect/>
            </a:stretch>
          </p:blipFill>
          <p:spPr bwMode="auto">
            <a:xfrm>
              <a:off x="3501" y="2731"/>
              <a:ext cx="312" cy="367"/>
            </a:xfrm>
            <a:prstGeom prst="rect">
              <a:avLst/>
            </a:prstGeom>
            <a:noFill/>
          </p:spPr>
        </p:pic>
      </p:grpSp>
      <p:sp>
        <p:nvSpPr>
          <p:cNvPr id="420940" name="Line 76"/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 flipH="1">
            <a:off x="4537775" y="3716338"/>
            <a:ext cx="327025" cy="406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20941" name="Line 77"/>
          <p:cNvSpPr>
            <a:spLocks noChangeShapeType="1"/>
          </p:cNvSpPr>
          <p:nvPr>
            <p:custDataLst>
              <p:tags r:id="rId8"/>
            </p:custDataLst>
          </p:nvPr>
        </p:nvSpPr>
        <p:spPr bwMode="auto">
          <a:xfrm flipH="1">
            <a:off x="4390137" y="3741738"/>
            <a:ext cx="509588" cy="915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20942" name="Line 78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 flipH="1">
            <a:off x="4925125" y="3741738"/>
            <a:ext cx="1587" cy="534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20943" name="AutoShape 79"/>
          <p:cNvSpPr>
            <a:spLocks noChangeArrowheads="1"/>
          </p:cNvSpPr>
          <p:nvPr/>
        </p:nvSpPr>
        <p:spPr bwMode="auto">
          <a:xfrm>
            <a:off x="4486975" y="3465513"/>
            <a:ext cx="819150" cy="29845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FontTx/>
              <a:buNone/>
            </a:pPr>
            <a:r>
              <a:rPr lang="de-DE" sz="1600">
                <a:solidFill>
                  <a:srgbClr val="000000"/>
                </a:solidFill>
                <a:cs typeface="Arial" charset="0"/>
              </a:rPr>
              <a:t>Objets</a:t>
            </a:r>
            <a:endParaRPr 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894" name="Picture 6" descr="Site01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0"/>
          <a:srcRect/>
          <a:stretch>
            <a:fillRect/>
          </a:stretch>
        </p:blipFill>
        <p:spPr bwMode="auto">
          <a:xfrm>
            <a:off x="3912300" y="2525713"/>
            <a:ext cx="3016250" cy="1500187"/>
          </a:xfrm>
          <a:prstGeom prst="rect">
            <a:avLst/>
          </a:prstGeom>
          <a:noFill/>
        </p:spPr>
      </p:pic>
      <p:sp>
        <p:nvSpPr>
          <p:cNvPr id="421890" name="Rectangle 2"/>
          <p:cNvSpPr>
            <a:spLocks noGrp="1" noChangeArrowheads="1"/>
          </p:cNvSpPr>
          <p:nvPr>
            <p:ph type="title"/>
          </p:nvPr>
        </p:nvSpPr>
        <p:spPr>
          <a:xfrm>
            <a:off x="243113" y="339046"/>
            <a:ext cx="8668657" cy="684212"/>
          </a:xfrm>
        </p:spPr>
        <p:txBody>
          <a:bodyPr>
            <a:normAutofit/>
          </a:bodyPr>
          <a:lstStyle/>
          <a:p>
            <a:r>
              <a:rPr lang="fr-FR" sz="3000" b="1" dirty="0" smtClean="0">
                <a:solidFill>
                  <a:srgbClr val="C00000"/>
                </a:solidFill>
              </a:rPr>
              <a:t>Structure </a:t>
            </a:r>
            <a:r>
              <a:rPr lang="fr-FR" sz="3000" b="1" dirty="0">
                <a:solidFill>
                  <a:srgbClr val="C00000"/>
                </a:solidFill>
              </a:rPr>
              <a:t>physique d'Active Directory</a:t>
            </a:r>
            <a:endParaRPr lang="en-US" sz="3000" b="1" dirty="0">
              <a:solidFill>
                <a:srgbClr val="C00000"/>
              </a:solidFill>
            </a:endParaRPr>
          </a:p>
        </p:txBody>
      </p:sp>
      <p:sp>
        <p:nvSpPr>
          <p:cNvPr id="421905" name="Oval 1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698237" y="3208338"/>
            <a:ext cx="1071563" cy="703262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EEFD7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pic>
        <p:nvPicPr>
          <p:cNvPr id="421907" name="Picture 19" descr="Server0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5612512" y="3087688"/>
            <a:ext cx="450850" cy="541337"/>
          </a:xfrm>
          <a:prstGeom prst="rect">
            <a:avLst/>
          </a:prstGeom>
          <a:noFill/>
        </p:spPr>
      </p:pic>
      <p:pic>
        <p:nvPicPr>
          <p:cNvPr id="421908" name="Picture 20" descr="Server0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6411025" y="3108325"/>
            <a:ext cx="450850" cy="541338"/>
          </a:xfrm>
          <a:prstGeom prst="rect">
            <a:avLst/>
          </a:prstGeom>
          <a:noFill/>
        </p:spPr>
      </p:pic>
      <p:pic>
        <p:nvPicPr>
          <p:cNvPr id="421909" name="Picture 21" descr="Server0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5945887" y="3595688"/>
            <a:ext cx="479425" cy="574675"/>
          </a:xfrm>
          <a:prstGeom prst="rect">
            <a:avLst/>
          </a:prstGeom>
          <a:noFill/>
        </p:spPr>
      </p:pic>
      <p:sp>
        <p:nvSpPr>
          <p:cNvPr id="421911" name="Oval 23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152012" y="2649538"/>
            <a:ext cx="1071563" cy="703262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EEFD7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pic>
        <p:nvPicPr>
          <p:cNvPr id="421913" name="Picture 25" descr="Server01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4066287" y="2528888"/>
            <a:ext cx="450850" cy="541337"/>
          </a:xfrm>
          <a:prstGeom prst="rect">
            <a:avLst/>
          </a:prstGeom>
          <a:noFill/>
        </p:spPr>
      </p:pic>
      <p:pic>
        <p:nvPicPr>
          <p:cNvPr id="421914" name="Picture 26" descr="Server01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4863212" y="2549525"/>
            <a:ext cx="450850" cy="541338"/>
          </a:xfrm>
          <a:prstGeom prst="rect">
            <a:avLst/>
          </a:prstGeom>
          <a:noFill/>
        </p:spPr>
      </p:pic>
      <p:pic>
        <p:nvPicPr>
          <p:cNvPr id="421915" name="Picture 27" descr="Server01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4399662" y="3036888"/>
            <a:ext cx="477838" cy="574675"/>
          </a:xfrm>
          <a:prstGeom prst="rect">
            <a:avLst/>
          </a:prstGeom>
          <a:noFill/>
        </p:spPr>
      </p:pic>
      <p:sp>
        <p:nvSpPr>
          <p:cNvPr id="421897" name="Oval 9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485137" y="4543425"/>
            <a:ext cx="1189038" cy="781050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EEEFD7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DADAD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421903" name="Line 15"/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flipV="1">
            <a:off x="3907537" y="3898900"/>
            <a:ext cx="715963" cy="550863"/>
          </a:xfrm>
          <a:prstGeom prst="line">
            <a:avLst/>
          </a:prstGeom>
          <a:noFill/>
          <a:ln w="57150">
            <a:solidFill>
              <a:srgbClr val="333333"/>
            </a:solidFill>
            <a:prstDash val="sysDot"/>
            <a:round/>
            <a:headEnd/>
            <a:tailEnd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421917" name="AutoShape 29"/>
          <p:cNvSpPr>
            <a:spLocks noChangeArrowheads="1"/>
          </p:cNvSpPr>
          <p:nvPr/>
        </p:nvSpPr>
        <p:spPr bwMode="auto">
          <a:xfrm>
            <a:off x="5658550" y="2414588"/>
            <a:ext cx="547687" cy="301625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FontTx/>
              <a:buNone/>
            </a:pPr>
            <a:r>
              <a:rPr lang="de-DE">
                <a:solidFill>
                  <a:srgbClr val="000000"/>
                </a:solidFill>
                <a:cs typeface="Arial" charset="0"/>
              </a:rPr>
              <a:t>Site</a:t>
            </a:r>
            <a:endParaRPr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421918" name="AutoShape 30"/>
          <p:cNvSpPr>
            <a:spLocks noChangeArrowheads="1"/>
          </p:cNvSpPr>
          <p:nvPr/>
        </p:nvSpPr>
        <p:spPr bwMode="auto">
          <a:xfrm>
            <a:off x="4866387" y="5249863"/>
            <a:ext cx="2260600" cy="33020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FontTx/>
              <a:buNone/>
            </a:pPr>
            <a:r>
              <a:rPr lang="de-DE">
                <a:solidFill>
                  <a:srgbClr val="000000"/>
                </a:solidFill>
                <a:cs typeface="Arial" charset="0"/>
              </a:rPr>
              <a:t>Contrôleurs de domaine</a:t>
            </a:r>
            <a:endParaRPr lang="en-US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421921" name="Picture 33" descr="Server01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5609337" y="4394200"/>
            <a:ext cx="695325" cy="931863"/>
          </a:xfrm>
          <a:prstGeom prst="rect">
            <a:avLst/>
          </a:prstGeom>
          <a:noFill/>
        </p:spPr>
      </p:pic>
      <p:sp>
        <p:nvSpPr>
          <p:cNvPr id="421927" name="Line 39"/>
          <p:cNvSpPr>
            <a:spLocks noChangeShapeType="1"/>
          </p:cNvSpPr>
          <p:nvPr>
            <p:custDataLst>
              <p:tags r:id="rId13"/>
            </p:custDataLst>
          </p:nvPr>
        </p:nvSpPr>
        <p:spPr bwMode="auto">
          <a:xfrm>
            <a:off x="5118800" y="3208338"/>
            <a:ext cx="725487" cy="242887"/>
          </a:xfrm>
          <a:prstGeom prst="line">
            <a:avLst/>
          </a:prstGeom>
          <a:noFill/>
          <a:ln w="57150">
            <a:solidFill>
              <a:srgbClr val="808080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pic>
        <p:nvPicPr>
          <p:cNvPr id="421895" name="Picture 7" descr="Site01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20"/>
          <a:srcRect/>
          <a:stretch>
            <a:fillRect/>
          </a:stretch>
        </p:blipFill>
        <p:spPr bwMode="auto">
          <a:xfrm>
            <a:off x="1796162" y="4305300"/>
            <a:ext cx="2562225" cy="1397000"/>
          </a:xfrm>
          <a:prstGeom prst="rect">
            <a:avLst/>
          </a:prstGeom>
          <a:noFill/>
        </p:spPr>
      </p:pic>
      <p:pic>
        <p:nvPicPr>
          <p:cNvPr id="421899" name="Picture 11" descr="Server01"/>
          <p:cNvPicPr>
            <a:picLocks noChangeAspect="1" noChangeArrowheads="1"/>
          </p:cNvPicPr>
          <p:nvPr>
            <p:custDataLst>
              <p:tags r:id="rId15"/>
            </p:custDataLst>
          </p:nvPr>
        </p:nvPicPr>
        <p:blipFill>
          <a:blip r:embed="rId24" cstate="print"/>
          <a:srcRect/>
          <a:stretch>
            <a:fillRect/>
          </a:stretch>
        </p:blipFill>
        <p:spPr bwMode="auto">
          <a:xfrm>
            <a:off x="2389887" y="4410075"/>
            <a:ext cx="500063" cy="601663"/>
          </a:xfrm>
          <a:prstGeom prst="rect">
            <a:avLst/>
          </a:prstGeom>
          <a:noFill/>
        </p:spPr>
      </p:pic>
      <p:pic>
        <p:nvPicPr>
          <p:cNvPr id="421900" name="Picture 12" descr="Server01"/>
          <p:cNvPicPr>
            <a:picLocks noChangeAspect="1" noChangeArrowheads="1"/>
          </p:cNvPicPr>
          <p:nvPr>
            <p:custDataLst>
              <p:tags r:id="rId16"/>
            </p:custDataLst>
          </p:nvPr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3275712" y="4433888"/>
            <a:ext cx="500063" cy="600075"/>
          </a:xfrm>
          <a:prstGeom prst="rect">
            <a:avLst/>
          </a:prstGeom>
          <a:noFill/>
        </p:spPr>
      </p:pic>
      <p:pic>
        <p:nvPicPr>
          <p:cNvPr id="421901" name="Picture 13" descr="Server01"/>
          <p:cNvPicPr>
            <a:picLocks noChangeAspect="1" noChangeArrowheads="1"/>
          </p:cNvPicPr>
          <p:nvPr>
            <p:custDataLst>
              <p:tags r:id="rId17"/>
            </p:custDataLst>
          </p:nvPr>
        </p:nvPicPr>
        <p:blipFill>
          <a:blip r:embed="rId26" cstate="print"/>
          <a:srcRect/>
          <a:stretch>
            <a:fillRect/>
          </a:stretch>
        </p:blipFill>
        <p:spPr bwMode="auto">
          <a:xfrm>
            <a:off x="2759775" y="4973638"/>
            <a:ext cx="531812" cy="638175"/>
          </a:xfrm>
          <a:prstGeom prst="rect">
            <a:avLst/>
          </a:prstGeom>
          <a:noFill/>
        </p:spPr>
      </p:pic>
      <p:sp>
        <p:nvSpPr>
          <p:cNvPr id="421928" name="AutoShape 40"/>
          <p:cNvSpPr>
            <a:spLocks noChangeArrowheads="1"/>
          </p:cNvSpPr>
          <p:nvPr/>
        </p:nvSpPr>
        <p:spPr bwMode="auto">
          <a:xfrm>
            <a:off x="3932937" y="5287963"/>
            <a:ext cx="547688" cy="301625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FontTx/>
              <a:buNone/>
            </a:pPr>
            <a:r>
              <a:rPr lang="de-DE">
                <a:solidFill>
                  <a:srgbClr val="000000"/>
                </a:solidFill>
                <a:cs typeface="Arial" charset="0"/>
              </a:rPr>
              <a:t>Site</a:t>
            </a:r>
            <a:endParaRPr lang="en-US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84628" y="1576666"/>
            <a:ext cx="4572000" cy="15311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fr-FR" sz="2200" i="1" dirty="0" smtClean="0"/>
              <a:t>Partitions Active </a:t>
            </a:r>
            <a:r>
              <a:rPr lang="fr-FR" sz="2200" i="1" dirty="0" smtClean="0"/>
              <a:t>Directory:</a:t>
            </a:r>
          </a:p>
          <a:p>
            <a:pPr algn="l"/>
            <a:r>
              <a:rPr lang="fr-FR" sz="2200" dirty="0" smtClean="0"/>
              <a:t>• </a:t>
            </a:r>
            <a:r>
              <a:rPr lang="fr-FR" sz="2200" dirty="0" smtClean="0"/>
              <a:t>La </a:t>
            </a:r>
            <a:r>
              <a:rPr lang="fr-FR" sz="2200" i="1" dirty="0" smtClean="0"/>
              <a:t>partition de </a:t>
            </a:r>
            <a:r>
              <a:rPr lang="fr-FR" sz="2200" i="1" dirty="0" smtClean="0"/>
              <a:t>domaine</a:t>
            </a:r>
          </a:p>
          <a:p>
            <a:pPr algn="l"/>
            <a:r>
              <a:rPr lang="fr-FR" sz="2200" dirty="0" smtClean="0"/>
              <a:t>• </a:t>
            </a:r>
            <a:r>
              <a:rPr lang="fr-FR" sz="2200" dirty="0" smtClean="0"/>
              <a:t>La </a:t>
            </a:r>
            <a:r>
              <a:rPr lang="fr-FR" sz="2200" i="1" dirty="0" smtClean="0"/>
              <a:t>partition de </a:t>
            </a:r>
            <a:r>
              <a:rPr lang="fr-FR" sz="2200" i="1" dirty="0" smtClean="0"/>
              <a:t>configuration</a:t>
            </a:r>
          </a:p>
          <a:p>
            <a:pPr algn="l"/>
            <a:r>
              <a:rPr lang="fr-FR" sz="2200" dirty="0" smtClean="0"/>
              <a:t>• </a:t>
            </a:r>
            <a:r>
              <a:rPr lang="fr-FR" sz="2200" dirty="0" smtClean="0"/>
              <a:t>La </a:t>
            </a:r>
            <a:r>
              <a:rPr lang="fr-FR" sz="2200" i="1" dirty="0" smtClean="0"/>
              <a:t>partition de schéma </a:t>
            </a:r>
            <a:endParaRPr lang="fr-FR" sz="2200" i="1" dirty="0" smtClean="0"/>
          </a:p>
          <a:p>
            <a:pPr algn="l"/>
            <a:r>
              <a:rPr lang="fr-FR" sz="2200" dirty="0" smtClean="0"/>
              <a:t>• </a:t>
            </a:r>
            <a:r>
              <a:rPr lang="fr-FR" sz="2200" dirty="0" smtClean="0"/>
              <a:t>Les </a:t>
            </a:r>
            <a:r>
              <a:rPr lang="fr-FR" sz="2200" i="1" dirty="0" smtClean="0"/>
              <a:t>partitions </a:t>
            </a:r>
            <a:r>
              <a:rPr lang="fr-FR" sz="2200" i="1" dirty="0" smtClean="0"/>
              <a:t>d’applications</a:t>
            </a:r>
            <a:endParaRPr lang="fr-FR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51" name="Line 47"/>
          <p:cNvSpPr>
            <a:spLocks noChangeShapeType="1"/>
          </p:cNvSpPr>
          <p:nvPr>
            <p:custDataLst>
              <p:tags r:id="rId1"/>
            </p:custDataLst>
          </p:nvPr>
        </p:nvSpPr>
        <p:spPr bwMode="auto">
          <a:xfrm>
            <a:off x="3070225" y="1820863"/>
            <a:ext cx="3124200" cy="0"/>
          </a:xfrm>
          <a:prstGeom prst="line">
            <a:avLst/>
          </a:prstGeom>
          <a:noFill/>
          <a:ln w="63500" cap="rnd">
            <a:solidFill>
              <a:srgbClr val="8DACD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31150" name="Line 46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2846388" y="4624388"/>
            <a:ext cx="3124200" cy="0"/>
          </a:xfrm>
          <a:prstGeom prst="line">
            <a:avLst/>
          </a:prstGeom>
          <a:noFill/>
          <a:ln w="63500" cap="rnd">
            <a:solidFill>
              <a:srgbClr val="8DACD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3111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C00000"/>
                </a:solidFill>
              </a:rPr>
              <a:t>Définition des maîtres d'opérations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431153" name="Line 49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2700338" y="2884488"/>
            <a:ext cx="1076325" cy="1809750"/>
          </a:xfrm>
          <a:prstGeom prst="line">
            <a:avLst/>
          </a:prstGeom>
          <a:noFill/>
          <a:ln w="57150">
            <a:solidFill>
              <a:srgbClr val="969696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31154" name="Line 50"/>
          <p:cNvSpPr>
            <a:spLocks noChangeShapeType="1"/>
          </p:cNvSpPr>
          <p:nvPr>
            <p:custDataLst>
              <p:tags r:id="rId4"/>
            </p:custDataLst>
          </p:nvPr>
        </p:nvSpPr>
        <p:spPr bwMode="auto">
          <a:xfrm>
            <a:off x="5102225" y="2884488"/>
            <a:ext cx="1076325" cy="1809750"/>
          </a:xfrm>
          <a:prstGeom prst="line">
            <a:avLst/>
          </a:prstGeom>
          <a:noFill/>
          <a:ln w="57150">
            <a:solidFill>
              <a:srgbClr val="969696"/>
            </a:solidFill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pic>
        <p:nvPicPr>
          <p:cNvPr id="431156" name="Picture 52" descr="2Domain0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9"/>
          <a:srcRect/>
          <a:stretch>
            <a:fillRect/>
          </a:stretch>
        </p:blipFill>
        <p:spPr bwMode="auto">
          <a:xfrm>
            <a:off x="3378200" y="1287463"/>
            <a:ext cx="2165350" cy="1911350"/>
          </a:xfrm>
          <a:prstGeom prst="rect">
            <a:avLst/>
          </a:prstGeom>
          <a:noFill/>
        </p:spPr>
      </p:pic>
      <p:pic>
        <p:nvPicPr>
          <p:cNvPr id="431157" name="Picture 53" descr="Server01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3587750" y="1541463"/>
            <a:ext cx="1171575" cy="1377950"/>
          </a:xfrm>
          <a:prstGeom prst="rect">
            <a:avLst/>
          </a:prstGeom>
          <a:noFill/>
        </p:spPr>
      </p:pic>
      <p:pic>
        <p:nvPicPr>
          <p:cNvPr id="431158" name="Picture 54" descr="Policy_Writing01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4476750" y="1668463"/>
            <a:ext cx="804863" cy="1120775"/>
          </a:xfrm>
          <a:prstGeom prst="rect">
            <a:avLst/>
          </a:prstGeom>
          <a:noFill/>
        </p:spPr>
      </p:pic>
      <p:pic>
        <p:nvPicPr>
          <p:cNvPr id="431160" name="Picture 56" descr="ActiveDirectory01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22" cstate="print"/>
          <a:srcRect/>
          <a:stretch>
            <a:fillRect/>
          </a:stretch>
        </p:blipFill>
        <p:spPr bwMode="auto">
          <a:xfrm>
            <a:off x="4276725" y="2351088"/>
            <a:ext cx="1062038" cy="695325"/>
          </a:xfrm>
          <a:prstGeom prst="rect">
            <a:avLst/>
          </a:prstGeom>
          <a:noFill/>
        </p:spPr>
      </p:pic>
      <p:pic>
        <p:nvPicPr>
          <p:cNvPr id="431161" name="Picture 57" descr="Internet01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23" cstate="print"/>
          <a:srcRect/>
          <a:stretch>
            <a:fillRect/>
          </a:stretch>
        </p:blipFill>
        <p:spPr bwMode="auto">
          <a:xfrm>
            <a:off x="4419600" y="2224088"/>
            <a:ext cx="584200" cy="581025"/>
          </a:xfrm>
          <a:prstGeom prst="rect">
            <a:avLst/>
          </a:prstGeom>
          <a:noFill/>
        </p:spPr>
      </p:pic>
      <p:pic>
        <p:nvPicPr>
          <p:cNvPr id="431162" name="Picture 58" descr="Search01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24" cstate="print"/>
          <a:srcRect/>
          <a:stretch>
            <a:fillRect/>
          </a:stretch>
        </p:blipFill>
        <p:spPr bwMode="auto">
          <a:xfrm rot="-2136353">
            <a:off x="4776788" y="2117725"/>
            <a:ext cx="460375" cy="949325"/>
          </a:xfrm>
          <a:prstGeom prst="rect">
            <a:avLst/>
          </a:prstGeom>
          <a:noFill/>
        </p:spPr>
      </p:pic>
      <p:pic>
        <p:nvPicPr>
          <p:cNvPr id="431164" name="Picture 60" descr="2Domain01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19"/>
          <a:srcRect/>
          <a:stretch>
            <a:fillRect/>
          </a:stretch>
        </p:blipFill>
        <p:spPr bwMode="auto">
          <a:xfrm>
            <a:off x="1069981" y="3848100"/>
            <a:ext cx="2165350" cy="1911350"/>
          </a:xfrm>
          <a:prstGeom prst="rect">
            <a:avLst/>
          </a:prstGeom>
          <a:noFill/>
        </p:spPr>
      </p:pic>
      <p:pic>
        <p:nvPicPr>
          <p:cNvPr id="431165" name="Picture 61" descr="Server01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1497019" y="4187825"/>
            <a:ext cx="1171575" cy="1377950"/>
          </a:xfrm>
          <a:prstGeom prst="rect">
            <a:avLst/>
          </a:prstGeom>
          <a:noFill/>
        </p:spPr>
      </p:pic>
      <p:pic>
        <p:nvPicPr>
          <p:cNvPr id="431166" name="Picture 62" descr="ActiveDirectory01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1887544" y="4829175"/>
            <a:ext cx="992187" cy="649288"/>
          </a:xfrm>
          <a:prstGeom prst="rect">
            <a:avLst/>
          </a:prstGeom>
          <a:noFill/>
        </p:spPr>
      </p:pic>
      <p:pic>
        <p:nvPicPr>
          <p:cNvPr id="431168" name="Picture 64" descr="2Domain01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19"/>
          <a:srcRect/>
          <a:stretch>
            <a:fillRect/>
          </a:stretch>
        </p:blipFill>
        <p:spPr bwMode="auto">
          <a:xfrm>
            <a:off x="5671905" y="3848100"/>
            <a:ext cx="2165350" cy="1911350"/>
          </a:xfrm>
          <a:prstGeom prst="rect">
            <a:avLst/>
          </a:prstGeom>
          <a:noFill/>
        </p:spPr>
      </p:pic>
      <p:pic>
        <p:nvPicPr>
          <p:cNvPr id="431169" name="Picture 65" descr="Server01"/>
          <p:cNvPicPr>
            <a:picLocks noChangeAspect="1" noChangeArrowheads="1"/>
          </p:cNvPicPr>
          <p:nvPr>
            <p:custDataLst>
              <p:tags r:id="rId15"/>
            </p:custDataLst>
          </p:nvPr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6173555" y="4187825"/>
            <a:ext cx="1171575" cy="1377950"/>
          </a:xfrm>
          <a:prstGeom prst="rect">
            <a:avLst/>
          </a:prstGeom>
          <a:noFill/>
        </p:spPr>
      </p:pic>
      <p:pic>
        <p:nvPicPr>
          <p:cNvPr id="431170" name="Picture 66" descr="ActiveDirectory01"/>
          <p:cNvPicPr>
            <a:picLocks noChangeAspect="1" noChangeArrowheads="1"/>
          </p:cNvPicPr>
          <p:nvPr>
            <p:custDataLst>
              <p:tags r:id="rId16"/>
            </p:custDataLst>
          </p:nvPr>
        </p:nvPicPr>
        <p:blipFill>
          <a:blip r:embed="rId25" cstate="print"/>
          <a:srcRect/>
          <a:stretch>
            <a:fillRect/>
          </a:stretch>
        </p:blipFill>
        <p:spPr bwMode="auto">
          <a:xfrm>
            <a:off x="6564080" y="4829175"/>
            <a:ext cx="992188" cy="649288"/>
          </a:xfrm>
          <a:prstGeom prst="rect">
            <a:avLst/>
          </a:prstGeom>
          <a:noFill/>
        </p:spPr>
      </p:pic>
      <p:sp>
        <p:nvSpPr>
          <p:cNvPr id="431173" name="AutoShape 69"/>
          <p:cNvSpPr>
            <a:spLocks noChangeArrowheads="1"/>
          </p:cNvSpPr>
          <p:nvPr/>
        </p:nvSpPr>
        <p:spPr bwMode="auto">
          <a:xfrm>
            <a:off x="290286" y="1457325"/>
            <a:ext cx="2806927" cy="2132013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square"/>
          <a:lstStyle/>
          <a:p>
            <a:pPr algn="l">
              <a:buClrTx/>
              <a:buFontTx/>
              <a:buNone/>
            </a:pPr>
            <a:r>
              <a:rPr lang="de-DE" sz="2200" dirty="0" err="1">
                <a:solidFill>
                  <a:srgbClr val="000000"/>
                </a:solidFill>
                <a:cs typeface="Arial" charset="0"/>
              </a:rPr>
              <a:t>Rôles</a:t>
            </a:r>
            <a:r>
              <a:rPr lang="de-DE" sz="2200" dirty="0">
                <a:solidFill>
                  <a:srgbClr val="000000"/>
                </a:solidFill>
                <a:cs typeface="Arial" charset="0"/>
              </a:rPr>
              <a:t> </a:t>
            </a:r>
            <a:r>
              <a:rPr lang="fr-FR" sz="2200" dirty="0">
                <a:solidFill>
                  <a:srgbClr val="000000"/>
                </a:solidFill>
                <a:cs typeface="Arial" charset="0"/>
              </a:rPr>
              <a:t>étendus </a:t>
            </a:r>
            <a:r>
              <a:rPr lang="fr-FR" sz="2200" dirty="0" smtClean="0">
                <a:solidFill>
                  <a:srgbClr val="000000"/>
                </a:solidFill>
                <a:cs typeface="Arial" charset="0"/>
              </a:rPr>
              <a:t>au niveau </a:t>
            </a:r>
            <a:r>
              <a:rPr lang="fr-FR" sz="2200" dirty="0">
                <a:solidFill>
                  <a:srgbClr val="000000"/>
                </a:solidFill>
                <a:cs typeface="Arial" charset="0"/>
              </a:rPr>
              <a:t>d'une for</a:t>
            </a:r>
            <a:r>
              <a:rPr lang="de-DE" sz="2200" dirty="0" err="1">
                <a:solidFill>
                  <a:srgbClr val="000000"/>
                </a:solidFill>
                <a:cs typeface="Arial" charset="0"/>
              </a:rPr>
              <a:t>êt</a:t>
            </a:r>
            <a:endParaRPr lang="en-US" sz="2200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431174" name="AutoShape 70"/>
          <p:cNvSpPr>
            <a:spLocks noChangeArrowheads="1"/>
          </p:cNvSpPr>
          <p:nvPr/>
        </p:nvSpPr>
        <p:spPr bwMode="auto">
          <a:xfrm>
            <a:off x="406400" y="2108200"/>
            <a:ext cx="2589213" cy="137477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 anchor="ctr"/>
          <a:lstStyle/>
          <a:p>
            <a:pPr marL="169863" indent="-169863" algn="l">
              <a:spcBef>
                <a:spcPct val="30000"/>
              </a:spcBef>
              <a:buClrTx/>
              <a:buSzPct val="80000"/>
              <a:buFontTx/>
              <a:buBlip>
                <a:blip r:embed="rId26"/>
              </a:buBlip>
            </a:pPr>
            <a:r>
              <a:rPr lang="de-DE" sz="2000" dirty="0" err="1">
                <a:solidFill>
                  <a:srgbClr val="000000"/>
                </a:solidFill>
                <a:cs typeface="Arial" charset="0"/>
              </a:rPr>
              <a:t>Contrôleur</a:t>
            </a:r>
            <a:r>
              <a:rPr lang="de-DE" sz="2000" dirty="0">
                <a:solidFill>
                  <a:srgbClr val="000000"/>
                </a:solidFill>
                <a:cs typeface="Arial" charset="0"/>
              </a:rPr>
              <a:t> de </a:t>
            </a:r>
            <a:r>
              <a:rPr lang="de-DE" sz="2000" dirty="0" err="1">
                <a:solidFill>
                  <a:srgbClr val="000000"/>
                </a:solidFill>
                <a:cs typeface="Arial" charset="0"/>
              </a:rPr>
              <a:t>schéma</a:t>
            </a:r>
            <a:endParaRPr lang="en-US" sz="2000" dirty="0"/>
          </a:p>
          <a:p>
            <a:pPr marL="169863" indent="-169863" algn="l">
              <a:spcBef>
                <a:spcPct val="30000"/>
              </a:spcBef>
              <a:buClrTx/>
              <a:buSzPct val="80000"/>
              <a:buFontTx/>
              <a:buBlip>
                <a:blip r:embed="rId26"/>
              </a:buBlip>
            </a:pPr>
            <a:r>
              <a:rPr lang="de-DE" sz="2000" dirty="0">
                <a:solidFill>
                  <a:srgbClr val="000000"/>
                </a:solidFill>
                <a:cs typeface="Arial" charset="0"/>
              </a:rPr>
              <a:t>Ma</a:t>
            </a:r>
            <a:r>
              <a:rPr lang="fr-FR" sz="2000" dirty="0" err="1">
                <a:solidFill>
                  <a:srgbClr val="000000"/>
                </a:solidFill>
                <a:cs typeface="Arial" charset="0"/>
              </a:rPr>
              <a:t>ître</a:t>
            </a:r>
            <a:r>
              <a:rPr lang="fr-FR" sz="2000" dirty="0">
                <a:solidFill>
                  <a:srgbClr val="000000"/>
                </a:solidFill>
                <a:cs typeface="Arial" charset="0"/>
              </a:rPr>
              <a:t> d'attribution des noms de domaine</a:t>
            </a:r>
            <a:endParaRPr lang="en-US" sz="2000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431177" name="AutoShape 73"/>
          <p:cNvSpPr>
            <a:spLocks noChangeArrowheads="1"/>
          </p:cNvSpPr>
          <p:nvPr/>
        </p:nvSpPr>
        <p:spPr bwMode="auto">
          <a:xfrm>
            <a:off x="5865812" y="1457325"/>
            <a:ext cx="3074987" cy="2009775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square"/>
          <a:lstStyle/>
          <a:p>
            <a:pPr algn="l">
              <a:buClrTx/>
              <a:buFontTx/>
              <a:buNone/>
            </a:pPr>
            <a:r>
              <a:rPr lang="de-DE" sz="2200" dirty="0" err="1">
                <a:solidFill>
                  <a:srgbClr val="000000"/>
                </a:solidFill>
                <a:cs typeface="Arial" charset="0"/>
              </a:rPr>
              <a:t>Rôles</a:t>
            </a:r>
            <a:r>
              <a:rPr lang="de-DE" sz="2200" dirty="0">
                <a:solidFill>
                  <a:srgbClr val="000000"/>
                </a:solidFill>
                <a:cs typeface="Arial" charset="0"/>
              </a:rPr>
              <a:t> </a:t>
            </a:r>
            <a:r>
              <a:rPr lang="fr-FR" sz="2200" dirty="0">
                <a:solidFill>
                  <a:srgbClr val="000000"/>
                </a:solidFill>
                <a:cs typeface="Arial" charset="0"/>
              </a:rPr>
              <a:t>étendus au </a:t>
            </a:r>
            <a:r>
              <a:rPr lang="fr-FR" sz="2200" dirty="0" smtClean="0">
                <a:solidFill>
                  <a:srgbClr val="000000"/>
                </a:solidFill>
                <a:cs typeface="Arial" charset="0"/>
              </a:rPr>
              <a:t> niveau </a:t>
            </a:r>
            <a:r>
              <a:rPr lang="fr-FR" sz="2200" dirty="0">
                <a:solidFill>
                  <a:srgbClr val="000000"/>
                </a:solidFill>
                <a:cs typeface="Arial" charset="0"/>
              </a:rPr>
              <a:t>d'un domaine</a:t>
            </a:r>
            <a:endParaRPr lang="en-US" sz="2200" dirty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431178" name="AutoShape 74"/>
          <p:cNvSpPr>
            <a:spLocks noChangeArrowheads="1"/>
          </p:cNvSpPr>
          <p:nvPr/>
        </p:nvSpPr>
        <p:spPr bwMode="auto">
          <a:xfrm>
            <a:off x="5965824" y="2095500"/>
            <a:ext cx="2873375" cy="127000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 anchor="ctr"/>
          <a:lstStyle/>
          <a:p>
            <a:pPr marL="169863" indent="-169863" algn="l">
              <a:spcBef>
                <a:spcPct val="30000"/>
              </a:spcBef>
              <a:buClrTx/>
              <a:buSzPct val="80000"/>
              <a:buFontTx/>
              <a:buBlip>
                <a:blip r:embed="rId26"/>
              </a:buBlip>
            </a:pPr>
            <a:r>
              <a:rPr lang="de-DE" sz="2000">
                <a:solidFill>
                  <a:srgbClr val="000000"/>
                </a:solidFill>
                <a:cs typeface="Arial" charset="0"/>
              </a:rPr>
              <a:t>Émulateur PDC</a:t>
            </a:r>
            <a:endParaRPr lang="en-US" sz="2000"/>
          </a:p>
          <a:p>
            <a:pPr marL="169863" indent="-169863" algn="l">
              <a:spcBef>
                <a:spcPct val="30000"/>
              </a:spcBef>
              <a:buClrTx/>
              <a:buSzPct val="80000"/>
              <a:buFontTx/>
              <a:buBlip>
                <a:blip r:embed="rId26"/>
              </a:buBlip>
            </a:pPr>
            <a:r>
              <a:rPr lang="de-DE" sz="2000">
                <a:solidFill>
                  <a:srgbClr val="000000"/>
                </a:solidFill>
                <a:cs typeface="Arial" charset="0"/>
              </a:rPr>
              <a:t>Maître RID</a:t>
            </a:r>
            <a:endParaRPr lang="en-US" sz="2000"/>
          </a:p>
          <a:p>
            <a:pPr marL="169863" indent="-169863" algn="l">
              <a:spcBef>
                <a:spcPct val="30000"/>
              </a:spcBef>
              <a:buClrTx/>
              <a:buSzPct val="80000"/>
              <a:buFontTx/>
              <a:buBlip>
                <a:blip r:embed="rId26"/>
              </a:buBlip>
            </a:pPr>
            <a:r>
              <a:rPr lang="de-DE" sz="2000">
                <a:solidFill>
                  <a:srgbClr val="000000"/>
                </a:solidFill>
                <a:cs typeface="Arial" charset="0"/>
              </a:rPr>
              <a:t>Maître d'infrastructure</a:t>
            </a:r>
            <a:endParaRPr lang="en-US" sz="200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431171" name="AutoShape 67"/>
          <p:cNvSpPr>
            <a:spLocks noChangeArrowheads="1"/>
          </p:cNvSpPr>
          <p:nvPr/>
        </p:nvSpPr>
        <p:spPr bwMode="auto">
          <a:xfrm>
            <a:off x="2946401" y="3159125"/>
            <a:ext cx="3091542" cy="900113"/>
          </a:xfrm>
          <a:prstGeom prst="roundRect">
            <a:avLst>
              <a:gd name="adj" fmla="val 27319"/>
            </a:avLst>
          </a:prstGeom>
          <a:solidFill>
            <a:srgbClr val="F0F1E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274320" rIns="182880" bIns="274320" anchor="ctr"/>
          <a:lstStyle/>
          <a:p>
            <a:pPr marL="177800" indent="-177800">
              <a:lnSpc>
                <a:spcPct val="100000"/>
              </a:lnSpc>
              <a:buClrTx/>
              <a:buSzPct val="85000"/>
              <a:buFontTx/>
              <a:buNone/>
            </a:pPr>
            <a:r>
              <a:rPr lang="de-DE" sz="2000" dirty="0">
                <a:solidFill>
                  <a:srgbClr val="000000"/>
                </a:solidFill>
                <a:cs typeface="Arial" charset="0"/>
              </a:rPr>
              <a:t>Premier </a:t>
            </a:r>
            <a:r>
              <a:rPr lang="de-DE" sz="2000" dirty="0" err="1">
                <a:solidFill>
                  <a:srgbClr val="000000"/>
                </a:solidFill>
                <a:cs typeface="Arial" charset="0"/>
              </a:rPr>
              <a:t>contr</a:t>
            </a:r>
            <a:r>
              <a:rPr lang="fr-FR" sz="2000" dirty="0" err="1">
                <a:solidFill>
                  <a:srgbClr val="000000"/>
                </a:solidFill>
                <a:cs typeface="Arial" charset="0"/>
              </a:rPr>
              <a:t>ôleur</a:t>
            </a:r>
            <a:r>
              <a:rPr lang="fr-FR" sz="2000" dirty="0">
                <a:solidFill>
                  <a:srgbClr val="000000"/>
                </a:solidFill>
                <a:cs typeface="Arial" charset="0"/>
              </a:rPr>
              <a:t> de</a:t>
            </a:r>
          </a:p>
          <a:p>
            <a:pPr marL="177800" indent="-177800">
              <a:lnSpc>
                <a:spcPct val="100000"/>
              </a:lnSpc>
              <a:buClrTx/>
              <a:buSzPct val="85000"/>
              <a:buFontTx/>
              <a:buNone/>
            </a:pPr>
            <a:r>
              <a:rPr lang="fr-FR" sz="2000" dirty="0">
                <a:solidFill>
                  <a:srgbClr val="000000"/>
                </a:solidFill>
                <a:cs typeface="Arial" charset="0"/>
              </a:rPr>
              <a:t>domaine dans le </a:t>
            </a:r>
            <a:r>
              <a:rPr lang="fr-FR" sz="2000" dirty="0" smtClean="0">
                <a:solidFill>
                  <a:srgbClr val="000000"/>
                </a:solidFill>
                <a:cs typeface="Arial" charset="0"/>
              </a:rPr>
              <a:t>domaine </a:t>
            </a:r>
            <a:r>
              <a:rPr lang="fr-FR" sz="2000" dirty="0">
                <a:solidFill>
                  <a:srgbClr val="000000"/>
                </a:solidFill>
                <a:cs typeface="Arial" charset="0"/>
              </a:rPr>
              <a:t>racine de la for</a:t>
            </a:r>
            <a:r>
              <a:rPr lang="de-DE" sz="2000" dirty="0" err="1">
                <a:solidFill>
                  <a:srgbClr val="000000"/>
                </a:solidFill>
                <a:cs typeface="Arial" charset="0"/>
              </a:rPr>
              <a:t>êt</a:t>
            </a:r>
            <a:endParaRPr lang="en-US" sz="2000" dirty="0"/>
          </a:p>
        </p:txBody>
      </p:sp>
      <p:sp>
        <p:nvSpPr>
          <p:cNvPr id="431180" name="AutoShape 76"/>
          <p:cNvSpPr>
            <a:spLocks noChangeArrowheads="1"/>
          </p:cNvSpPr>
          <p:nvPr/>
        </p:nvSpPr>
        <p:spPr bwMode="auto">
          <a:xfrm>
            <a:off x="2917370" y="4287838"/>
            <a:ext cx="3077029" cy="1971675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square"/>
          <a:lstStyle/>
          <a:p>
            <a:pPr algn="l">
              <a:buClrTx/>
              <a:buFontTx/>
              <a:buNone/>
            </a:pPr>
            <a:r>
              <a:rPr lang="de-DE" sz="2200" dirty="0" err="1">
                <a:solidFill>
                  <a:srgbClr val="000000"/>
                </a:solidFill>
                <a:cs typeface="Arial" charset="0"/>
              </a:rPr>
              <a:t>Rôles</a:t>
            </a:r>
            <a:r>
              <a:rPr lang="de-DE" sz="2200" dirty="0">
                <a:solidFill>
                  <a:srgbClr val="000000"/>
                </a:solidFill>
                <a:cs typeface="Arial" charset="0"/>
              </a:rPr>
              <a:t> </a:t>
            </a:r>
            <a:r>
              <a:rPr lang="fr-FR" sz="2200" dirty="0">
                <a:solidFill>
                  <a:srgbClr val="000000"/>
                </a:solidFill>
                <a:cs typeface="Arial" charset="0"/>
              </a:rPr>
              <a:t>étendus au </a:t>
            </a:r>
            <a:r>
              <a:rPr lang="fr-FR" sz="2200" dirty="0" smtClean="0">
                <a:solidFill>
                  <a:srgbClr val="000000"/>
                </a:solidFill>
                <a:cs typeface="Arial" charset="0"/>
              </a:rPr>
              <a:t>niveau </a:t>
            </a:r>
            <a:r>
              <a:rPr lang="fr-FR" sz="2200" dirty="0">
                <a:solidFill>
                  <a:srgbClr val="000000"/>
                </a:solidFill>
                <a:cs typeface="Arial" charset="0"/>
              </a:rPr>
              <a:t>d'un domaine</a:t>
            </a:r>
            <a:endParaRPr lang="en-US" sz="2200" dirty="0"/>
          </a:p>
        </p:txBody>
      </p:sp>
      <p:sp>
        <p:nvSpPr>
          <p:cNvPr id="431181" name="AutoShape 77"/>
          <p:cNvSpPr>
            <a:spLocks noChangeArrowheads="1"/>
          </p:cNvSpPr>
          <p:nvPr/>
        </p:nvSpPr>
        <p:spPr bwMode="auto">
          <a:xfrm>
            <a:off x="3062515" y="4900613"/>
            <a:ext cx="2815772" cy="127000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tIns="91440" anchor="ctr"/>
          <a:lstStyle/>
          <a:p>
            <a:pPr marL="169863" indent="-169863" algn="l">
              <a:spcBef>
                <a:spcPct val="30000"/>
              </a:spcBef>
              <a:buClrTx/>
              <a:buSzPct val="80000"/>
              <a:buFontTx/>
              <a:buBlip>
                <a:blip r:embed="rId26"/>
              </a:buBlip>
            </a:pPr>
            <a:r>
              <a:rPr lang="de-DE" sz="2000" dirty="0">
                <a:solidFill>
                  <a:srgbClr val="000000"/>
                </a:solidFill>
                <a:cs typeface="Arial" charset="0"/>
              </a:rPr>
              <a:t>Maître RID</a:t>
            </a:r>
            <a:endParaRPr lang="en-US" sz="2000" dirty="0"/>
          </a:p>
          <a:p>
            <a:pPr marL="169863" indent="-169863" algn="l">
              <a:spcBef>
                <a:spcPct val="30000"/>
              </a:spcBef>
              <a:buClrTx/>
              <a:buSzPct val="80000"/>
              <a:buFontTx/>
              <a:buBlip>
                <a:blip r:embed="rId26"/>
              </a:buBlip>
            </a:pPr>
            <a:r>
              <a:rPr lang="de-DE" sz="2000" dirty="0" err="1">
                <a:solidFill>
                  <a:srgbClr val="000000"/>
                </a:solidFill>
                <a:cs typeface="Arial" charset="0"/>
              </a:rPr>
              <a:t>Émulateur</a:t>
            </a:r>
            <a:r>
              <a:rPr lang="de-DE" sz="2000" dirty="0">
                <a:solidFill>
                  <a:srgbClr val="000000"/>
                </a:solidFill>
                <a:cs typeface="Arial" charset="0"/>
              </a:rPr>
              <a:t> PDC</a:t>
            </a:r>
            <a:endParaRPr lang="en-US" sz="2000" dirty="0"/>
          </a:p>
          <a:p>
            <a:pPr marL="169863" indent="-169863" algn="l">
              <a:spcBef>
                <a:spcPct val="30000"/>
              </a:spcBef>
              <a:buClrTx/>
              <a:buSzPct val="80000"/>
              <a:buFontTx/>
              <a:buBlip>
                <a:blip r:embed="rId26"/>
              </a:buBlip>
            </a:pPr>
            <a:r>
              <a:rPr lang="de-DE" sz="2000" dirty="0">
                <a:solidFill>
                  <a:srgbClr val="000000"/>
                </a:solidFill>
                <a:cs typeface="Arial" charset="0"/>
              </a:rPr>
              <a:t>Maître </a:t>
            </a:r>
            <a:r>
              <a:rPr lang="de-DE" sz="2000" dirty="0" err="1" smtClean="0">
                <a:solidFill>
                  <a:srgbClr val="000000"/>
                </a:solidFill>
                <a:cs typeface="Arial" charset="0"/>
              </a:rPr>
              <a:t>d'infrastructure</a:t>
            </a:r>
            <a:endParaRPr lang="en-US" sz="2000" dirty="0">
              <a:solidFill>
                <a:srgbClr val="000000"/>
              </a:solidFill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>
                <a:solidFill>
                  <a:srgbClr val="000000"/>
                </a:solidFill>
              </a:rPr>
              <a:t>2. </a:t>
            </a:r>
            <a:r>
              <a:rPr lang="de-DE" dirty="0" err="1" smtClean="0">
                <a:solidFill>
                  <a:srgbClr val="000000"/>
                </a:solidFill>
              </a:rPr>
              <a:t>Fonctionnement</a:t>
            </a:r>
            <a:r>
              <a:rPr lang="de-DE" dirty="0" smtClean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d'Active</a:t>
            </a:r>
            <a:r>
              <a:rPr lang="de-DE" dirty="0">
                <a:solidFill>
                  <a:srgbClr val="000000"/>
                </a:solidFill>
              </a:rPr>
              <a:t> Directory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15747" name="Rectangle 1027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 err="1">
                <a:solidFill>
                  <a:srgbClr val="000000"/>
                </a:solidFill>
              </a:rPr>
              <a:t>Définition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d'un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service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d'annuaire</a:t>
            </a:r>
            <a:endParaRPr lang="en-US" dirty="0"/>
          </a:p>
          <a:p>
            <a:r>
              <a:rPr lang="de-DE" dirty="0" err="1">
                <a:solidFill>
                  <a:srgbClr val="000000"/>
                </a:solidFill>
              </a:rPr>
              <a:t>Définition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d'un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schéma</a:t>
            </a:r>
            <a:endParaRPr lang="en-US" dirty="0"/>
          </a:p>
          <a:p>
            <a:r>
              <a:rPr lang="de-DE" dirty="0" err="1">
                <a:solidFill>
                  <a:srgbClr val="000000"/>
                </a:solidFill>
              </a:rPr>
              <a:t>Définition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d'un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catalogue</a:t>
            </a:r>
            <a:r>
              <a:rPr lang="de-DE" dirty="0">
                <a:solidFill>
                  <a:srgbClr val="000000"/>
                </a:solidFill>
              </a:rPr>
              <a:t> global</a:t>
            </a:r>
            <a:endParaRPr lang="en-US" dirty="0"/>
          </a:p>
          <a:p>
            <a:r>
              <a:rPr lang="de-DE" dirty="0">
                <a:solidFill>
                  <a:srgbClr val="000000"/>
                </a:solidFill>
              </a:rPr>
              <a:t>D</a:t>
            </a:r>
            <a:r>
              <a:rPr lang="fr-FR" dirty="0" err="1">
                <a:solidFill>
                  <a:srgbClr val="000000"/>
                </a:solidFill>
              </a:rPr>
              <a:t>éfinition</a:t>
            </a:r>
            <a:r>
              <a:rPr lang="fr-FR" dirty="0">
                <a:solidFill>
                  <a:srgbClr val="000000"/>
                </a:solidFill>
              </a:rPr>
              <a:t> d'un nom unique et d'un nom unique </a:t>
            </a:r>
            <a:r>
              <a:rPr lang="fr-FR" dirty="0" smtClean="0">
                <a:solidFill>
                  <a:srgbClr val="000000"/>
                </a:solidFill>
              </a:rPr>
              <a:t>relatif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>
                <a:solidFill>
                  <a:srgbClr val="C00000"/>
                </a:solidFill>
              </a:rPr>
              <a:t>Définition</a:t>
            </a:r>
            <a:r>
              <a:rPr lang="de-DE" b="1" dirty="0">
                <a:solidFill>
                  <a:srgbClr val="C00000"/>
                </a:solidFill>
              </a:rPr>
              <a:t> </a:t>
            </a:r>
            <a:r>
              <a:rPr lang="de-DE" b="1" dirty="0" err="1">
                <a:solidFill>
                  <a:srgbClr val="C00000"/>
                </a:solidFill>
              </a:rPr>
              <a:t>d'un</a:t>
            </a:r>
            <a:r>
              <a:rPr lang="de-DE" b="1" dirty="0">
                <a:solidFill>
                  <a:srgbClr val="C00000"/>
                </a:solidFill>
              </a:rPr>
              <a:t> </a:t>
            </a:r>
            <a:r>
              <a:rPr lang="de-DE" b="1" dirty="0" err="1">
                <a:solidFill>
                  <a:srgbClr val="C00000"/>
                </a:solidFill>
              </a:rPr>
              <a:t>service</a:t>
            </a:r>
            <a:r>
              <a:rPr lang="de-DE" b="1" dirty="0">
                <a:solidFill>
                  <a:srgbClr val="C00000"/>
                </a:solidFill>
              </a:rPr>
              <a:t> </a:t>
            </a:r>
            <a:r>
              <a:rPr lang="de-DE" b="1" dirty="0" err="1">
                <a:solidFill>
                  <a:srgbClr val="C00000"/>
                </a:solidFill>
              </a:rPr>
              <a:t>d'annuaire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16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46743" y="1314450"/>
            <a:ext cx="8665028" cy="749300"/>
          </a:xfrm>
        </p:spPr>
        <p:txBody>
          <a:bodyPr>
            <a:noAutofit/>
          </a:bodyPr>
          <a:lstStyle/>
          <a:p>
            <a:pPr marL="0" indent="0">
              <a:buFont typeface="Wingdings" pitchFamily="2" charset="2"/>
              <a:buNone/>
            </a:pPr>
            <a:r>
              <a:rPr lang="de-DE" dirty="0" err="1">
                <a:solidFill>
                  <a:srgbClr val="000000"/>
                </a:solidFill>
              </a:rPr>
              <a:t>Un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référentiel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d'informations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structur</a:t>
            </a:r>
            <a:r>
              <a:rPr lang="fr-FR" dirty="0">
                <a:solidFill>
                  <a:srgbClr val="000000"/>
                </a:solidFill>
              </a:rPr>
              <a:t>é sur les personnes et les ressources d'une organisation</a:t>
            </a:r>
            <a:endParaRPr lang="en-US" dirty="0"/>
          </a:p>
        </p:txBody>
      </p:sp>
      <p:sp>
        <p:nvSpPr>
          <p:cNvPr id="417207" name="Freeform 439"/>
          <p:cNvSpPr>
            <a:spLocks/>
          </p:cNvSpPr>
          <p:nvPr/>
        </p:nvSpPr>
        <p:spPr bwMode="auto">
          <a:xfrm>
            <a:off x="4330700" y="3490456"/>
            <a:ext cx="958850" cy="1757362"/>
          </a:xfrm>
          <a:custGeom>
            <a:avLst/>
            <a:gdLst/>
            <a:ahLst/>
            <a:cxnLst>
              <a:cxn ang="0">
                <a:pos x="0" y="689"/>
              </a:cxn>
              <a:cxn ang="0">
                <a:pos x="604" y="0"/>
              </a:cxn>
              <a:cxn ang="0">
                <a:pos x="604" y="1107"/>
              </a:cxn>
              <a:cxn ang="0">
                <a:pos x="0" y="689"/>
              </a:cxn>
            </a:cxnLst>
            <a:rect l="0" t="0" r="r" b="b"/>
            <a:pathLst>
              <a:path w="604" h="1107">
                <a:moveTo>
                  <a:pt x="0" y="689"/>
                </a:moveTo>
                <a:lnTo>
                  <a:pt x="604" y="0"/>
                </a:lnTo>
                <a:lnTo>
                  <a:pt x="604" y="1107"/>
                </a:lnTo>
                <a:lnTo>
                  <a:pt x="0" y="689"/>
                </a:lnTo>
                <a:close/>
              </a:path>
            </a:pathLst>
          </a:custGeom>
          <a:solidFill>
            <a:srgbClr val="8DACD0">
              <a:alpha val="50000"/>
            </a:srgb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graphicFrame>
        <p:nvGraphicFramePr>
          <p:cNvPr id="417411" name="Group 643"/>
          <p:cNvGraphicFramePr>
            <a:graphicFrameLocks noGrp="1"/>
          </p:cNvGraphicFramePr>
          <p:nvPr/>
        </p:nvGraphicFramePr>
        <p:xfrm>
          <a:off x="5146675" y="3406317"/>
          <a:ext cx="3445782" cy="2326821"/>
        </p:xfrm>
        <a:graphic>
          <a:graphicData uri="http://schemas.openxmlformats.org/drawingml/2006/table">
            <a:tbl>
              <a:tblPr/>
              <a:tblGrid>
                <a:gridCol w="1715932"/>
                <a:gridCol w="1729850"/>
              </a:tblGrid>
              <a:tr h="443204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Rosalie Mignon</a:t>
                      </a:r>
                      <a:r>
                        <a:rPr kumimoji="0" lang="de-DE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4801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e-DE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Attributs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de-DE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Valeurs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4E4BF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</a:tr>
              <a:tr h="140347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Nom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Bâtiment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Étage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Rosalie Mignon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117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pSp>
        <p:nvGrpSpPr>
          <p:cNvPr id="170" name="Groupe 169"/>
          <p:cNvGrpSpPr/>
          <p:nvPr/>
        </p:nvGrpSpPr>
        <p:grpSpPr>
          <a:xfrm>
            <a:off x="1382713" y="2299831"/>
            <a:ext cx="3143250" cy="4338637"/>
            <a:chOff x="1382713" y="2299831"/>
            <a:chExt cx="3143250" cy="4338637"/>
          </a:xfrm>
        </p:grpSpPr>
        <p:sp>
          <p:nvSpPr>
            <p:cNvPr id="417209" name="AutoShape 441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382713" y="2299831"/>
              <a:ext cx="3143250" cy="4338637"/>
            </a:xfrm>
            <a:prstGeom prst="roundRect">
              <a:avLst>
                <a:gd name="adj" fmla="val 3995"/>
              </a:avLst>
            </a:prstGeom>
            <a:solidFill>
              <a:srgbClr val="F0F1E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endParaRPr lang="fr-FR"/>
            </a:p>
          </p:txBody>
        </p:sp>
        <p:sp>
          <p:nvSpPr>
            <p:cNvPr id="417210" name="Freeform 442"/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2743200" y="4353148"/>
              <a:ext cx="385763" cy="2476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80"/>
                </a:cxn>
                <a:cxn ang="0">
                  <a:pos x="240" y="480"/>
                </a:cxn>
              </a:cxnLst>
              <a:rect l="0" t="0" r="r" b="b"/>
              <a:pathLst>
                <a:path w="240" h="480">
                  <a:moveTo>
                    <a:pt x="0" y="0"/>
                  </a:moveTo>
                  <a:lnTo>
                    <a:pt x="0" y="480"/>
                  </a:lnTo>
                  <a:lnTo>
                    <a:pt x="240" y="480"/>
                  </a:lnTo>
                </a:path>
              </a:pathLst>
            </a:custGeom>
            <a:noFill/>
            <a:ln w="19050" cap="flat" cmpd="sng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211" name="Freeform 443"/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2743200" y="3543523"/>
              <a:ext cx="385763" cy="2476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80"/>
                </a:cxn>
                <a:cxn ang="0">
                  <a:pos x="240" y="480"/>
                </a:cxn>
              </a:cxnLst>
              <a:rect l="0" t="0" r="r" b="b"/>
              <a:pathLst>
                <a:path w="240" h="480">
                  <a:moveTo>
                    <a:pt x="0" y="0"/>
                  </a:moveTo>
                  <a:lnTo>
                    <a:pt x="0" y="480"/>
                  </a:lnTo>
                  <a:lnTo>
                    <a:pt x="240" y="480"/>
                  </a:lnTo>
                </a:path>
              </a:pathLst>
            </a:custGeom>
            <a:noFill/>
            <a:ln w="19050" cap="flat" cmpd="sng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260" name="Text Box 492"/>
            <p:cNvSpPr txBox="1">
              <a:spLocks noChangeArrowheads="1"/>
            </p:cNvSpPr>
            <p:nvPr/>
          </p:nvSpPr>
          <p:spPr bwMode="auto">
            <a:xfrm>
              <a:off x="1979613" y="2537048"/>
              <a:ext cx="847725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  <a:buClrTx/>
                <a:buFontTx/>
                <a:buNone/>
              </a:pPr>
              <a:r>
                <a:rPr lang="de-DE" sz="1600" b="0">
                  <a:solidFill>
                    <a:srgbClr val="000000"/>
                  </a:solidFill>
                  <a:cs typeface="Arial" charset="0"/>
                </a:rPr>
                <a:t>Domaine</a:t>
              </a:r>
              <a:endParaRPr lang="en-US" sz="1600" b="0"/>
            </a:p>
          </p:txBody>
        </p:sp>
        <p:sp>
          <p:nvSpPr>
            <p:cNvPr id="417261" name="Line 493"/>
            <p:cNvSpPr>
              <a:spLocks noChangeShapeType="1"/>
            </p:cNvSpPr>
            <p:nvPr>
              <p:custDataLst>
                <p:tags r:id="rId4"/>
              </p:custDataLst>
            </p:nvPr>
          </p:nvSpPr>
          <p:spPr bwMode="auto">
            <a:xfrm>
              <a:off x="1704975" y="3089498"/>
              <a:ext cx="385763" cy="0"/>
            </a:xfrm>
            <a:prstGeom prst="line">
              <a:avLst/>
            </a:prstGeom>
            <a:noFill/>
            <a:ln w="19050">
              <a:solidFill>
                <a:srgbClr val="333333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262" name="Freeform 494"/>
            <p:cNvSpPr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1698625" y="2916460"/>
              <a:ext cx="376238" cy="19923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80"/>
                </a:cxn>
                <a:cxn ang="0">
                  <a:pos x="240" y="480"/>
                </a:cxn>
              </a:cxnLst>
              <a:rect l="0" t="0" r="r" b="b"/>
              <a:pathLst>
                <a:path w="240" h="480">
                  <a:moveTo>
                    <a:pt x="0" y="0"/>
                  </a:moveTo>
                  <a:lnTo>
                    <a:pt x="0" y="480"/>
                  </a:lnTo>
                  <a:lnTo>
                    <a:pt x="240" y="480"/>
                  </a:lnTo>
                </a:path>
              </a:pathLst>
            </a:custGeom>
            <a:noFill/>
            <a:ln w="19050" cap="flat" cmpd="sng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284" name="Freeform 516"/>
            <p:cNvSpPr>
              <a:spLocks/>
            </p:cNvSpPr>
            <p:nvPr>
              <p:custDataLst>
                <p:tags r:id="rId6"/>
              </p:custDataLst>
            </p:nvPr>
          </p:nvSpPr>
          <p:spPr bwMode="auto">
            <a:xfrm>
              <a:off x="2266950" y="3173635"/>
              <a:ext cx="387350" cy="2476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80"/>
                </a:cxn>
                <a:cxn ang="0">
                  <a:pos x="240" y="480"/>
                </a:cxn>
              </a:cxnLst>
              <a:rect l="0" t="0" r="r" b="b"/>
              <a:pathLst>
                <a:path w="240" h="480">
                  <a:moveTo>
                    <a:pt x="0" y="0"/>
                  </a:moveTo>
                  <a:lnTo>
                    <a:pt x="0" y="480"/>
                  </a:lnTo>
                  <a:lnTo>
                    <a:pt x="240" y="480"/>
                  </a:lnTo>
                </a:path>
              </a:pathLst>
            </a:custGeom>
            <a:noFill/>
            <a:ln w="19050" cap="flat" cmpd="sng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292" name="Text Box 524"/>
            <p:cNvSpPr txBox="1">
              <a:spLocks noChangeArrowheads="1"/>
            </p:cNvSpPr>
            <p:nvPr/>
          </p:nvSpPr>
          <p:spPr bwMode="auto">
            <a:xfrm>
              <a:off x="2398713" y="2905348"/>
              <a:ext cx="52705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  <a:buClrTx/>
                <a:buFontTx/>
                <a:buNone/>
              </a:pPr>
              <a:r>
                <a:rPr lang="de-DE" sz="1600" b="0">
                  <a:solidFill>
                    <a:srgbClr val="000000"/>
                  </a:solidFill>
                  <a:cs typeface="Arial" charset="0"/>
                </a:rPr>
                <a:t>OU1</a:t>
              </a:r>
              <a:endParaRPr lang="en-US" sz="1600" b="0"/>
            </a:p>
          </p:txBody>
        </p:sp>
        <p:sp>
          <p:nvSpPr>
            <p:cNvPr id="417300" name="Text Box 532"/>
            <p:cNvSpPr txBox="1">
              <a:spLocks noChangeArrowheads="1"/>
            </p:cNvSpPr>
            <p:nvPr/>
          </p:nvSpPr>
          <p:spPr bwMode="auto">
            <a:xfrm>
              <a:off x="2895600" y="3248248"/>
              <a:ext cx="1052513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  <a:buClrTx/>
                <a:buFontTx/>
                <a:buNone/>
              </a:pPr>
              <a:r>
                <a:rPr lang="de-DE" sz="1600" b="0">
                  <a:solidFill>
                    <a:srgbClr val="000000"/>
                  </a:solidFill>
                  <a:cs typeface="Arial" charset="0"/>
                </a:rPr>
                <a:t>Ordinateurs</a:t>
              </a:r>
              <a:endParaRPr lang="en-US" sz="1600" b="0"/>
            </a:p>
          </p:txBody>
        </p:sp>
        <p:sp>
          <p:nvSpPr>
            <p:cNvPr id="417301" name="Text Box 533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3325813" y="3611785"/>
              <a:ext cx="1106487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  <a:buClrTx/>
                <a:buFontTx/>
                <a:buNone/>
              </a:pPr>
              <a:r>
                <a:rPr lang="de-DE" sz="1600" b="0">
                  <a:solidFill>
                    <a:srgbClr val="000000"/>
                  </a:solidFill>
                </a:rPr>
                <a:t>Ordinateur</a:t>
              </a:r>
              <a:r>
                <a:rPr lang="en-US" sz="1600" b="0"/>
                <a:t> 1</a:t>
              </a:r>
            </a:p>
          </p:txBody>
        </p:sp>
        <p:sp>
          <p:nvSpPr>
            <p:cNvPr id="417302" name="Freeform 534"/>
            <p:cNvSpPr>
              <a:spLocks/>
            </p:cNvSpPr>
            <p:nvPr>
              <p:custDataLst>
                <p:tags r:id="rId8"/>
              </p:custDataLst>
            </p:nvPr>
          </p:nvSpPr>
          <p:spPr bwMode="auto">
            <a:xfrm>
              <a:off x="2266950" y="3422873"/>
              <a:ext cx="387350" cy="8064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80"/>
                </a:cxn>
                <a:cxn ang="0">
                  <a:pos x="240" y="480"/>
                </a:cxn>
              </a:cxnLst>
              <a:rect l="0" t="0" r="r" b="b"/>
              <a:pathLst>
                <a:path w="240" h="480">
                  <a:moveTo>
                    <a:pt x="0" y="0"/>
                  </a:moveTo>
                  <a:lnTo>
                    <a:pt x="0" y="480"/>
                  </a:lnTo>
                  <a:lnTo>
                    <a:pt x="240" y="480"/>
                  </a:lnTo>
                </a:path>
              </a:pathLst>
            </a:custGeom>
            <a:noFill/>
            <a:ln w="19050" cap="flat" cmpd="sng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310" name="Text Box 542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2870200" y="4067398"/>
              <a:ext cx="1006475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  <a:buClrTx/>
                <a:buFontTx/>
                <a:buNone/>
              </a:pPr>
              <a:r>
                <a:rPr lang="de-DE" sz="1600" b="0">
                  <a:solidFill>
                    <a:srgbClr val="000000"/>
                  </a:solidFill>
                </a:rPr>
                <a:t>Utilisateurs</a:t>
              </a:r>
              <a:endParaRPr lang="en-US" sz="1600" b="0">
                <a:solidFill>
                  <a:srgbClr val="000000"/>
                </a:solidFill>
              </a:endParaRPr>
            </a:p>
          </p:txBody>
        </p:sp>
        <p:sp>
          <p:nvSpPr>
            <p:cNvPr id="417311" name="Text Box 543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3279775" y="4454748"/>
              <a:ext cx="106045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  <a:buClrTx/>
                <a:buFontTx/>
                <a:buNone/>
              </a:pPr>
              <a:r>
                <a:rPr lang="de-DE" sz="1600" b="0">
                  <a:solidFill>
                    <a:srgbClr val="000000"/>
                  </a:solidFill>
                </a:rPr>
                <a:t>Utilisateur</a:t>
              </a:r>
              <a:r>
                <a:rPr lang="en-US" sz="1600"/>
                <a:t> </a:t>
              </a:r>
              <a:r>
                <a:rPr lang="en-US" sz="1600" b="0"/>
                <a:t>1</a:t>
              </a:r>
            </a:p>
          </p:txBody>
        </p:sp>
        <p:sp>
          <p:nvSpPr>
            <p:cNvPr id="417312" name="Freeform 544"/>
            <p:cNvSpPr>
              <a:spLocks/>
            </p:cNvSpPr>
            <p:nvPr>
              <p:custDataLst>
                <p:tags r:id="rId11"/>
              </p:custDataLst>
            </p:nvPr>
          </p:nvSpPr>
          <p:spPr bwMode="auto">
            <a:xfrm>
              <a:off x="2743200" y="6207348"/>
              <a:ext cx="385763" cy="2476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80"/>
                </a:cxn>
                <a:cxn ang="0">
                  <a:pos x="240" y="480"/>
                </a:cxn>
              </a:cxnLst>
              <a:rect l="0" t="0" r="r" b="b"/>
              <a:pathLst>
                <a:path w="240" h="480">
                  <a:moveTo>
                    <a:pt x="0" y="0"/>
                  </a:moveTo>
                  <a:lnTo>
                    <a:pt x="0" y="480"/>
                  </a:lnTo>
                  <a:lnTo>
                    <a:pt x="240" y="480"/>
                  </a:lnTo>
                </a:path>
              </a:pathLst>
            </a:custGeom>
            <a:noFill/>
            <a:ln w="19050" cap="flat" cmpd="sng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313" name="Freeform 545"/>
            <p:cNvSpPr>
              <a:spLocks/>
            </p:cNvSpPr>
            <p:nvPr>
              <p:custDataLst>
                <p:tags r:id="rId12"/>
              </p:custDataLst>
            </p:nvPr>
          </p:nvSpPr>
          <p:spPr bwMode="auto">
            <a:xfrm>
              <a:off x="2743200" y="5397723"/>
              <a:ext cx="385763" cy="24765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80"/>
                </a:cxn>
                <a:cxn ang="0">
                  <a:pos x="240" y="480"/>
                </a:cxn>
              </a:cxnLst>
              <a:rect l="0" t="0" r="r" b="b"/>
              <a:pathLst>
                <a:path w="240" h="480">
                  <a:moveTo>
                    <a:pt x="0" y="0"/>
                  </a:moveTo>
                  <a:lnTo>
                    <a:pt x="0" y="480"/>
                  </a:lnTo>
                  <a:lnTo>
                    <a:pt x="240" y="480"/>
                  </a:lnTo>
                </a:path>
              </a:pathLst>
            </a:custGeom>
            <a:noFill/>
            <a:ln w="19050" cap="flat" cmpd="sng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346" name="Freeform 578"/>
            <p:cNvSpPr>
              <a:spLocks/>
            </p:cNvSpPr>
            <p:nvPr>
              <p:custDataLst>
                <p:tags r:id="rId13"/>
              </p:custDataLst>
            </p:nvPr>
          </p:nvSpPr>
          <p:spPr bwMode="auto">
            <a:xfrm>
              <a:off x="2266950" y="4929410"/>
              <a:ext cx="387350" cy="3460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80"/>
                </a:cxn>
                <a:cxn ang="0">
                  <a:pos x="240" y="480"/>
                </a:cxn>
              </a:cxnLst>
              <a:rect l="0" t="0" r="r" b="b"/>
              <a:pathLst>
                <a:path w="240" h="480">
                  <a:moveTo>
                    <a:pt x="0" y="0"/>
                  </a:moveTo>
                  <a:lnTo>
                    <a:pt x="0" y="480"/>
                  </a:lnTo>
                  <a:lnTo>
                    <a:pt x="240" y="480"/>
                  </a:lnTo>
                </a:path>
              </a:pathLst>
            </a:custGeom>
            <a:noFill/>
            <a:ln w="19050" cap="flat" cmpd="sng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354" name="Text Box 586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870200" y="5131023"/>
              <a:ext cx="1006475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  <a:buClrTx/>
                <a:buFontTx/>
                <a:buNone/>
              </a:pPr>
              <a:r>
                <a:rPr lang="de-DE" sz="1600" b="0">
                  <a:solidFill>
                    <a:srgbClr val="000000"/>
                  </a:solidFill>
                </a:rPr>
                <a:t>Utilisateurs</a:t>
              </a:r>
              <a:endParaRPr lang="en-US" sz="1600" b="0">
                <a:solidFill>
                  <a:srgbClr val="000000"/>
                </a:solidFill>
              </a:endParaRPr>
            </a:p>
          </p:txBody>
        </p:sp>
        <p:sp>
          <p:nvSpPr>
            <p:cNvPr id="417355" name="Freeform 587"/>
            <p:cNvSpPr>
              <a:spLocks/>
            </p:cNvSpPr>
            <p:nvPr>
              <p:custDataLst>
                <p:tags r:id="rId15"/>
              </p:custDataLst>
            </p:nvPr>
          </p:nvSpPr>
          <p:spPr bwMode="auto">
            <a:xfrm>
              <a:off x="2266950" y="5275485"/>
              <a:ext cx="387350" cy="8080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80"/>
                </a:cxn>
                <a:cxn ang="0">
                  <a:pos x="240" y="480"/>
                </a:cxn>
              </a:cxnLst>
              <a:rect l="0" t="0" r="r" b="b"/>
              <a:pathLst>
                <a:path w="240" h="480">
                  <a:moveTo>
                    <a:pt x="0" y="0"/>
                  </a:moveTo>
                  <a:lnTo>
                    <a:pt x="0" y="480"/>
                  </a:lnTo>
                  <a:lnTo>
                    <a:pt x="240" y="480"/>
                  </a:lnTo>
                </a:path>
              </a:pathLst>
            </a:custGeom>
            <a:noFill/>
            <a:ln w="19050" cap="flat" cmpd="sng">
              <a:solidFill>
                <a:srgbClr val="333333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363" name="Text Box 595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3279775" y="5521548"/>
              <a:ext cx="1144588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  <a:buClrTx/>
                <a:buFontTx/>
                <a:buNone/>
              </a:pPr>
              <a:r>
                <a:rPr lang="de-DE" sz="1600" b="0">
                  <a:solidFill>
                    <a:srgbClr val="000000"/>
                  </a:solidFill>
                </a:rPr>
                <a:t>Utilisateurs</a:t>
              </a:r>
              <a:r>
                <a:rPr lang="en-US" sz="1600"/>
                <a:t> </a:t>
              </a:r>
              <a:r>
                <a:rPr lang="en-US" sz="1600" b="0"/>
                <a:t>2</a:t>
              </a:r>
            </a:p>
          </p:txBody>
        </p:sp>
        <p:sp>
          <p:nvSpPr>
            <p:cNvPr id="417367" name="Freeform 599"/>
            <p:cNvSpPr>
              <a:spLocks/>
            </p:cNvSpPr>
            <p:nvPr>
              <p:custDataLst>
                <p:tags r:id="rId17"/>
              </p:custDataLst>
            </p:nvPr>
          </p:nvSpPr>
          <p:spPr bwMode="auto">
            <a:xfrm>
              <a:off x="2119313" y="4810348"/>
              <a:ext cx="260350" cy="207962"/>
            </a:xfrm>
            <a:custGeom>
              <a:avLst/>
              <a:gdLst/>
              <a:ahLst/>
              <a:cxnLst>
                <a:cxn ang="0">
                  <a:pos x="0" y="307"/>
                </a:cxn>
                <a:cxn ang="0">
                  <a:pos x="0" y="433"/>
                </a:cxn>
                <a:cxn ang="0">
                  <a:pos x="534" y="713"/>
                </a:cxn>
                <a:cxn ang="0">
                  <a:pos x="900" y="387"/>
                </a:cxn>
                <a:cxn ang="0">
                  <a:pos x="792" y="321"/>
                </a:cxn>
                <a:cxn ang="0">
                  <a:pos x="359" y="0"/>
                </a:cxn>
              </a:cxnLst>
              <a:rect l="0" t="0" r="r" b="b"/>
              <a:pathLst>
                <a:path w="900" h="713">
                  <a:moveTo>
                    <a:pt x="0" y="307"/>
                  </a:moveTo>
                  <a:lnTo>
                    <a:pt x="0" y="433"/>
                  </a:lnTo>
                  <a:lnTo>
                    <a:pt x="534" y="713"/>
                  </a:lnTo>
                  <a:lnTo>
                    <a:pt x="900" y="387"/>
                  </a:lnTo>
                  <a:lnTo>
                    <a:pt x="792" y="321"/>
                  </a:lnTo>
                  <a:lnTo>
                    <a:pt x="359" y="0"/>
                  </a:lnTo>
                </a:path>
              </a:pathLst>
            </a:custGeom>
            <a:gradFill rotWithShape="0">
              <a:gsLst>
                <a:gs pos="0">
                  <a:srgbClr val="C0C0C0"/>
                </a:gs>
                <a:gs pos="100000">
                  <a:srgbClr val="777777"/>
                </a:gs>
              </a:gsLst>
              <a:lin ang="2700000" scaled="1"/>
            </a:gradFill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17368" name="Freeform 600"/>
            <p:cNvSpPr>
              <a:spLocks/>
            </p:cNvSpPr>
            <p:nvPr>
              <p:custDataLst>
                <p:tags r:id="rId18"/>
              </p:custDataLst>
            </p:nvPr>
          </p:nvSpPr>
          <p:spPr bwMode="auto">
            <a:xfrm>
              <a:off x="2132013" y="4813523"/>
              <a:ext cx="236537" cy="195262"/>
            </a:xfrm>
            <a:custGeom>
              <a:avLst/>
              <a:gdLst/>
              <a:ahLst/>
              <a:cxnLst>
                <a:cxn ang="0">
                  <a:pos x="0" y="288"/>
                </a:cxn>
                <a:cxn ang="0">
                  <a:pos x="0" y="409"/>
                </a:cxn>
                <a:cxn ang="0">
                  <a:pos x="498" y="667"/>
                </a:cxn>
                <a:cxn ang="0">
                  <a:pos x="820" y="379"/>
                </a:cxn>
                <a:cxn ang="0">
                  <a:pos x="812" y="327"/>
                </a:cxn>
                <a:cxn ang="0">
                  <a:pos x="810" y="285"/>
                </a:cxn>
                <a:cxn ang="0">
                  <a:pos x="812" y="235"/>
                </a:cxn>
                <a:cxn ang="0">
                  <a:pos x="820" y="187"/>
                </a:cxn>
                <a:cxn ang="0">
                  <a:pos x="341" y="0"/>
                </a:cxn>
                <a:cxn ang="0">
                  <a:pos x="0" y="288"/>
                </a:cxn>
              </a:cxnLst>
              <a:rect l="0" t="0" r="r" b="b"/>
              <a:pathLst>
                <a:path w="820" h="667">
                  <a:moveTo>
                    <a:pt x="0" y="288"/>
                  </a:moveTo>
                  <a:lnTo>
                    <a:pt x="0" y="409"/>
                  </a:lnTo>
                  <a:lnTo>
                    <a:pt x="498" y="667"/>
                  </a:lnTo>
                  <a:lnTo>
                    <a:pt x="820" y="379"/>
                  </a:lnTo>
                  <a:lnTo>
                    <a:pt x="812" y="327"/>
                  </a:lnTo>
                  <a:lnTo>
                    <a:pt x="810" y="285"/>
                  </a:lnTo>
                  <a:lnTo>
                    <a:pt x="812" y="235"/>
                  </a:lnTo>
                  <a:lnTo>
                    <a:pt x="820" y="187"/>
                  </a:lnTo>
                  <a:lnTo>
                    <a:pt x="341" y="0"/>
                  </a:lnTo>
                  <a:lnTo>
                    <a:pt x="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FFFFCC"/>
                </a:gs>
                <a:gs pos="100000">
                  <a:srgbClr val="FFFF66"/>
                </a:gs>
              </a:gsLst>
              <a:lin ang="5400000" scaled="1"/>
            </a:gradFill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17369" name="Freeform 601"/>
            <p:cNvSpPr>
              <a:spLocks/>
            </p:cNvSpPr>
            <p:nvPr>
              <p:custDataLst>
                <p:tags r:id="rId19"/>
              </p:custDataLst>
            </p:nvPr>
          </p:nvSpPr>
          <p:spPr bwMode="auto">
            <a:xfrm>
              <a:off x="2119313" y="4789710"/>
              <a:ext cx="234950" cy="109538"/>
            </a:xfrm>
            <a:custGeom>
              <a:avLst/>
              <a:gdLst/>
              <a:ahLst/>
              <a:cxnLst>
                <a:cxn ang="0">
                  <a:pos x="367" y="66"/>
                </a:cxn>
                <a:cxn ang="0">
                  <a:pos x="0" y="376"/>
                </a:cxn>
                <a:cxn ang="0">
                  <a:pos x="432" y="358"/>
                </a:cxn>
                <a:cxn ang="0">
                  <a:pos x="811" y="0"/>
                </a:cxn>
                <a:cxn ang="0">
                  <a:pos x="367" y="66"/>
                </a:cxn>
              </a:cxnLst>
              <a:rect l="0" t="0" r="r" b="b"/>
              <a:pathLst>
                <a:path w="811" h="376">
                  <a:moveTo>
                    <a:pt x="367" y="66"/>
                  </a:moveTo>
                  <a:lnTo>
                    <a:pt x="0" y="376"/>
                  </a:lnTo>
                  <a:lnTo>
                    <a:pt x="432" y="358"/>
                  </a:lnTo>
                  <a:lnTo>
                    <a:pt x="811" y="0"/>
                  </a:lnTo>
                  <a:lnTo>
                    <a:pt x="367" y="66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777777"/>
                </a:gs>
              </a:gsLst>
              <a:lin ang="2700000" scaled="1"/>
            </a:gradFill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17370" name="Freeform 602"/>
            <p:cNvSpPr>
              <a:spLocks/>
            </p:cNvSpPr>
            <p:nvPr>
              <p:custDataLst>
                <p:tags r:id="rId20"/>
              </p:custDataLst>
            </p:nvPr>
          </p:nvSpPr>
          <p:spPr bwMode="auto">
            <a:xfrm>
              <a:off x="2139950" y="4869085"/>
              <a:ext cx="227013" cy="90488"/>
            </a:xfrm>
            <a:custGeom>
              <a:avLst/>
              <a:gdLst/>
              <a:ahLst/>
              <a:cxnLst>
                <a:cxn ang="0">
                  <a:pos x="784" y="0"/>
                </a:cxn>
                <a:cxn ang="0">
                  <a:pos x="463" y="309"/>
                </a:cxn>
                <a:cxn ang="0">
                  <a:pos x="0" y="100"/>
                </a:cxn>
              </a:cxnLst>
              <a:rect l="0" t="0" r="r" b="b"/>
              <a:pathLst>
                <a:path w="784" h="309">
                  <a:moveTo>
                    <a:pt x="784" y="0"/>
                  </a:moveTo>
                  <a:lnTo>
                    <a:pt x="463" y="309"/>
                  </a:lnTo>
                  <a:lnTo>
                    <a:pt x="0" y="100"/>
                  </a:lnTo>
                </a:path>
              </a:pathLst>
            </a:custGeom>
            <a:noFill/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17371" name="Text Box 603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398713" y="4737323"/>
              <a:ext cx="52705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  <a:buClrTx/>
                <a:buFontTx/>
                <a:buNone/>
              </a:pPr>
              <a:r>
                <a:rPr lang="en-US" sz="1600" b="0"/>
                <a:t>OU2</a:t>
              </a:r>
            </a:p>
          </p:txBody>
        </p:sp>
        <p:sp>
          <p:nvSpPr>
            <p:cNvPr id="417372" name="Text Box 604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2870200" y="5932710"/>
              <a:ext cx="1096963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  <a:buClrTx/>
                <a:buFontTx/>
                <a:buNone/>
              </a:pPr>
              <a:r>
                <a:rPr lang="de-DE" sz="1600" b="0">
                  <a:solidFill>
                    <a:srgbClr val="000000"/>
                  </a:solidFill>
                </a:rPr>
                <a:t>Imprimante</a:t>
              </a:r>
              <a:r>
                <a:rPr lang="en-US" sz="1600" b="0"/>
                <a:t>s</a:t>
              </a:r>
            </a:p>
          </p:txBody>
        </p:sp>
        <p:sp>
          <p:nvSpPr>
            <p:cNvPr id="417387" name="Text Box 619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279775" y="6254973"/>
              <a:ext cx="1157288" cy="366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lnSpc>
                  <a:spcPct val="100000"/>
                </a:lnSpc>
                <a:buClrTx/>
                <a:buFontTx/>
                <a:buNone/>
              </a:pPr>
              <a:r>
                <a:rPr lang="de-DE" sz="1600" b="0">
                  <a:solidFill>
                    <a:srgbClr val="000000"/>
                  </a:solidFill>
                </a:rPr>
                <a:t>Imprimante</a:t>
              </a:r>
              <a:r>
                <a:rPr lang="en-US"/>
                <a:t> </a:t>
              </a:r>
              <a:r>
                <a:rPr lang="en-US" sz="1600" b="0"/>
                <a:t>1</a:t>
              </a:r>
            </a:p>
          </p:txBody>
        </p:sp>
        <p:sp>
          <p:nvSpPr>
            <p:cNvPr id="417213" name="Freeform 445"/>
            <p:cNvSpPr>
              <a:spLocks/>
            </p:cNvSpPr>
            <p:nvPr>
              <p:custDataLst>
                <p:tags r:id="rId24"/>
              </p:custDataLst>
            </p:nvPr>
          </p:nvSpPr>
          <p:spPr bwMode="auto">
            <a:xfrm>
              <a:off x="2962275" y="3832448"/>
              <a:ext cx="342900" cy="139700"/>
            </a:xfrm>
            <a:custGeom>
              <a:avLst/>
              <a:gdLst/>
              <a:ahLst/>
              <a:cxnLst>
                <a:cxn ang="0">
                  <a:pos x="0" y="157"/>
                </a:cxn>
                <a:cxn ang="0">
                  <a:pos x="0" y="448"/>
                </a:cxn>
                <a:cxn ang="0">
                  <a:pos x="938" y="448"/>
                </a:cxn>
                <a:cxn ang="0">
                  <a:pos x="1116" y="322"/>
                </a:cxn>
                <a:cxn ang="0">
                  <a:pos x="1116" y="0"/>
                </a:cxn>
                <a:cxn ang="0">
                  <a:pos x="211" y="0"/>
                </a:cxn>
                <a:cxn ang="0">
                  <a:pos x="0" y="157"/>
                </a:cxn>
              </a:cxnLst>
              <a:rect l="0" t="0" r="r" b="b"/>
              <a:pathLst>
                <a:path w="1117" h="449">
                  <a:moveTo>
                    <a:pt x="0" y="157"/>
                  </a:moveTo>
                  <a:lnTo>
                    <a:pt x="0" y="448"/>
                  </a:lnTo>
                  <a:lnTo>
                    <a:pt x="938" y="448"/>
                  </a:lnTo>
                  <a:lnTo>
                    <a:pt x="1116" y="322"/>
                  </a:lnTo>
                  <a:lnTo>
                    <a:pt x="1116" y="0"/>
                  </a:lnTo>
                  <a:lnTo>
                    <a:pt x="211" y="0"/>
                  </a:lnTo>
                  <a:lnTo>
                    <a:pt x="0" y="157"/>
                  </a:lnTo>
                </a:path>
              </a:pathLst>
            </a:custGeom>
            <a:solidFill>
              <a:srgbClr val="333333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214" name="Freeform 446"/>
            <p:cNvSpPr>
              <a:spLocks/>
            </p:cNvSpPr>
            <p:nvPr>
              <p:custDataLst>
                <p:tags r:id="rId25"/>
              </p:custDataLst>
            </p:nvPr>
          </p:nvSpPr>
          <p:spPr bwMode="auto">
            <a:xfrm>
              <a:off x="2947988" y="3816573"/>
              <a:ext cx="342900" cy="139700"/>
            </a:xfrm>
            <a:custGeom>
              <a:avLst/>
              <a:gdLst/>
              <a:ahLst/>
              <a:cxnLst>
                <a:cxn ang="0">
                  <a:pos x="0" y="157"/>
                </a:cxn>
                <a:cxn ang="0">
                  <a:pos x="0" y="448"/>
                </a:cxn>
                <a:cxn ang="0">
                  <a:pos x="938" y="448"/>
                </a:cxn>
                <a:cxn ang="0">
                  <a:pos x="1116" y="322"/>
                </a:cxn>
                <a:cxn ang="0">
                  <a:pos x="1116" y="0"/>
                </a:cxn>
                <a:cxn ang="0">
                  <a:pos x="211" y="0"/>
                </a:cxn>
                <a:cxn ang="0">
                  <a:pos x="0" y="157"/>
                </a:cxn>
              </a:cxnLst>
              <a:rect l="0" t="0" r="r" b="b"/>
              <a:pathLst>
                <a:path w="1117" h="449">
                  <a:moveTo>
                    <a:pt x="0" y="157"/>
                  </a:moveTo>
                  <a:lnTo>
                    <a:pt x="0" y="448"/>
                  </a:lnTo>
                  <a:lnTo>
                    <a:pt x="938" y="448"/>
                  </a:lnTo>
                  <a:lnTo>
                    <a:pt x="1116" y="322"/>
                  </a:lnTo>
                  <a:lnTo>
                    <a:pt x="1116" y="0"/>
                  </a:lnTo>
                  <a:lnTo>
                    <a:pt x="211" y="0"/>
                  </a:lnTo>
                  <a:lnTo>
                    <a:pt x="0" y="157"/>
                  </a:lnTo>
                </a:path>
              </a:pathLst>
            </a:custGeom>
            <a:solidFill>
              <a:srgbClr val="919191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215" name="Rectangle 447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2965450" y="3870548"/>
              <a:ext cx="261938" cy="69850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16" name="Rectangle 448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2978150" y="3883248"/>
              <a:ext cx="249238" cy="57150"/>
            </a:xfrm>
            <a:prstGeom prst="rect">
              <a:avLst/>
            </a:prstGeom>
            <a:solidFill>
              <a:schemeClr val="folHlink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17" name="Rectangle 449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3128963" y="3897535"/>
              <a:ext cx="87312" cy="12700"/>
            </a:xfrm>
            <a:prstGeom prst="rect">
              <a:avLst/>
            </a:prstGeom>
            <a:solidFill>
              <a:schemeClr val="tx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18" name="Rectangle 450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2984500" y="3895948"/>
              <a:ext cx="31750" cy="17462"/>
            </a:xfrm>
            <a:prstGeom prst="rect">
              <a:avLst/>
            </a:prstGeom>
            <a:solidFill>
              <a:srgbClr val="037C03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19" name="Freeform 451"/>
            <p:cNvSpPr>
              <a:spLocks/>
            </p:cNvSpPr>
            <p:nvPr>
              <p:custDataLst>
                <p:tags r:id="rId30"/>
              </p:custDataLst>
            </p:nvPr>
          </p:nvSpPr>
          <p:spPr bwMode="auto">
            <a:xfrm>
              <a:off x="2994025" y="3638773"/>
              <a:ext cx="276225" cy="219075"/>
            </a:xfrm>
            <a:custGeom>
              <a:avLst/>
              <a:gdLst/>
              <a:ahLst/>
              <a:cxnLst>
                <a:cxn ang="0">
                  <a:pos x="0" y="708"/>
                </a:cxn>
                <a:cxn ang="0">
                  <a:pos x="740" y="708"/>
                </a:cxn>
                <a:cxn ang="0">
                  <a:pos x="898" y="598"/>
                </a:cxn>
                <a:cxn ang="0">
                  <a:pos x="898" y="0"/>
                </a:cxn>
                <a:cxn ang="0">
                  <a:pos x="126" y="0"/>
                </a:cxn>
                <a:cxn ang="0">
                  <a:pos x="0" y="94"/>
                </a:cxn>
                <a:cxn ang="0">
                  <a:pos x="0" y="708"/>
                </a:cxn>
              </a:cxnLst>
              <a:rect l="0" t="0" r="r" b="b"/>
              <a:pathLst>
                <a:path w="899" h="709">
                  <a:moveTo>
                    <a:pt x="0" y="708"/>
                  </a:moveTo>
                  <a:lnTo>
                    <a:pt x="740" y="708"/>
                  </a:lnTo>
                  <a:lnTo>
                    <a:pt x="898" y="598"/>
                  </a:lnTo>
                  <a:lnTo>
                    <a:pt x="898" y="0"/>
                  </a:lnTo>
                  <a:lnTo>
                    <a:pt x="126" y="0"/>
                  </a:lnTo>
                  <a:lnTo>
                    <a:pt x="0" y="94"/>
                  </a:lnTo>
                  <a:lnTo>
                    <a:pt x="0" y="708"/>
                  </a:lnTo>
                </a:path>
              </a:pathLst>
            </a:custGeom>
            <a:solidFill>
              <a:srgbClr val="333333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221" name="Freeform 453"/>
            <p:cNvSpPr>
              <a:spLocks/>
            </p:cNvSpPr>
            <p:nvPr>
              <p:custDataLst>
                <p:tags r:id="rId31"/>
              </p:custDataLst>
            </p:nvPr>
          </p:nvSpPr>
          <p:spPr bwMode="auto">
            <a:xfrm>
              <a:off x="2978150" y="3624485"/>
              <a:ext cx="276225" cy="219075"/>
            </a:xfrm>
            <a:custGeom>
              <a:avLst/>
              <a:gdLst/>
              <a:ahLst/>
              <a:cxnLst>
                <a:cxn ang="0">
                  <a:pos x="0" y="708"/>
                </a:cxn>
                <a:cxn ang="0">
                  <a:pos x="740" y="708"/>
                </a:cxn>
                <a:cxn ang="0">
                  <a:pos x="898" y="598"/>
                </a:cxn>
                <a:cxn ang="0">
                  <a:pos x="898" y="0"/>
                </a:cxn>
                <a:cxn ang="0">
                  <a:pos x="126" y="0"/>
                </a:cxn>
                <a:cxn ang="0">
                  <a:pos x="0" y="94"/>
                </a:cxn>
                <a:cxn ang="0">
                  <a:pos x="0" y="708"/>
                </a:cxn>
              </a:cxnLst>
              <a:rect l="0" t="0" r="r" b="b"/>
              <a:pathLst>
                <a:path w="899" h="709">
                  <a:moveTo>
                    <a:pt x="0" y="708"/>
                  </a:moveTo>
                  <a:lnTo>
                    <a:pt x="740" y="708"/>
                  </a:lnTo>
                  <a:lnTo>
                    <a:pt x="898" y="598"/>
                  </a:lnTo>
                  <a:lnTo>
                    <a:pt x="898" y="0"/>
                  </a:lnTo>
                  <a:lnTo>
                    <a:pt x="126" y="0"/>
                  </a:lnTo>
                  <a:lnTo>
                    <a:pt x="0" y="94"/>
                  </a:lnTo>
                  <a:lnTo>
                    <a:pt x="0" y="708"/>
                  </a:lnTo>
                </a:path>
              </a:pathLst>
            </a:custGeom>
            <a:solidFill>
              <a:srgbClr val="919191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222" name="Rectangle 454"/>
            <p:cNvSpPr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2994025" y="3657823"/>
              <a:ext cx="206375" cy="169862"/>
            </a:xfrm>
            <a:prstGeom prst="rect">
              <a:avLst/>
            </a:prstGeom>
            <a:solidFill>
              <a:schemeClr val="folHlink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23" name="Rectangle 455"/>
            <p:cNvSpPr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2994025" y="3657823"/>
              <a:ext cx="192088" cy="158750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24" name="Rectangle 456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3019425" y="3638773"/>
              <a:ext cx="198438" cy="15875"/>
            </a:xfrm>
            <a:prstGeom prst="rect">
              <a:avLst/>
            </a:prstGeom>
            <a:solidFill>
              <a:schemeClr val="folHlink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25" name="Rectangle 457"/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3003550" y="3672110"/>
              <a:ext cx="166688" cy="128588"/>
            </a:xfrm>
            <a:prstGeom prst="rect">
              <a:avLst/>
            </a:prstGeom>
            <a:solidFill>
              <a:srgbClr val="91919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26" name="Rectangle 458"/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3014663" y="3683223"/>
              <a:ext cx="144462" cy="106362"/>
            </a:xfrm>
            <a:prstGeom prst="rect">
              <a:avLst/>
            </a:prstGeom>
            <a:solidFill>
              <a:schemeClr val="tx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27" name="Rectangle 459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3025775" y="3695923"/>
              <a:ext cx="133350" cy="93662"/>
            </a:xfrm>
            <a:prstGeom prst="rect">
              <a:avLst/>
            </a:prstGeom>
            <a:solidFill>
              <a:srgbClr val="063DE8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29" name="Freeform 461"/>
            <p:cNvSpPr>
              <a:spLocks/>
            </p:cNvSpPr>
            <p:nvPr>
              <p:custDataLst>
                <p:tags r:id="rId38"/>
              </p:custDataLst>
            </p:nvPr>
          </p:nvSpPr>
          <p:spPr bwMode="auto">
            <a:xfrm>
              <a:off x="3024188" y="4488085"/>
              <a:ext cx="192087" cy="285750"/>
            </a:xfrm>
            <a:custGeom>
              <a:avLst/>
              <a:gdLst/>
              <a:ahLst/>
              <a:cxnLst>
                <a:cxn ang="0">
                  <a:pos x="488" y="14"/>
                </a:cxn>
                <a:cxn ang="0">
                  <a:pos x="488" y="497"/>
                </a:cxn>
                <a:cxn ang="0">
                  <a:pos x="285" y="497"/>
                </a:cxn>
                <a:cxn ang="0">
                  <a:pos x="285" y="732"/>
                </a:cxn>
                <a:cxn ang="0">
                  <a:pos x="0" y="732"/>
                </a:cxn>
                <a:cxn ang="0">
                  <a:pos x="0" y="0"/>
                </a:cxn>
                <a:cxn ang="0">
                  <a:pos x="488" y="14"/>
                </a:cxn>
              </a:cxnLst>
              <a:rect l="0" t="0" r="r" b="b"/>
              <a:pathLst>
                <a:path w="489" h="733">
                  <a:moveTo>
                    <a:pt x="488" y="14"/>
                  </a:moveTo>
                  <a:lnTo>
                    <a:pt x="488" y="497"/>
                  </a:lnTo>
                  <a:lnTo>
                    <a:pt x="285" y="497"/>
                  </a:lnTo>
                  <a:lnTo>
                    <a:pt x="285" y="732"/>
                  </a:lnTo>
                  <a:lnTo>
                    <a:pt x="0" y="732"/>
                  </a:lnTo>
                  <a:lnTo>
                    <a:pt x="0" y="0"/>
                  </a:lnTo>
                  <a:lnTo>
                    <a:pt x="488" y="14"/>
                  </a:lnTo>
                </a:path>
              </a:pathLst>
            </a:custGeom>
            <a:solidFill>
              <a:schemeClr val="bg1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230" name="Rectangle 462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3140075" y="4707160"/>
              <a:ext cx="33338" cy="71438"/>
            </a:xfrm>
            <a:prstGeom prst="rect">
              <a:avLst/>
            </a:prstGeom>
            <a:solidFill>
              <a:srgbClr val="91919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31" name="Rectangle 463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3222625" y="4605560"/>
              <a:ext cx="20638" cy="20638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32" name="Rectangle 464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3208338" y="4507135"/>
              <a:ext cx="19050" cy="119063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33" name="Rectangle 465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3005138" y="4737323"/>
              <a:ext cx="76200" cy="39687"/>
            </a:xfrm>
            <a:prstGeom prst="rect">
              <a:avLst/>
            </a:prstGeom>
            <a:solidFill>
              <a:srgbClr val="3366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34" name="Freeform 466"/>
            <p:cNvSpPr>
              <a:spLocks/>
            </p:cNvSpPr>
            <p:nvPr>
              <p:custDataLst>
                <p:tags r:id="rId43"/>
              </p:custDataLst>
            </p:nvPr>
          </p:nvSpPr>
          <p:spPr bwMode="auto">
            <a:xfrm>
              <a:off x="2970213" y="4440460"/>
              <a:ext cx="292100" cy="288925"/>
            </a:xfrm>
            <a:custGeom>
              <a:avLst/>
              <a:gdLst/>
              <a:ahLst/>
              <a:cxnLst>
                <a:cxn ang="0">
                  <a:pos x="706" y="214"/>
                </a:cxn>
                <a:cxn ang="0">
                  <a:pos x="747" y="214"/>
                </a:cxn>
                <a:cxn ang="0">
                  <a:pos x="747" y="83"/>
                </a:cxn>
                <a:cxn ang="0">
                  <a:pos x="702" y="83"/>
                </a:cxn>
                <a:cxn ang="0">
                  <a:pos x="702" y="42"/>
                </a:cxn>
                <a:cxn ang="0">
                  <a:pos x="606" y="42"/>
                </a:cxn>
                <a:cxn ang="0">
                  <a:pos x="606" y="0"/>
                </a:cxn>
                <a:cxn ang="0">
                  <a:pos x="217" y="0"/>
                </a:cxn>
                <a:cxn ang="0">
                  <a:pos x="217" y="38"/>
                </a:cxn>
                <a:cxn ang="0">
                  <a:pos x="128" y="38"/>
                </a:cxn>
                <a:cxn ang="0">
                  <a:pos x="128" y="86"/>
                </a:cxn>
                <a:cxn ang="0">
                  <a:pos x="83" y="86"/>
                </a:cxn>
                <a:cxn ang="0">
                  <a:pos x="83" y="126"/>
                </a:cxn>
                <a:cxn ang="0">
                  <a:pos x="42" y="126"/>
                </a:cxn>
                <a:cxn ang="0">
                  <a:pos x="42" y="216"/>
                </a:cxn>
                <a:cxn ang="0">
                  <a:pos x="0" y="216"/>
                </a:cxn>
                <a:cxn ang="0">
                  <a:pos x="0" y="521"/>
                </a:cxn>
                <a:cxn ang="0">
                  <a:pos x="45" y="521"/>
                </a:cxn>
                <a:cxn ang="0">
                  <a:pos x="45" y="611"/>
                </a:cxn>
                <a:cxn ang="0">
                  <a:pos x="86" y="611"/>
                </a:cxn>
                <a:cxn ang="0">
                  <a:pos x="86" y="690"/>
                </a:cxn>
                <a:cxn ang="0">
                  <a:pos x="133" y="690"/>
                </a:cxn>
                <a:cxn ang="0">
                  <a:pos x="133" y="740"/>
                </a:cxn>
                <a:cxn ang="0">
                  <a:pos x="174" y="740"/>
                </a:cxn>
                <a:cxn ang="0">
                  <a:pos x="174" y="692"/>
                </a:cxn>
                <a:cxn ang="0">
                  <a:pos x="257" y="692"/>
                </a:cxn>
                <a:cxn ang="0">
                  <a:pos x="257" y="605"/>
                </a:cxn>
                <a:cxn ang="0">
                  <a:pos x="303" y="605"/>
                </a:cxn>
                <a:cxn ang="0">
                  <a:pos x="303" y="561"/>
                </a:cxn>
                <a:cxn ang="0">
                  <a:pos x="337" y="560"/>
                </a:cxn>
                <a:cxn ang="0">
                  <a:pos x="337" y="522"/>
                </a:cxn>
                <a:cxn ang="0">
                  <a:pos x="303" y="523"/>
                </a:cxn>
                <a:cxn ang="0">
                  <a:pos x="303" y="480"/>
                </a:cxn>
                <a:cxn ang="0">
                  <a:pos x="260" y="480"/>
                </a:cxn>
                <a:cxn ang="0">
                  <a:pos x="260" y="395"/>
                </a:cxn>
                <a:cxn ang="0">
                  <a:pos x="303" y="395"/>
                </a:cxn>
                <a:cxn ang="0">
                  <a:pos x="303" y="347"/>
                </a:cxn>
                <a:cxn ang="0">
                  <a:pos x="391" y="347"/>
                </a:cxn>
                <a:cxn ang="0">
                  <a:pos x="391" y="302"/>
                </a:cxn>
                <a:cxn ang="0">
                  <a:pos x="437" y="302"/>
                </a:cxn>
                <a:cxn ang="0">
                  <a:pos x="437" y="263"/>
                </a:cxn>
                <a:cxn ang="0">
                  <a:pos x="489" y="263"/>
                </a:cxn>
                <a:cxn ang="0">
                  <a:pos x="489" y="214"/>
                </a:cxn>
                <a:cxn ang="0">
                  <a:pos x="532" y="214"/>
                </a:cxn>
                <a:cxn ang="0">
                  <a:pos x="532" y="178"/>
                </a:cxn>
                <a:cxn ang="0">
                  <a:pos x="656" y="178"/>
                </a:cxn>
                <a:cxn ang="0">
                  <a:pos x="656" y="250"/>
                </a:cxn>
                <a:cxn ang="0">
                  <a:pos x="706" y="252"/>
                </a:cxn>
                <a:cxn ang="0">
                  <a:pos x="706" y="214"/>
                </a:cxn>
              </a:cxnLst>
              <a:rect l="0" t="0" r="r" b="b"/>
              <a:pathLst>
                <a:path w="747" h="740">
                  <a:moveTo>
                    <a:pt x="706" y="214"/>
                  </a:moveTo>
                  <a:lnTo>
                    <a:pt x="747" y="214"/>
                  </a:lnTo>
                  <a:lnTo>
                    <a:pt x="747" y="83"/>
                  </a:lnTo>
                  <a:lnTo>
                    <a:pt x="702" y="83"/>
                  </a:lnTo>
                  <a:lnTo>
                    <a:pt x="702" y="42"/>
                  </a:lnTo>
                  <a:lnTo>
                    <a:pt x="606" y="42"/>
                  </a:lnTo>
                  <a:lnTo>
                    <a:pt x="606" y="0"/>
                  </a:lnTo>
                  <a:lnTo>
                    <a:pt x="217" y="0"/>
                  </a:lnTo>
                  <a:lnTo>
                    <a:pt x="217" y="38"/>
                  </a:lnTo>
                  <a:lnTo>
                    <a:pt x="128" y="38"/>
                  </a:lnTo>
                  <a:lnTo>
                    <a:pt x="128" y="86"/>
                  </a:lnTo>
                  <a:lnTo>
                    <a:pt x="83" y="86"/>
                  </a:lnTo>
                  <a:lnTo>
                    <a:pt x="83" y="126"/>
                  </a:lnTo>
                  <a:lnTo>
                    <a:pt x="42" y="126"/>
                  </a:lnTo>
                  <a:lnTo>
                    <a:pt x="42" y="216"/>
                  </a:lnTo>
                  <a:lnTo>
                    <a:pt x="0" y="216"/>
                  </a:lnTo>
                  <a:lnTo>
                    <a:pt x="0" y="521"/>
                  </a:lnTo>
                  <a:lnTo>
                    <a:pt x="45" y="521"/>
                  </a:lnTo>
                  <a:lnTo>
                    <a:pt x="45" y="611"/>
                  </a:lnTo>
                  <a:lnTo>
                    <a:pt x="86" y="611"/>
                  </a:lnTo>
                  <a:lnTo>
                    <a:pt x="86" y="690"/>
                  </a:lnTo>
                  <a:lnTo>
                    <a:pt x="133" y="690"/>
                  </a:lnTo>
                  <a:lnTo>
                    <a:pt x="133" y="740"/>
                  </a:lnTo>
                  <a:lnTo>
                    <a:pt x="174" y="740"/>
                  </a:lnTo>
                  <a:lnTo>
                    <a:pt x="174" y="692"/>
                  </a:lnTo>
                  <a:lnTo>
                    <a:pt x="257" y="692"/>
                  </a:lnTo>
                  <a:lnTo>
                    <a:pt x="257" y="605"/>
                  </a:lnTo>
                  <a:lnTo>
                    <a:pt x="303" y="605"/>
                  </a:lnTo>
                  <a:lnTo>
                    <a:pt x="303" y="561"/>
                  </a:lnTo>
                  <a:lnTo>
                    <a:pt x="337" y="560"/>
                  </a:lnTo>
                  <a:lnTo>
                    <a:pt x="337" y="522"/>
                  </a:lnTo>
                  <a:lnTo>
                    <a:pt x="303" y="523"/>
                  </a:lnTo>
                  <a:lnTo>
                    <a:pt x="303" y="480"/>
                  </a:lnTo>
                  <a:lnTo>
                    <a:pt x="260" y="480"/>
                  </a:lnTo>
                  <a:lnTo>
                    <a:pt x="260" y="395"/>
                  </a:lnTo>
                  <a:lnTo>
                    <a:pt x="303" y="395"/>
                  </a:lnTo>
                  <a:lnTo>
                    <a:pt x="303" y="347"/>
                  </a:lnTo>
                  <a:lnTo>
                    <a:pt x="391" y="347"/>
                  </a:lnTo>
                  <a:lnTo>
                    <a:pt x="391" y="302"/>
                  </a:lnTo>
                  <a:lnTo>
                    <a:pt x="437" y="302"/>
                  </a:lnTo>
                  <a:lnTo>
                    <a:pt x="437" y="263"/>
                  </a:lnTo>
                  <a:lnTo>
                    <a:pt x="489" y="263"/>
                  </a:lnTo>
                  <a:lnTo>
                    <a:pt x="489" y="214"/>
                  </a:lnTo>
                  <a:lnTo>
                    <a:pt x="532" y="214"/>
                  </a:lnTo>
                  <a:lnTo>
                    <a:pt x="532" y="178"/>
                  </a:lnTo>
                  <a:lnTo>
                    <a:pt x="656" y="178"/>
                  </a:lnTo>
                  <a:lnTo>
                    <a:pt x="656" y="250"/>
                  </a:lnTo>
                  <a:lnTo>
                    <a:pt x="706" y="252"/>
                  </a:lnTo>
                  <a:lnTo>
                    <a:pt x="706" y="214"/>
                  </a:lnTo>
                </a:path>
              </a:pathLst>
            </a:custGeom>
            <a:solidFill>
              <a:srgbClr val="000000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235" name="Rectangle 467"/>
            <p:cNvSpPr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3209925" y="4538885"/>
              <a:ext cx="19050" cy="30163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36" name="Rectangle 468"/>
            <p:cNvSpPr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 flipH="1">
              <a:off x="3176588" y="4567460"/>
              <a:ext cx="19050" cy="19050"/>
            </a:xfrm>
            <a:prstGeom prst="rect">
              <a:avLst/>
            </a:prstGeom>
            <a:solidFill>
              <a:srgbClr val="063DE8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37" name="Rectangle 469"/>
            <p:cNvSpPr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 flipH="1">
              <a:off x="3225800" y="4569048"/>
              <a:ext cx="19050" cy="36512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38" name="Rectangle 470"/>
            <p:cNvSpPr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3243263" y="4605560"/>
              <a:ext cx="19050" cy="19050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39" name="Rectangle 471"/>
            <p:cNvSpPr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3005138" y="4726210"/>
              <a:ext cx="47625" cy="12700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40" name="Rectangle 472"/>
            <p:cNvSpPr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3052763" y="4737323"/>
              <a:ext cx="30162" cy="17462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41" name="Rectangle 473"/>
            <p:cNvSpPr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>
              <a:off x="3081338" y="4754785"/>
              <a:ext cx="30162" cy="23813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42" name="Rectangle 474"/>
            <p:cNvSpPr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3005138" y="4737323"/>
              <a:ext cx="12700" cy="14287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43" name="Rectangle 475"/>
            <p:cNvSpPr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2987675" y="4750023"/>
              <a:ext cx="19050" cy="28575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44" name="Rectangle 476"/>
            <p:cNvSpPr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3176588" y="4549998"/>
              <a:ext cx="46037" cy="19050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45" name="Rectangle 477"/>
            <p:cNvSpPr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3190875" y="4624610"/>
              <a:ext cx="19050" cy="71438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46" name="Rectangle 478"/>
            <p:cNvSpPr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3106738" y="4676998"/>
              <a:ext cx="90487" cy="19050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47" name="Rectangle 479"/>
            <p:cNvSpPr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3124200" y="4707160"/>
              <a:ext cx="15875" cy="68263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48" name="Rectangle 480"/>
            <p:cNvSpPr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3111500" y="4767485"/>
              <a:ext cx="30163" cy="17463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49" name="Rectangle 481"/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3165475" y="4742085"/>
              <a:ext cx="66675" cy="34925"/>
            </a:xfrm>
            <a:prstGeom prst="rect">
              <a:avLst/>
            </a:prstGeom>
            <a:solidFill>
              <a:srgbClr val="3366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50" name="Rectangle 482"/>
            <p:cNvSpPr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3005138" y="4775423"/>
              <a:ext cx="223837" cy="19050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51" name="Rectangle 483"/>
            <p:cNvSpPr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3138488" y="4737323"/>
              <a:ext cx="30162" cy="41275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52" name="Rectangle 484"/>
            <p:cNvSpPr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 flipH="1">
              <a:off x="3167063" y="4696048"/>
              <a:ext cx="17462" cy="49212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53" name="Rectangle 485"/>
            <p:cNvSpPr>
              <a:spLocks noChangeArrowheads="1"/>
            </p:cNvSpPr>
            <p:nvPr>
              <p:custDataLst>
                <p:tags r:id="rId62"/>
              </p:custDataLst>
            </p:nvPr>
          </p:nvSpPr>
          <p:spPr bwMode="auto">
            <a:xfrm>
              <a:off x="3122613" y="4691285"/>
              <a:ext cx="44450" cy="17463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54" name="Rectangle 486"/>
            <p:cNvSpPr>
              <a:spLocks noChangeArrowheads="1"/>
            </p:cNvSpPr>
            <p:nvPr>
              <p:custDataLst>
                <p:tags r:id="rId63"/>
              </p:custDataLst>
            </p:nvPr>
          </p:nvSpPr>
          <p:spPr bwMode="auto">
            <a:xfrm flipV="1">
              <a:off x="3182938" y="4726210"/>
              <a:ext cx="33337" cy="19050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55" name="Rectangle 487"/>
            <p:cNvSpPr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 flipV="1">
              <a:off x="3214688" y="4743673"/>
              <a:ext cx="17462" cy="17462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56" name="Rectangle 488"/>
            <p:cNvSpPr>
              <a:spLocks noChangeArrowheads="1"/>
            </p:cNvSpPr>
            <p:nvPr>
              <p:custDataLst>
                <p:tags r:id="rId65"/>
              </p:custDataLst>
            </p:nvPr>
          </p:nvSpPr>
          <p:spPr bwMode="auto">
            <a:xfrm flipV="1">
              <a:off x="3228975" y="4759548"/>
              <a:ext cx="19050" cy="17462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57" name="Rectangle 489"/>
            <p:cNvSpPr>
              <a:spLocks noChangeArrowheads="1"/>
            </p:cNvSpPr>
            <p:nvPr>
              <p:custDataLst>
                <p:tags r:id="rId66"/>
              </p:custDataLst>
            </p:nvPr>
          </p:nvSpPr>
          <p:spPr bwMode="auto">
            <a:xfrm>
              <a:off x="3203575" y="4632548"/>
              <a:ext cx="19050" cy="61912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58" name="Rectangle 490"/>
            <p:cNvSpPr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3203575" y="4619848"/>
              <a:ext cx="39688" cy="17462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59" name="Rectangle 491"/>
            <p:cNvSpPr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 flipV="1">
              <a:off x="3165475" y="4691285"/>
              <a:ext cx="39688" cy="17463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65" name="Freeform 497"/>
            <p:cNvSpPr>
              <a:spLocks/>
            </p:cNvSpPr>
            <p:nvPr>
              <p:custDataLst>
                <p:tags r:id="rId69"/>
              </p:custDataLst>
            </p:nvPr>
          </p:nvSpPr>
          <p:spPr bwMode="auto">
            <a:xfrm>
              <a:off x="1711325" y="2451323"/>
              <a:ext cx="225425" cy="382587"/>
            </a:xfrm>
            <a:custGeom>
              <a:avLst/>
              <a:gdLst/>
              <a:ahLst/>
              <a:cxnLst>
                <a:cxn ang="0">
                  <a:pos x="46" y="1"/>
                </a:cxn>
                <a:cxn ang="0">
                  <a:pos x="0" y="43"/>
                </a:cxn>
                <a:cxn ang="0">
                  <a:pos x="0" y="318"/>
                </a:cxn>
                <a:cxn ang="0">
                  <a:pos x="133" y="318"/>
                </a:cxn>
                <a:cxn ang="0">
                  <a:pos x="184" y="267"/>
                </a:cxn>
                <a:cxn ang="0">
                  <a:pos x="184" y="0"/>
                </a:cxn>
                <a:cxn ang="0">
                  <a:pos x="46" y="1"/>
                </a:cxn>
              </a:cxnLst>
              <a:rect l="0" t="0" r="r" b="b"/>
              <a:pathLst>
                <a:path w="184" h="318">
                  <a:moveTo>
                    <a:pt x="46" y="1"/>
                  </a:moveTo>
                  <a:lnTo>
                    <a:pt x="0" y="43"/>
                  </a:lnTo>
                  <a:lnTo>
                    <a:pt x="0" y="318"/>
                  </a:lnTo>
                  <a:lnTo>
                    <a:pt x="133" y="318"/>
                  </a:lnTo>
                  <a:lnTo>
                    <a:pt x="184" y="267"/>
                  </a:lnTo>
                  <a:lnTo>
                    <a:pt x="184" y="0"/>
                  </a:lnTo>
                  <a:lnTo>
                    <a:pt x="46" y="1"/>
                  </a:lnTo>
                  <a:close/>
                </a:path>
              </a:pathLst>
            </a:custGeom>
            <a:solidFill>
              <a:schemeClr val="tx1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66" name="Freeform 498"/>
            <p:cNvSpPr>
              <a:spLocks/>
            </p:cNvSpPr>
            <p:nvPr>
              <p:custDataLst>
                <p:tags r:id="rId70"/>
              </p:custDataLst>
            </p:nvPr>
          </p:nvSpPr>
          <p:spPr bwMode="auto">
            <a:xfrm>
              <a:off x="1700213" y="2440210"/>
              <a:ext cx="220662" cy="381000"/>
            </a:xfrm>
            <a:custGeom>
              <a:avLst/>
              <a:gdLst/>
              <a:ahLst/>
              <a:cxnLst>
                <a:cxn ang="0">
                  <a:pos x="46" y="1"/>
                </a:cxn>
                <a:cxn ang="0">
                  <a:pos x="0" y="43"/>
                </a:cxn>
                <a:cxn ang="0">
                  <a:pos x="0" y="318"/>
                </a:cxn>
                <a:cxn ang="0">
                  <a:pos x="133" y="318"/>
                </a:cxn>
                <a:cxn ang="0">
                  <a:pos x="184" y="267"/>
                </a:cxn>
                <a:cxn ang="0">
                  <a:pos x="184" y="0"/>
                </a:cxn>
                <a:cxn ang="0">
                  <a:pos x="46" y="1"/>
                </a:cxn>
              </a:cxnLst>
              <a:rect l="0" t="0" r="r" b="b"/>
              <a:pathLst>
                <a:path w="184" h="318">
                  <a:moveTo>
                    <a:pt x="46" y="1"/>
                  </a:moveTo>
                  <a:lnTo>
                    <a:pt x="0" y="43"/>
                  </a:lnTo>
                  <a:lnTo>
                    <a:pt x="0" y="318"/>
                  </a:lnTo>
                  <a:lnTo>
                    <a:pt x="133" y="318"/>
                  </a:lnTo>
                  <a:lnTo>
                    <a:pt x="184" y="267"/>
                  </a:lnTo>
                  <a:lnTo>
                    <a:pt x="184" y="0"/>
                  </a:lnTo>
                  <a:lnTo>
                    <a:pt x="46" y="1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80808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67" name="Rectangle 499"/>
            <p:cNvSpPr>
              <a:spLocks noChangeArrowheads="1"/>
            </p:cNvSpPr>
            <p:nvPr>
              <p:custDataLst>
                <p:tags r:id="rId71"/>
              </p:custDataLst>
            </p:nvPr>
          </p:nvSpPr>
          <p:spPr bwMode="auto">
            <a:xfrm>
              <a:off x="1703388" y="2495773"/>
              <a:ext cx="153987" cy="315912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68" name="Freeform 500"/>
            <p:cNvSpPr>
              <a:spLocks/>
            </p:cNvSpPr>
            <p:nvPr>
              <p:custDataLst>
                <p:tags r:id="rId72"/>
              </p:custDataLst>
            </p:nvPr>
          </p:nvSpPr>
          <p:spPr bwMode="auto">
            <a:xfrm>
              <a:off x="1703388" y="2446560"/>
              <a:ext cx="211137" cy="47625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131" y="40"/>
                </a:cxn>
                <a:cxn ang="0">
                  <a:pos x="177" y="0"/>
                </a:cxn>
              </a:cxnLst>
              <a:rect l="0" t="0" r="r" b="b"/>
              <a:pathLst>
                <a:path w="177" h="40">
                  <a:moveTo>
                    <a:pt x="0" y="40"/>
                  </a:moveTo>
                  <a:lnTo>
                    <a:pt x="131" y="40"/>
                  </a:lnTo>
                  <a:lnTo>
                    <a:pt x="177" y="0"/>
                  </a:lnTo>
                </a:path>
              </a:pathLst>
            </a:custGeom>
            <a:noFill/>
            <a:ln w="9525" cap="flat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69" name="Freeform 501"/>
            <p:cNvSpPr>
              <a:spLocks/>
            </p:cNvSpPr>
            <p:nvPr>
              <p:custDataLst>
                <p:tags r:id="rId73"/>
              </p:custDataLst>
            </p:nvPr>
          </p:nvSpPr>
          <p:spPr bwMode="auto">
            <a:xfrm>
              <a:off x="1703388" y="2557685"/>
              <a:ext cx="211137" cy="47625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131" y="40"/>
                </a:cxn>
                <a:cxn ang="0">
                  <a:pos x="177" y="0"/>
                </a:cxn>
              </a:cxnLst>
              <a:rect l="0" t="0" r="r" b="b"/>
              <a:pathLst>
                <a:path w="177" h="40">
                  <a:moveTo>
                    <a:pt x="0" y="40"/>
                  </a:moveTo>
                  <a:lnTo>
                    <a:pt x="131" y="40"/>
                  </a:lnTo>
                  <a:lnTo>
                    <a:pt x="177" y="0"/>
                  </a:lnTo>
                </a:path>
              </a:pathLst>
            </a:custGeom>
            <a:noFill/>
            <a:ln w="9525" cap="flat" cmpd="sng">
              <a:solidFill>
                <a:srgbClr val="808080"/>
              </a:solidFill>
              <a:prstDash val="solid"/>
              <a:round/>
              <a:headEnd/>
              <a:tailEnd/>
            </a:ln>
            <a:effectLst>
              <a:outerShdw dist="12700" dir="5400000" algn="ctr" rotWithShape="0">
                <a:schemeClr val="bg1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70" name="Line 502"/>
            <p:cNvSpPr>
              <a:spLocks noChangeShapeType="1"/>
            </p:cNvSpPr>
            <p:nvPr>
              <p:custDataLst>
                <p:tags r:id="rId74"/>
              </p:custDataLst>
            </p:nvPr>
          </p:nvSpPr>
          <p:spPr bwMode="auto">
            <a:xfrm>
              <a:off x="1795463" y="2783110"/>
              <a:ext cx="41275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72" name="Freeform 504"/>
            <p:cNvSpPr>
              <a:spLocks/>
            </p:cNvSpPr>
            <p:nvPr>
              <p:custDataLst>
                <p:tags r:id="rId75"/>
              </p:custDataLst>
            </p:nvPr>
          </p:nvSpPr>
          <p:spPr bwMode="auto">
            <a:xfrm>
              <a:off x="1477963" y="2479898"/>
              <a:ext cx="225425" cy="382587"/>
            </a:xfrm>
            <a:custGeom>
              <a:avLst/>
              <a:gdLst/>
              <a:ahLst/>
              <a:cxnLst>
                <a:cxn ang="0">
                  <a:pos x="46" y="1"/>
                </a:cxn>
                <a:cxn ang="0">
                  <a:pos x="0" y="43"/>
                </a:cxn>
                <a:cxn ang="0">
                  <a:pos x="0" y="318"/>
                </a:cxn>
                <a:cxn ang="0">
                  <a:pos x="133" y="318"/>
                </a:cxn>
                <a:cxn ang="0">
                  <a:pos x="184" y="267"/>
                </a:cxn>
                <a:cxn ang="0">
                  <a:pos x="184" y="0"/>
                </a:cxn>
                <a:cxn ang="0">
                  <a:pos x="46" y="1"/>
                </a:cxn>
              </a:cxnLst>
              <a:rect l="0" t="0" r="r" b="b"/>
              <a:pathLst>
                <a:path w="184" h="318">
                  <a:moveTo>
                    <a:pt x="46" y="1"/>
                  </a:moveTo>
                  <a:lnTo>
                    <a:pt x="0" y="43"/>
                  </a:lnTo>
                  <a:lnTo>
                    <a:pt x="0" y="318"/>
                  </a:lnTo>
                  <a:lnTo>
                    <a:pt x="133" y="318"/>
                  </a:lnTo>
                  <a:lnTo>
                    <a:pt x="184" y="267"/>
                  </a:lnTo>
                  <a:lnTo>
                    <a:pt x="184" y="0"/>
                  </a:lnTo>
                  <a:lnTo>
                    <a:pt x="46" y="1"/>
                  </a:lnTo>
                  <a:close/>
                </a:path>
              </a:pathLst>
            </a:custGeom>
            <a:solidFill>
              <a:schemeClr val="tx1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73" name="Freeform 505"/>
            <p:cNvSpPr>
              <a:spLocks/>
            </p:cNvSpPr>
            <p:nvPr>
              <p:custDataLst>
                <p:tags r:id="rId76"/>
              </p:custDataLst>
            </p:nvPr>
          </p:nvSpPr>
          <p:spPr bwMode="auto">
            <a:xfrm>
              <a:off x="1466850" y="2468785"/>
              <a:ext cx="220663" cy="381000"/>
            </a:xfrm>
            <a:custGeom>
              <a:avLst/>
              <a:gdLst/>
              <a:ahLst/>
              <a:cxnLst>
                <a:cxn ang="0">
                  <a:pos x="46" y="1"/>
                </a:cxn>
                <a:cxn ang="0">
                  <a:pos x="0" y="43"/>
                </a:cxn>
                <a:cxn ang="0">
                  <a:pos x="0" y="318"/>
                </a:cxn>
                <a:cxn ang="0">
                  <a:pos x="133" y="318"/>
                </a:cxn>
                <a:cxn ang="0">
                  <a:pos x="184" y="267"/>
                </a:cxn>
                <a:cxn ang="0">
                  <a:pos x="184" y="0"/>
                </a:cxn>
                <a:cxn ang="0">
                  <a:pos x="46" y="1"/>
                </a:cxn>
              </a:cxnLst>
              <a:rect l="0" t="0" r="r" b="b"/>
              <a:pathLst>
                <a:path w="184" h="318">
                  <a:moveTo>
                    <a:pt x="46" y="1"/>
                  </a:moveTo>
                  <a:lnTo>
                    <a:pt x="0" y="43"/>
                  </a:lnTo>
                  <a:lnTo>
                    <a:pt x="0" y="318"/>
                  </a:lnTo>
                  <a:lnTo>
                    <a:pt x="133" y="318"/>
                  </a:lnTo>
                  <a:lnTo>
                    <a:pt x="184" y="267"/>
                  </a:lnTo>
                  <a:lnTo>
                    <a:pt x="184" y="0"/>
                  </a:lnTo>
                  <a:lnTo>
                    <a:pt x="46" y="1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80808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74" name="Rectangle 506"/>
            <p:cNvSpPr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1470025" y="2524348"/>
              <a:ext cx="153988" cy="315912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75" name="Freeform 507"/>
            <p:cNvSpPr>
              <a:spLocks/>
            </p:cNvSpPr>
            <p:nvPr>
              <p:custDataLst>
                <p:tags r:id="rId78"/>
              </p:custDataLst>
            </p:nvPr>
          </p:nvSpPr>
          <p:spPr bwMode="auto">
            <a:xfrm>
              <a:off x="1470025" y="2475135"/>
              <a:ext cx="211138" cy="47625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131" y="40"/>
                </a:cxn>
                <a:cxn ang="0">
                  <a:pos x="177" y="0"/>
                </a:cxn>
              </a:cxnLst>
              <a:rect l="0" t="0" r="r" b="b"/>
              <a:pathLst>
                <a:path w="177" h="40">
                  <a:moveTo>
                    <a:pt x="0" y="40"/>
                  </a:moveTo>
                  <a:lnTo>
                    <a:pt x="131" y="40"/>
                  </a:lnTo>
                  <a:lnTo>
                    <a:pt x="177" y="0"/>
                  </a:lnTo>
                </a:path>
              </a:pathLst>
            </a:custGeom>
            <a:noFill/>
            <a:ln w="9525" cap="flat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76" name="Freeform 508"/>
            <p:cNvSpPr>
              <a:spLocks/>
            </p:cNvSpPr>
            <p:nvPr>
              <p:custDataLst>
                <p:tags r:id="rId79"/>
              </p:custDataLst>
            </p:nvPr>
          </p:nvSpPr>
          <p:spPr bwMode="auto">
            <a:xfrm>
              <a:off x="1470025" y="2586260"/>
              <a:ext cx="211138" cy="47625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131" y="40"/>
                </a:cxn>
                <a:cxn ang="0">
                  <a:pos x="177" y="0"/>
                </a:cxn>
              </a:cxnLst>
              <a:rect l="0" t="0" r="r" b="b"/>
              <a:pathLst>
                <a:path w="177" h="40">
                  <a:moveTo>
                    <a:pt x="0" y="40"/>
                  </a:moveTo>
                  <a:lnTo>
                    <a:pt x="131" y="40"/>
                  </a:lnTo>
                  <a:lnTo>
                    <a:pt x="177" y="0"/>
                  </a:lnTo>
                </a:path>
              </a:pathLst>
            </a:custGeom>
            <a:noFill/>
            <a:ln w="9525" cap="flat" cmpd="sng">
              <a:solidFill>
                <a:srgbClr val="808080"/>
              </a:solidFill>
              <a:prstDash val="solid"/>
              <a:round/>
              <a:headEnd/>
              <a:tailEnd/>
            </a:ln>
            <a:effectLst>
              <a:outerShdw dist="12700" dir="5400000" algn="ctr" rotWithShape="0">
                <a:schemeClr val="bg1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77" name="Line 509"/>
            <p:cNvSpPr>
              <a:spLocks noChangeShapeType="1"/>
            </p:cNvSpPr>
            <p:nvPr>
              <p:custDataLst>
                <p:tags r:id="rId80"/>
              </p:custDataLst>
            </p:nvPr>
          </p:nvSpPr>
          <p:spPr bwMode="auto">
            <a:xfrm>
              <a:off x="1562100" y="2811685"/>
              <a:ext cx="41275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79" name="Freeform 511"/>
            <p:cNvSpPr>
              <a:spLocks/>
            </p:cNvSpPr>
            <p:nvPr>
              <p:custDataLst>
                <p:tags r:id="rId81"/>
              </p:custDataLst>
            </p:nvPr>
          </p:nvSpPr>
          <p:spPr bwMode="auto">
            <a:xfrm>
              <a:off x="1609725" y="2586260"/>
              <a:ext cx="193675" cy="334963"/>
            </a:xfrm>
            <a:custGeom>
              <a:avLst/>
              <a:gdLst/>
              <a:ahLst/>
              <a:cxnLst>
                <a:cxn ang="0">
                  <a:pos x="46" y="1"/>
                </a:cxn>
                <a:cxn ang="0">
                  <a:pos x="0" y="43"/>
                </a:cxn>
                <a:cxn ang="0">
                  <a:pos x="0" y="318"/>
                </a:cxn>
                <a:cxn ang="0">
                  <a:pos x="133" y="318"/>
                </a:cxn>
                <a:cxn ang="0">
                  <a:pos x="184" y="267"/>
                </a:cxn>
                <a:cxn ang="0">
                  <a:pos x="184" y="0"/>
                </a:cxn>
                <a:cxn ang="0">
                  <a:pos x="46" y="1"/>
                </a:cxn>
              </a:cxnLst>
              <a:rect l="0" t="0" r="r" b="b"/>
              <a:pathLst>
                <a:path w="184" h="318">
                  <a:moveTo>
                    <a:pt x="46" y="1"/>
                  </a:moveTo>
                  <a:lnTo>
                    <a:pt x="0" y="43"/>
                  </a:lnTo>
                  <a:lnTo>
                    <a:pt x="0" y="318"/>
                  </a:lnTo>
                  <a:lnTo>
                    <a:pt x="133" y="318"/>
                  </a:lnTo>
                  <a:lnTo>
                    <a:pt x="184" y="267"/>
                  </a:lnTo>
                  <a:lnTo>
                    <a:pt x="184" y="0"/>
                  </a:lnTo>
                  <a:lnTo>
                    <a:pt x="46" y="1"/>
                  </a:lnTo>
                  <a:close/>
                </a:path>
              </a:pathLst>
            </a:custGeom>
            <a:solidFill>
              <a:schemeClr val="tx1"/>
            </a:solidFill>
            <a:ln w="9525" cap="flat" cmpd="sng">
              <a:noFill/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80" name="Freeform 512"/>
            <p:cNvSpPr>
              <a:spLocks/>
            </p:cNvSpPr>
            <p:nvPr>
              <p:custDataLst>
                <p:tags r:id="rId82"/>
              </p:custDataLst>
            </p:nvPr>
          </p:nvSpPr>
          <p:spPr bwMode="auto">
            <a:xfrm>
              <a:off x="1601788" y="2575148"/>
              <a:ext cx="190500" cy="331787"/>
            </a:xfrm>
            <a:custGeom>
              <a:avLst/>
              <a:gdLst/>
              <a:ahLst/>
              <a:cxnLst>
                <a:cxn ang="0">
                  <a:pos x="46" y="1"/>
                </a:cxn>
                <a:cxn ang="0">
                  <a:pos x="0" y="43"/>
                </a:cxn>
                <a:cxn ang="0">
                  <a:pos x="0" y="318"/>
                </a:cxn>
                <a:cxn ang="0">
                  <a:pos x="133" y="318"/>
                </a:cxn>
                <a:cxn ang="0">
                  <a:pos x="184" y="267"/>
                </a:cxn>
                <a:cxn ang="0">
                  <a:pos x="184" y="0"/>
                </a:cxn>
                <a:cxn ang="0">
                  <a:pos x="46" y="1"/>
                </a:cxn>
              </a:cxnLst>
              <a:rect l="0" t="0" r="r" b="b"/>
              <a:pathLst>
                <a:path w="184" h="318">
                  <a:moveTo>
                    <a:pt x="46" y="1"/>
                  </a:moveTo>
                  <a:lnTo>
                    <a:pt x="0" y="43"/>
                  </a:lnTo>
                  <a:lnTo>
                    <a:pt x="0" y="318"/>
                  </a:lnTo>
                  <a:lnTo>
                    <a:pt x="133" y="318"/>
                  </a:lnTo>
                  <a:lnTo>
                    <a:pt x="184" y="267"/>
                  </a:lnTo>
                  <a:lnTo>
                    <a:pt x="184" y="0"/>
                  </a:lnTo>
                  <a:lnTo>
                    <a:pt x="46" y="1"/>
                  </a:lnTo>
                  <a:close/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808080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81" name="Rectangle 513"/>
            <p:cNvSpPr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1604963" y="2624360"/>
              <a:ext cx="131762" cy="276225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82" name="Freeform 514"/>
            <p:cNvSpPr>
              <a:spLocks/>
            </p:cNvSpPr>
            <p:nvPr>
              <p:custDataLst>
                <p:tags r:id="rId84"/>
              </p:custDataLst>
            </p:nvPr>
          </p:nvSpPr>
          <p:spPr bwMode="auto">
            <a:xfrm>
              <a:off x="1604963" y="2579910"/>
              <a:ext cx="182562" cy="42863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131" y="40"/>
                </a:cxn>
                <a:cxn ang="0">
                  <a:pos x="177" y="0"/>
                </a:cxn>
              </a:cxnLst>
              <a:rect l="0" t="0" r="r" b="b"/>
              <a:pathLst>
                <a:path w="177" h="40">
                  <a:moveTo>
                    <a:pt x="0" y="40"/>
                  </a:moveTo>
                  <a:lnTo>
                    <a:pt x="131" y="40"/>
                  </a:lnTo>
                  <a:lnTo>
                    <a:pt x="177" y="0"/>
                  </a:lnTo>
                </a:path>
              </a:pathLst>
            </a:custGeom>
            <a:noFill/>
            <a:ln w="9525" cap="flat" cmpd="sng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83" name="Freeform 515"/>
            <p:cNvSpPr>
              <a:spLocks/>
            </p:cNvSpPr>
            <p:nvPr>
              <p:custDataLst>
                <p:tags r:id="rId85"/>
              </p:custDataLst>
            </p:nvPr>
          </p:nvSpPr>
          <p:spPr bwMode="auto">
            <a:xfrm>
              <a:off x="1604963" y="2678335"/>
              <a:ext cx="182562" cy="41275"/>
            </a:xfrm>
            <a:custGeom>
              <a:avLst/>
              <a:gdLst/>
              <a:ahLst/>
              <a:cxnLst>
                <a:cxn ang="0">
                  <a:pos x="0" y="40"/>
                </a:cxn>
                <a:cxn ang="0">
                  <a:pos x="131" y="40"/>
                </a:cxn>
                <a:cxn ang="0">
                  <a:pos x="177" y="0"/>
                </a:cxn>
              </a:cxnLst>
              <a:rect l="0" t="0" r="r" b="b"/>
              <a:pathLst>
                <a:path w="177" h="40">
                  <a:moveTo>
                    <a:pt x="0" y="40"/>
                  </a:moveTo>
                  <a:lnTo>
                    <a:pt x="131" y="40"/>
                  </a:lnTo>
                  <a:lnTo>
                    <a:pt x="177" y="0"/>
                  </a:lnTo>
                </a:path>
              </a:pathLst>
            </a:custGeom>
            <a:noFill/>
            <a:ln w="9525" cap="flat" cmpd="sng">
              <a:solidFill>
                <a:srgbClr val="808080"/>
              </a:solidFill>
              <a:prstDash val="solid"/>
              <a:round/>
              <a:headEnd/>
              <a:tailEnd/>
            </a:ln>
            <a:effectLst>
              <a:outerShdw dist="12700" dir="5400000" algn="ctr" rotWithShape="0">
                <a:schemeClr val="bg1"/>
              </a:outerShdw>
            </a:effec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286" name="Freeform 518"/>
            <p:cNvSpPr>
              <a:spLocks/>
            </p:cNvSpPr>
            <p:nvPr>
              <p:custDataLst>
                <p:tags r:id="rId86"/>
              </p:custDataLst>
            </p:nvPr>
          </p:nvSpPr>
          <p:spPr bwMode="auto">
            <a:xfrm>
              <a:off x="2027238" y="2921223"/>
              <a:ext cx="360362" cy="290512"/>
            </a:xfrm>
            <a:custGeom>
              <a:avLst/>
              <a:gdLst/>
              <a:ahLst/>
              <a:cxnLst>
                <a:cxn ang="0">
                  <a:pos x="0" y="996"/>
                </a:cxn>
                <a:cxn ang="0">
                  <a:pos x="0" y="94"/>
                </a:cxn>
                <a:cxn ang="0">
                  <a:pos x="79" y="0"/>
                </a:cxn>
                <a:cxn ang="0">
                  <a:pos x="467" y="0"/>
                </a:cxn>
                <a:cxn ang="0">
                  <a:pos x="526" y="93"/>
                </a:cxn>
                <a:cxn ang="0">
                  <a:pos x="1248" y="94"/>
                </a:cxn>
                <a:cxn ang="0">
                  <a:pos x="1248" y="996"/>
                </a:cxn>
                <a:cxn ang="0">
                  <a:pos x="0" y="996"/>
                </a:cxn>
              </a:cxnLst>
              <a:rect l="0" t="0" r="r" b="b"/>
              <a:pathLst>
                <a:path w="1248" h="996">
                  <a:moveTo>
                    <a:pt x="0" y="996"/>
                  </a:moveTo>
                  <a:lnTo>
                    <a:pt x="0" y="94"/>
                  </a:lnTo>
                  <a:lnTo>
                    <a:pt x="79" y="0"/>
                  </a:lnTo>
                  <a:lnTo>
                    <a:pt x="467" y="0"/>
                  </a:lnTo>
                  <a:lnTo>
                    <a:pt x="526" y="93"/>
                  </a:lnTo>
                  <a:lnTo>
                    <a:pt x="1248" y="94"/>
                  </a:lnTo>
                  <a:lnTo>
                    <a:pt x="1248" y="996"/>
                  </a:lnTo>
                  <a:lnTo>
                    <a:pt x="0" y="996"/>
                  </a:lnTo>
                  <a:close/>
                </a:path>
              </a:pathLst>
            </a:custGeom>
            <a:solidFill>
              <a:srgbClr val="FFFF99"/>
            </a:solidFill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417288" name="Freeform 520"/>
            <p:cNvSpPr>
              <a:spLocks/>
            </p:cNvSpPr>
            <p:nvPr>
              <p:custDataLst>
                <p:tags r:id="rId87"/>
              </p:custDataLst>
            </p:nvPr>
          </p:nvSpPr>
          <p:spPr bwMode="auto">
            <a:xfrm>
              <a:off x="2068513" y="2987898"/>
              <a:ext cx="260350" cy="207962"/>
            </a:xfrm>
            <a:custGeom>
              <a:avLst/>
              <a:gdLst/>
              <a:ahLst/>
              <a:cxnLst>
                <a:cxn ang="0">
                  <a:pos x="0" y="307"/>
                </a:cxn>
                <a:cxn ang="0">
                  <a:pos x="0" y="433"/>
                </a:cxn>
                <a:cxn ang="0">
                  <a:pos x="534" y="713"/>
                </a:cxn>
                <a:cxn ang="0">
                  <a:pos x="900" y="387"/>
                </a:cxn>
                <a:cxn ang="0">
                  <a:pos x="792" y="321"/>
                </a:cxn>
                <a:cxn ang="0">
                  <a:pos x="359" y="0"/>
                </a:cxn>
              </a:cxnLst>
              <a:rect l="0" t="0" r="r" b="b"/>
              <a:pathLst>
                <a:path w="900" h="713">
                  <a:moveTo>
                    <a:pt x="0" y="307"/>
                  </a:moveTo>
                  <a:lnTo>
                    <a:pt x="0" y="433"/>
                  </a:lnTo>
                  <a:lnTo>
                    <a:pt x="534" y="713"/>
                  </a:lnTo>
                  <a:lnTo>
                    <a:pt x="900" y="387"/>
                  </a:lnTo>
                  <a:lnTo>
                    <a:pt x="792" y="321"/>
                  </a:lnTo>
                  <a:lnTo>
                    <a:pt x="359" y="0"/>
                  </a:lnTo>
                </a:path>
              </a:pathLst>
            </a:custGeom>
            <a:gradFill rotWithShape="0">
              <a:gsLst>
                <a:gs pos="0">
                  <a:srgbClr val="C0C0C0"/>
                </a:gs>
                <a:gs pos="100000">
                  <a:srgbClr val="777777"/>
                </a:gs>
              </a:gsLst>
              <a:lin ang="2700000" scaled="1"/>
            </a:gradFill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17289" name="Freeform 521"/>
            <p:cNvSpPr>
              <a:spLocks/>
            </p:cNvSpPr>
            <p:nvPr>
              <p:custDataLst>
                <p:tags r:id="rId88"/>
              </p:custDataLst>
            </p:nvPr>
          </p:nvSpPr>
          <p:spPr bwMode="auto">
            <a:xfrm>
              <a:off x="2081213" y="2991073"/>
              <a:ext cx="236537" cy="195262"/>
            </a:xfrm>
            <a:custGeom>
              <a:avLst/>
              <a:gdLst/>
              <a:ahLst/>
              <a:cxnLst>
                <a:cxn ang="0">
                  <a:pos x="0" y="288"/>
                </a:cxn>
                <a:cxn ang="0">
                  <a:pos x="0" y="409"/>
                </a:cxn>
                <a:cxn ang="0">
                  <a:pos x="498" y="667"/>
                </a:cxn>
                <a:cxn ang="0">
                  <a:pos x="820" y="379"/>
                </a:cxn>
                <a:cxn ang="0">
                  <a:pos x="812" y="327"/>
                </a:cxn>
                <a:cxn ang="0">
                  <a:pos x="810" y="285"/>
                </a:cxn>
                <a:cxn ang="0">
                  <a:pos x="812" y="235"/>
                </a:cxn>
                <a:cxn ang="0">
                  <a:pos x="820" y="187"/>
                </a:cxn>
                <a:cxn ang="0">
                  <a:pos x="341" y="0"/>
                </a:cxn>
                <a:cxn ang="0">
                  <a:pos x="0" y="288"/>
                </a:cxn>
              </a:cxnLst>
              <a:rect l="0" t="0" r="r" b="b"/>
              <a:pathLst>
                <a:path w="820" h="667">
                  <a:moveTo>
                    <a:pt x="0" y="288"/>
                  </a:moveTo>
                  <a:lnTo>
                    <a:pt x="0" y="409"/>
                  </a:lnTo>
                  <a:lnTo>
                    <a:pt x="498" y="667"/>
                  </a:lnTo>
                  <a:lnTo>
                    <a:pt x="820" y="379"/>
                  </a:lnTo>
                  <a:lnTo>
                    <a:pt x="812" y="327"/>
                  </a:lnTo>
                  <a:lnTo>
                    <a:pt x="810" y="285"/>
                  </a:lnTo>
                  <a:lnTo>
                    <a:pt x="812" y="235"/>
                  </a:lnTo>
                  <a:lnTo>
                    <a:pt x="820" y="187"/>
                  </a:lnTo>
                  <a:lnTo>
                    <a:pt x="341" y="0"/>
                  </a:lnTo>
                  <a:lnTo>
                    <a:pt x="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FFFFCC"/>
                </a:gs>
                <a:gs pos="100000">
                  <a:srgbClr val="FFFF66"/>
                </a:gs>
              </a:gsLst>
              <a:lin ang="5400000" scaled="1"/>
            </a:gradFill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17290" name="Freeform 522"/>
            <p:cNvSpPr>
              <a:spLocks/>
            </p:cNvSpPr>
            <p:nvPr>
              <p:custDataLst>
                <p:tags r:id="rId89"/>
              </p:custDataLst>
            </p:nvPr>
          </p:nvSpPr>
          <p:spPr bwMode="auto">
            <a:xfrm>
              <a:off x="2068513" y="2967260"/>
              <a:ext cx="234950" cy="109538"/>
            </a:xfrm>
            <a:custGeom>
              <a:avLst/>
              <a:gdLst/>
              <a:ahLst/>
              <a:cxnLst>
                <a:cxn ang="0">
                  <a:pos x="367" y="66"/>
                </a:cxn>
                <a:cxn ang="0">
                  <a:pos x="0" y="376"/>
                </a:cxn>
                <a:cxn ang="0">
                  <a:pos x="432" y="358"/>
                </a:cxn>
                <a:cxn ang="0">
                  <a:pos x="811" y="0"/>
                </a:cxn>
                <a:cxn ang="0">
                  <a:pos x="367" y="66"/>
                </a:cxn>
              </a:cxnLst>
              <a:rect l="0" t="0" r="r" b="b"/>
              <a:pathLst>
                <a:path w="811" h="376">
                  <a:moveTo>
                    <a:pt x="367" y="66"/>
                  </a:moveTo>
                  <a:lnTo>
                    <a:pt x="0" y="376"/>
                  </a:lnTo>
                  <a:lnTo>
                    <a:pt x="432" y="358"/>
                  </a:lnTo>
                  <a:lnTo>
                    <a:pt x="811" y="0"/>
                  </a:lnTo>
                  <a:lnTo>
                    <a:pt x="367" y="66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777777"/>
                </a:gs>
              </a:gsLst>
              <a:lin ang="2700000" scaled="1"/>
            </a:gradFill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17291" name="Freeform 523"/>
            <p:cNvSpPr>
              <a:spLocks/>
            </p:cNvSpPr>
            <p:nvPr>
              <p:custDataLst>
                <p:tags r:id="rId90"/>
              </p:custDataLst>
            </p:nvPr>
          </p:nvSpPr>
          <p:spPr bwMode="auto">
            <a:xfrm>
              <a:off x="2089150" y="3046635"/>
              <a:ext cx="227013" cy="90488"/>
            </a:xfrm>
            <a:custGeom>
              <a:avLst/>
              <a:gdLst/>
              <a:ahLst/>
              <a:cxnLst>
                <a:cxn ang="0">
                  <a:pos x="784" y="0"/>
                </a:cxn>
                <a:cxn ang="0">
                  <a:pos x="463" y="309"/>
                </a:cxn>
                <a:cxn ang="0">
                  <a:pos x="0" y="100"/>
                </a:cxn>
              </a:cxnLst>
              <a:rect l="0" t="0" r="r" b="b"/>
              <a:pathLst>
                <a:path w="784" h="309">
                  <a:moveTo>
                    <a:pt x="784" y="0"/>
                  </a:moveTo>
                  <a:lnTo>
                    <a:pt x="463" y="309"/>
                  </a:lnTo>
                  <a:lnTo>
                    <a:pt x="0" y="100"/>
                  </a:lnTo>
                </a:path>
              </a:pathLst>
            </a:custGeom>
            <a:noFill/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17294" name="Freeform 526"/>
            <p:cNvSpPr>
              <a:spLocks/>
            </p:cNvSpPr>
            <p:nvPr>
              <p:custDataLst>
                <p:tags r:id="rId91"/>
              </p:custDataLst>
            </p:nvPr>
          </p:nvSpPr>
          <p:spPr bwMode="auto">
            <a:xfrm>
              <a:off x="2509838" y="3260948"/>
              <a:ext cx="361950" cy="290512"/>
            </a:xfrm>
            <a:custGeom>
              <a:avLst/>
              <a:gdLst/>
              <a:ahLst/>
              <a:cxnLst>
                <a:cxn ang="0">
                  <a:pos x="0" y="996"/>
                </a:cxn>
                <a:cxn ang="0">
                  <a:pos x="0" y="94"/>
                </a:cxn>
                <a:cxn ang="0">
                  <a:pos x="79" y="0"/>
                </a:cxn>
                <a:cxn ang="0">
                  <a:pos x="467" y="0"/>
                </a:cxn>
                <a:cxn ang="0">
                  <a:pos x="526" y="93"/>
                </a:cxn>
                <a:cxn ang="0">
                  <a:pos x="1248" y="94"/>
                </a:cxn>
                <a:cxn ang="0">
                  <a:pos x="1248" y="996"/>
                </a:cxn>
                <a:cxn ang="0">
                  <a:pos x="0" y="996"/>
                </a:cxn>
              </a:cxnLst>
              <a:rect l="0" t="0" r="r" b="b"/>
              <a:pathLst>
                <a:path w="1248" h="996">
                  <a:moveTo>
                    <a:pt x="0" y="996"/>
                  </a:moveTo>
                  <a:lnTo>
                    <a:pt x="0" y="94"/>
                  </a:lnTo>
                  <a:lnTo>
                    <a:pt x="79" y="0"/>
                  </a:lnTo>
                  <a:lnTo>
                    <a:pt x="467" y="0"/>
                  </a:lnTo>
                  <a:lnTo>
                    <a:pt x="526" y="93"/>
                  </a:lnTo>
                  <a:lnTo>
                    <a:pt x="1248" y="94"/>
                  </a:lnTo>
                  <a:lnTo>
                    <a:pt x="1248" y="996"/>
                  </a:lnTo>
                  <a:lnTo>
                    <a:pt x="0" y="996"/>
                  </a:lnTo>
                  <a:close/>
                </a:path>
              </a:pathLst>
            </a:custGeom>
            <a:solidFill>
              <a:srgbClr val="FFFF99"/>
            </a:solidFill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417296" name="Freeform 528"/>
            <p:cNvSpPr>
              <a:spLocks/>
            </p:cNvSpPr>
            <p:nvPr>
              <p:custDataLst>
                <p:tags r:id="rId92"/>
              </p:custDataLst>
            </p:nvPr>
          </p:nvSpPr>
          <p:spPr bwMode="auto">
            <a:xfrm>
              <a:off x="2551113" y="3327623"/>
              <a:ext cx="261937" cy="207962"/>
            </a:xfrm>
            <a:custGeom>
              <a:avLst/>
              <a:gdLst/>
              <a:ahLst/>
              <a:cxnLst>
                <a:cxn ang="0">
                  <a:pos x="0" y="307"/>
                </a:cxn>
                <a:cxn ang="0">
                  <a:pos x="0" y="433"/>
                </a:cxn>
                <a:cxn ang="0">
                  <a:pos x="534" y="713"/>
                </a:cxn>
                <a:cxn ang="0">
                  <a:pos x="900" y="387"/>
                </a:cxn>
                <a:cxn ang="0">
                  <a:pos x="792" y="321"/>
                </a:cxn>
                <a:cxn ang="0">
                  <a:pos x="359" y="0"/>
                </a:cxn>
              </a:cxnLst>
              <a:rect l="0" t="0" r="r" b="b"/>
              <a:pathLst>
                <a:path w="900" h="713">
                  <a:moveTo>
                    <a:pt x="0" y="307"/>
                  </a:moveTo>
                  <a:lnTo>
                    <a:pt x="0" y="433"/>
                  </a:lnTo>
                  <a:lnTo>
                    <a:pt x="534" y="713"/>
                  </a:lnTo>
                  <a:lnTo>
                    <a:pt x="900" y="387"/>
                  </a:lnTo>
                  <a:lnTo>
                    <a:pt x="792" y="321"/>
                  </a:lnTo>
                  <a:lnTo>
                    <a:pt x="359" y="0"/>
                  </a:lnTo>
                </a:path>
              </a:pathLst>
            </a:custGeom>
            <a:gradFill rotWithShape="0">
              <a:gsLst>
                <a:gs pos="0">
                  <a:srgbClr val="C0C0C0"/>
                </a:gs>
                <a:gs pos="100000">
                  <a:srgbClr val="777777"/>
                </a:gs>
              </a:gsLst>
              <a:lin ang="2700000" scaled="1"/>
            </a:gradFill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17297" name="Freeform 529"/>
            <p:cNvSpPr>
              <a:spLocks/>
            </p:cNvSpPr>
            <p:nvPr>
              <p:custDataLst>
                <p:tags r:id="rId93"/>
              </p:custDataLst>
            </p:nvPr>
          </p:nvSpPr>
          <p:spPr bwMode="auto">
            <a:xfrm>
              <a:off x="2563813" y="3330798"/>
              <a:ext cx="238125" cy="195262"/>
            </a:xfrm>
            <a:custGeom>
              <a:avLst/>
              <a:gdLst/>
              <a:ahLst/>
              <a:cxnLst>
                <a:cxn ang="0">
                  <a:pos x="0" y="288"/>
                </a:cxn>
                <a:cxn ang="0">
                  <a:pos x="0" y="409"/>
                </a:cxn>
                <a:cxn ang="0">
                  <a:pos x="498" y="667"/>
                </a:cxn>
                <a:cxn ang="0">
                  <a:pos x="820" y="379"/>
                </a:cxn>
                <a:cxn ang="0">
                  <a:pos x="812" y="327"/>
                </a:cxn>
                <a:cxn ang="0">
                  <a:pos x="810" y="285"/>
                </a:cxn>
                <a:cxn ang="0">
                  <a:pos x="812" y="235"/>
                </a:cxn>
                <a:cxn ang="0">
                  <a:pos x="820" y="187"/>
                </a:cxn>
                <a:cxn ang="0">
                  <a:pos x="341" y="0"/>
                </a:cxn>
                <a:cxn ang="0">
                  <a:pos x="0" y="288"/>
                </a:cxn>
              </a:cxnLst>
              <a:rect l="0" t="0" r="r" b="b"/>
              <a:pathLst>
                <a:path w="820" h="667">
                  <a:moveTo>
                    <a:pt x="0" y="288"/>
                  </a:moveTo>
                  <a:lnTo>
                    <a:pt x="0" y="409"/>
                  </a:lnTo>
                  <a:lnTo>
                    <a:pt x="498" y="667"/>
                  </a:lnTo>
                  <a:lnTo>
                    <a:pt x="820" y="379"/>
                  </a:lnTo>
                  <a:lnTo>
                    <a:pt x="812" y="327"/>
                  </a:lnTo>
                  <a:lnTo>
                    <a:pt x="810" y="285"/>
                  </a:lnTo>
                  <a:lnTo>
                    <a:pt x="812" y="235"/>
                  </a:lnTo>
                  <a:lnTo>
                    <a:pt x="820" y="187"/>
                  </a:lnTo>
                  <a:lnTo>
                    <a:pt x="341" y="0"/>
                  </a:lnTo>
                  <a:lnTo>
                    <a:pt x="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FFFFCC"/>
                </a:gs>
                <a:gs pos="100000">
                  <a:srgbClr val="FFFF66"/>
                </a:gs>
              </a:gsLst>
              <a:lin ang="5400000" scaled="1"/>
            </a:gradFill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17298" name="Freeform 530"/>
            <p:cNvSpPr>
              <a:spLocks/>
            </p:cNvSpPr>
            <p:nvPr>
              <p:custDataLst>
                <p:tags r:id="rId94"/>
              </p:custDataLst>
            </p:nvPr>
          </p:nvSpPr>
          <p:spPr bwMode="auto">
            <a:xfrm>
              <a:off x="2551113" y="3306985"/>
              <a:ext cx="236537" cy="109538"/>
            </a:xfrm>
            <a:custGeom>
              <a:avLst/>
              <a:gdLst/>
              <a:ahLst/>
              <a:cxnLst>
                <a:cxn ang="0">
                  <a:pos x="367" y="66"/>
                </a:cxn>
                <a:cxn ang="0">
                  <a:pos x="0" y="376"/>
                </a:cxn>
                <a:cxn ang="0">
                  <a:pos x="432" y="358"/>
                </a:cxn>
                <a:cxn ang="0">
                  <a:pos x="811" y="0"/>
                </a:cxn>
                <a:cxn ang="0">
                  <a:pos x="367" y="66"/>
                </a:cxn>
              </a:cxnLst>
              <a:rect l="0" t="0" r="r" b="b"/>
              <a:pathLst>
                <a:path w="811" h="376">
                  <a:moveTo>
                    <a:pt x="367" y="66"/>
                  </a:moveTo>
                  <a:lnTo>
                    <a:pt x="0" y="376"/>
                  </a:lnTo>
                  <a:lnTo>
                    <a:pt x="432" y="358"/>
                  </a:lnTo>
                  <a:lnTo>
                    <a:pt x="811" y="0"/>
                  </a:lnTo>
                  <a:lnTo>
                    <a:pt x="367" y="66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777777"/>
                </a:gs>
              </a:gsLst>
              <a:lin ang="2700000" scaled="1"/>
            </a:gradFill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17299" name="Freeform 531"/>
            <p:cNvSpPr>
              <a:spLocks/>
            </p:cNvSpPr>
            <p:nvPr>
              <p:custDataLst>
                <p:tags r:id="rId95"/>
              </p:custDataLst>
            </p:nvPr>
          </p:nvSpPr>
          <p:spPr bwMode="auto">
            <a:xfrm>
              <a:off x="2571750" y="3386360"/>
              <a:ext cx="228600" cy="90488"/>
            </a:xfrm>
            <a:custGeom>
              <a:avLst/>
              <a:gdLst/>
              <a:ahLst/>
              <a:cxnLst>
                <a:cxn ang="0">
                  <a:pos x="784" y="0"/>
                </a:cxn>
                <a:cxn ang="0">
                  <a:pos x="463" y="309"/>
                </a:cxn>
                <a:cxn ang="0">
                  <a:pos x="0" y="100"/>
                </a:cxn>
              </a:cxnLst>
              <a:rect l="0" t="0" r="r" b="b"/>
              <a:pathLst>
                <a:path w="784" h="309">
                  <a:moveTo>
                    <a:pt x="784" y="0"/>
                  </a:moveTo>
                  <a:lnTo>
                    <a:pt x="463" y="309"/>
                  </a:lnTo>
                  <a:lnTo>
                    <a:pt x="0" y="100"/>
                  </a:lnTo>
                </a:path>
              </a:pathLst>
            </a:custGeom>
            <a:noFill/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17304" name="Freeform 536"/>
            <p:cNvSpPr>
              <a:spLocks/>
            </p:cNvSpPr>
            <p:nvPr>
              <p:custDataLst>
                <p:tags r:id="rId96"/>
              </p:custDataLst>
            </p:nvPr>
          </p:nvSpPr>
          <p:spPr bwMode="auto">
            <a:xfrm>
              <a:off x="2509838" y="4070573"/>
              <a:ext cx="361950" cy="290512"/>
            </a:xfrm>
            <a:custGeom>
              <a:avLst/>
              <a:gdLst/>
              <a:ahLst/>
              <a:cxnLst>
                <a:cxn ang="0">
                  <a:pos x="0" y="996"/>
                </a:cxn>
                <a:cxn ang="0">
                  <a:pos x="0" y="94"/>
                </a:cxn>
                <a:cxn ang="0">
                  <a:pos x="79" y="0"/>
                </a:cxn>
                <a:cxn ang="0">
                  <a:pos x="467" y="0"/>
                </a:cxn>
                <a:cxn ang="0">
                  <a:pos x="526" y="93"/>
                </a:cxn>
                <a:cxn ang="0">
                  <a:pos x="1248" y="94"/>
                </a:cxn>
                <a:cxn ang="0">
                  <a:pos x="1248" y="996"/>
                </a:cxn>
                <a:cxn ang="0">
                  <a:pos x="0" y="996"/>
                </a:cxn>
              </a:cxnLst>
              <a:rect l="0" t="0" r="r" b="b"/>
              <a:pathLst>
                <a:path w="1248" h="996">
                  <a:moveTo>
                    <a:pt x="0" y="996"/>
                  </a:moveTo>
                  <a:lnTo>
                    <a:pt x="0" y="94"/>
                  </a:lnTo>
                  <a:lnTo>
                    <a:pt x="79" y="0"/>
                  </a:lnTo>
                  <a:lnTo>
                    <a:pt x="467" y="0"/>
                  </a:lnTo>
                  <a:lnTo>
                    <a:pt x="526" y="93"/>
                  </a:lnTo>
                  <a:lnTo>
                    <a:pt x="1248" y="94"/>
                  </a:lnTo>
                  <a:lnTo>
                    <a:pt x="1248" y="996"/>
                  </a:lnTo>
                  <a:lnTo>
                    <a:pt x="0" y="996"/>
                  </a:lnTo>
                  <a:close/>
                </a:path>
              </a:pathLst>
            </a:custGeom>
            <a:solidFill>
              <a:srgbClr val="FFFF99"/>
            </a:solidFill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417306" name="Freeform 538"/>
            <p:cNvSpPr>
              <a:spLocks/>
            </p:cNvSpPr>
            <p:nvPr>
              <p:custDataLst>
                <p:tags r:id="rId97"/>
              </p:custDataLst>
            </p:nvPr>
          </p:nvSpPr>
          <p:spPr bwMode="auto">
            <a:xfrm>
              <a:off x="2551113" y="4137248"/>
              <a:ext cx="261937" cy="207962"/>
            </a:xfrm>
            <a:custGeom>
              <a:avLst/>
              <a:gdLst/>
              <a:ahLst/>
              <a:cxnLst>
                <a:cxn ang="0">
                  <a:pos x="0" y="307"/>
                </a:cxn>
                <a:cxn ang="0">
                  <a:pos x="0" y="433"/>
                </a:cxn>
                <a:cxn ang="0">
                  <a:pos x="534" y="713"/>
                </a:cxn>
                <a:cxn ang="0">
                  <a:pos x="900" y="387"/>
                </a:cxn>
                <a:cxn ang="0">
                  <a:pos x="792" y="321"/>
                </a:cxn>
                <a:cxn ang="0">
                  <a:pos x="359" y="0"/>
                </a:cxn>
              </a:cxnLst>
              <a:rect l="0" t="0" r="r" b="b"/>
              <a:pathLst>
                <a:path w="900" h="713">
                  <a:moveTo>
                    <a:pt x="0" y="307"/>
                  </a:moveTo>
                  <a:lnTo>
                    <a:pt x="0" y="433"/>
                  </a:lnTo>
                  <a:lnTo>
                    <a:pt x="534" y="713"/>
                  </a:lnTo>
                  <a:lnTo>
                    <a:pt x="900" y="387"/>
                  </a:lnTo>
                  <a:lnTo>
                    <a:pt x="792" y="321"/>
                  </a:lnTo>
                  <a:lnTo>
                    <a:pt x="359" y="0"/>
                  </a:lnTo>
                </a:path>
              </a:pathLst>
            </a:custGeom>
            <a:gradFill rotWithShape="0">
              <a:gsLst>
                <a:gs pos="0">
                  <a:srgbClr val="C0C0C0"/>
                </a:gs>
                <a:gs pos="100000">
                  <a:srgbClr val="777777"/>
                </a:gs>
              </a:gsLst>
              <a:lin ang="2700000" scaled="1"/>
            </a:gradFill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17307" name="Freeform 539"/>
            <p:cNvSpPr>
              <a:spLocks/>
            </p:cNvSpPr>
            <p:nvPr>
              <p:custDataLst>
                <p:tags r:id="rId98"/>
              </p:custDataLst>
            </p:nvPr>
          </p:nvSpPr>
          <p:spPr bwMode="auto">
            <a:xfrm>
              <a:off x="2563813" y="4140423"/>
              <a:ext cx="238125" cy="195262"/>
            </a:xfrm>
            <a:custGeom>
              <a:avLst/>
              <a:gdLst/>
              <a:ahLst/>
              <a:cxnLst>
                <a:cxn ang="0">
                  <a:pos x="0" y="288"/>
                </a:cxn>
                <a:cxn ang="0">
                  <a:pos x="0" y="409"/>
                </a:cxn>
                <a:cxn ang="0">
                  <a:pos x="498" y="667"/>
                </a:cxn>
                <a:cxn ang="0">
                  <a:pos x="820" y="379"/>
                </a:cxn>
                <a:cxn ang="0">
                  <a:pos x="812" y="327"/>
                </a:cxn>
                <a:cxn ang="0">
                  <a:pos x="810" y="285"/>
                </a:cxn>
                <a:cxn ang="0">
                  <a:pos x="812" y="235"/>
                </a:cxn>
                <a:cxn ang="0">
                  <a:pos x="820" y="187"/>
                </a:cxn>
                <a:cxn ang="0">
                  <a:pos x="341" y="0"/>
                </a:cxn>
                <a:cxn ang="0">
                  <a:pos x="0" y="288"/>
                </a:cxn>
              </a:cxnLst>
              <a:rect l="0" t="0" r="r" b="b"/>
              <a:pathLst>
                <a:path w="820" h="667">
                  <a:moveTo>
                    <a:pt x="0" y="288"/>
                  </a:moveTo>
                  <a:lnTo>
                    <a:pt x="0" y="409"/>
                  </a:lnTo>
                  <a:lnTo>
                    <a:pt x="498" y="667"/>
                  </a:lnTo>
                  <a:lnTo>
                    <a:pt x="820" y="379"/>
                  </a:lnTo>
                  <a:lnTo>
                    <a:pt x="812" y="327"/>
                  </a:lnTo>
                  <a:lnTo>
                    <a:pt x="810" y="285"/>
                  </a:lnTo>
                  <a:lnTo>
                    <a:pt x="812" y="235"/>
                  </a:lnTo>
                  <a:lnTo>
                    <a:pt x="820" y="187"/>
                  </a:lnTo>
                  <a:lnTo>
                    <a:pt x="341" y="0"/>
                  </a:lnTo>
                  <a:lnTo>
                    <a:pt x="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FFFFCC"/>
                </a:gs>
                <a:gs pos="100000">
                  <a:srgbClr val="FFFF66"/>
                </a:gs>
              </a:gsLst>
              <a:lin ang="5400000" scaled="1"/>
            </a:gradFill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17308" name="Freeform 540"/>
            <p:cNvSpPr>
              <a:spLocks/>
            </p:cNvSpPr>
            <p:nvPr>
              <p:custDataLst>
                <p:tags r:id="rId99"/>
              </p:custDataLst>
            </p:nvPr>
          </p:nvSpPr>
          <p:spPr bwMode="auto">
            <a:xfrm>
              <a:off x="2551113" y="4116610"/>
              <a:ext cx="236537" cy="109538"/>
            </a:xfrm>
            <a:custGeom>
              <a:avLst/>
              <a:gdLst/>
              <a:ahLst/>
              <a:cxnLst>
                <a:cxn ang="0">
                  <a:pos x="367" y="66"/>
                </a:cxn>
                <a:cxn ang="0">
                  <a:pos x="0" y="376"/>
                </a:cxn>
                <a:cxn ang="0">
                  <a:pos x="432" y="358"/>
                </a:cxn>
                <a:cxn ang="0">
                  <a:pos x="811" y="0"/>
                </a:cxn>
                <a:cxn ang="0">
                  <a:pos x="367" y="66"/>
                </a:cxn>
              </a:cxnLst>
              <a:rect l="0" t="0" r="r" b="b"/>
              <a:pathLst>
                <a:path w="811" h="376">
                  <a:moveTo>
                    <a:pt x="367" y="66"/>
                  </a:moveTo>
                  <a:lnTo>
                    <a:pt x="0" y="376"/>
                  </a:lnTo>
                  <a:lnTo>
                    <a:pt x="432" y="358"/>
                  </a:lnTo>
                  <a:lnTo>
                    <a:pt x="811" y="0"/>
                  </a:lnTo>
                  <a:lnTo>
                    <a:pt x="367" y="66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777777"/>
                </a:gs>
              </a:gsLst>
              <a:lin ang="2700000" scaled="1"/>
            </a:gradFill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17309" name="Freeform 541"/>
            <p:cNvSpPr>
              <a:spLocks/>
            </p:cNvSpPr>
            <p:nvPr>
              <p:custDataLst>
                <p:tags r:id="rId100"/>
              </p:custDataLst>
            </p:nvPr>
          </p:nvSpPr>
          <p:spPr bwMode="auto">
            <a:xfrm>
              <a:off x="2571750" y="4195985"/>
              <a:ext cx="228600" cy="90488"/>
            </a:xfrm>
            <a:custGeom>
              <a:avLst/>
              <a:gdLst/>
              <a:ahLst/>
              <a:cxnLst>
                <a:cxn ang="0">
                  <a:pos x="784" y="0"/>
                </a:cxn>
                <a:cxn ang="0">
                  <a:pos x="463" y="309"/>
                </a:cxn>
                <a:cxn ang="0">
                  <a:pos x="0" y="100"/>
                </a:cxn>
              </a:cxnLst>
              <a:rect l="0" t="0" r="r" b="b"/>
              <a:pathLst>
                <a:path w="784" h="309">
                  <a:moveTo>
                    <a:pt x="784" y="0"/>
                  </a:moveTo>
                  <a:lnTo>
                    <a:pt x="463" y="309"/>
                  </a:lnTo>
                  <a:lnTo>
                    <a:pt x="0" y="100"/>
                  </a:lnTo>
                </a:path>
              </a:pathLst>
            </a:custGeom>
            <a:noFill/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17315" name="Freeform 547"/>
            <p:cNvSpPr>
              <a:spLocks/>
            </p:cNvSpPr>
            <p:nvPr>
              <p:custDataLst>
                <p:tags r:id="rId101"/>
              </p:custDataLst>
            </p:nvPr>
          </p:nvSpPr>
          <p:spPr bwMode="auto">
            <a:xfrm>
              <a:off x="3024188" y="5554885"/>
              <a:ext cx="192087" cy="287338"/>
            </a:xfrm>
            <a:custGeom>
              <a:avLst/>
              <a:gdLst/>
              <a:ahLst/>
              <a:cxnLst>
                <a:cxn ang="0">
                  <a:pos x="488" y="14"/>
                </a:cxn>
                <a:cxn ang="0">
                  <a:pos x="488" y="497"/>
                </a:cxn>
                <a:cxn ang="0">
                  <a:pos x="285" y="497"/>
                </a:cxn>
                <a:cxn ang="0">
                  <a:pos x="285" y="732"/>
                </a:cxn>
                <a:cxn ang="0">
                  <a:pos x="0" y="732"/>
                </a:cxn>
                <a:cxn ang="0">
                  <a:pos x="0" y="0"/>
                </a:cxn>
                <a:cxn ang="0">
                  <a:pos x="488" y="14"/>
                </a:cxn>
              </a:cxnLst>
              <a:rect l="0" t="0" r="r" b="b"/>
              <a:pathLst>
                <a:path w="489" h="733">
                  <a:moveTo>
                    <a:pt x="488" y="14"/>
                  </a:moveTo>
                  <a:lnTo>
                    <a:pt x="488" y="497"/>
                  </a:lnTo>
                  <a:lnTo>
                    <a:pt x="285" y="497"/>
                  </a:lnTo>
                  <a:lnTo>
                    <a:pt x="285" y="732"/>
                  </a:lnTo>
                  <a:lnTo>
                    <a:pt x="0" y="732"/>
                  </a:lnTo>
                  <a:lnTo>
                    <a:pt x="0" y="0"/>
                  </a:lnTo>
                  <a:lnTo>
                    <a:pt x="488" y="14"/>
                  </a:lnTo>
                </a:path>
              </a:pathLst>
            </a:custGeom>
            <a:solidFill>
              <a:schemeClr val="bg1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316" name="Rectangle 548"/>
            <p:cNvSpPr>
              <a:spLocks noChangeArrowheads="1"/>
            </p:cNvSpPr>
            <p:nvPr>
              <p:custDataLst>
                <p:tags r:id="rId102"/>
              </p:custDataLst>
            </p:nvPr>
          </p:nvSpPr>
          <p:spPr bwMode="auto">
            <a:xfrm>
              <a:off x="3140075" y="5775548"/>
              <a:ext cx="33338" cy="71437"/>
            </a:xfrm>
            <a:prstGeom prst="rect">
              <a:avLst/>
            </a:prstGeom>
            <a:solidFill>
              <a:srgbClr val="91919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17" name="Rectangle 549"/>
            <p:cNvSpPr>
              <a:spLocks noChangeArrowheads="1"/>
            </p:cNvSpPr>
            <p:nvPr>
              <p:custDataLst>
                <p:tags r:id="rId103"/>
              </p:custDataLst>
            </p:nvPr>
          </p:nvSpPr>
          <p:spPr bwMode="auto">
            <a:xfrm>
              <a:off x="3222625" y="5672360"/>
              <a:ext cx="20638" cy="20638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18" name="Rectangle 550"/>
            <p:cNvSpPr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>
              <a:off x="3208338" y="5573935"/>
              <a:ext cx="19050" cy="119063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19" name="Rectangle 551"/>
            <p:cNvSpPr>
              <a:spLocks noChangeArrowheads="1"/>
            </p:cNvSpPr>
            <p:nvPr>
              <p:custDataLst>
                <p:tags r:id="rId105"/>
              </p:custDataLst>
            </p:nvPr>
          </p:nvSpPr>
          <p:spPr bwMode="auto">
            <a:xfrm>
              <a:off x="3005138" y="5805710"/>
              <a:ext cx="76200" cy="39688"/>
            </a:xfrm>
            <a:prstGeom prst="rect">
              <a:avLst/>
            </a:prstGeom>
            <a:solidFill>
              <a:srgbClr val="3366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20" name="Freeform 552"/>
            <p:cNvSpPr>
              <a:spLocks/>
            </p:cNvSpPr>
            <p:nvPr>
              <p:custDataLst>
                <p:tags r:id="rId106"/>
              </p:custDataLst>
            </p:nvPr>
          </p:nvSpPr>
          <p:spPr bwMode="auto">
            <a:xfrm>
              <a:off x="2970213" y="5507260"/>
              <a:ext cx="292100" cy="288925"/>
            </a:xfrm>
            <a:custGeom>
              <a:avLst/>
              <a:gdLst/>
              <a:ahLst/>
              <a:cxnLst>
                <a:cxn ang="0">
                  <a:pos x="706" y="214"/>
                </a:cxn>
                <a:cxn ang="0">
                  <a:pos x="747" y="214"/>
                </a:cxn>
                <a:cxn ang="0">
                  <a:pos x="747" y="83"/>
                </a:cxn>
                <a:cxn ang="0">
                  <a:pos x="702" y="83"/>
                </a:cxn>
                <a:cxn ang="0">
                  <a:pos x="702" y="42"/>
                </a:cxn>
                <a:cxn ang="0">
                  <a:pos x="606" y="42"/>
                </a:cxn>
                <a:cxn ang="0">
                  <a:pos x="606" y="0"/>
                </a:cxn>
                <a:cxn ang="0">
                  <a:pos x="217" y="0"/>
                </a:cxn>
                <a:cxn ang="0">
                  <a:pos x="217" y="38"/>
                </a:cxn>
                <a:cxn ang="0">
                  <a:pos x="128" y="38"/>
                </a:cxn>
                <a:cxn ang="0">
                  <a:pos x="128" y="86"/>
                </a:cxn>
                <a:cxn ang="0">
                  <a:pos x="83" y="86"/>
                </a:cxn>
                <a:cxn ang="0">
                  <a:pos x="83" y="126"/>
                </a:cxn>
                <a:cxn ang="0">
                  <a:pos x="42" y="126"/>
                </a:cxn>
                <a:cxn ang="0">
                  <a:pos x="42" y="216"/>
                </a:cxn>
                <a:cxn ang="0">
                  <a:pos x="0" y="216"/>
                </a:cxn>
                <a:cxn ang="0">
                  <a:pos x="0" y="521"/>
                </a:cxn>
                <a:cxn ang="0">
                  <a:pos x="45" y="521"/>
                </a:cxn>
                <a:cxn ang="0">
                  <a:pos x="45" y="611"/>
                </a:cxn>
                <a:cxn ang="0">
                  <a:pos x="86" y="611"/>
                </a:cxn>
                <a:cxn ang="0">
                  <a:pos x="86" y="690"/>
                </a:cxn>
                <a:cxn ang="0">
                  <a:pos x="133" y="690"/>
                </a:cxn>
                <a:cxn ang="0">
                  <a:pos x="133" y="740"/>
                </a:cxn>
                <a:cxn ang="0">
                  <a:pos x="174" y="740"/>
                </a:cxn>
                <a:cxn ang="0">
                  <a:pos x="174" y="692"/>
                </a:cxn>
                <a:cxn ang="0">
                  <a:pos x="257" y="692"/>
                </a:cxn>
                <a:cxn ang="0">
                  <a:pos x="257" y="605"/>
                </a:cxn>
                <a:cxn ang="0">
                  <a:pos x="303" y="605"/>
                </a:cxn>
                <a:cxn ang="0">
                  <a:pos x="303" y="561"/>
                </a:cxn>
                <a:cxn ang="0">
                  <a:pos x="337" y="560"/>
                </a:cxn>
                <a:cxn ang="0">
                  <a:pos x="337" y="522"/>
                </a:cxn>
                <a:cxn ang="0">
                  <a:pos x="303" y="523"/>
                </a:cxn>
                <a:cxn ang="0">
                  <a:pos x="303" y="480"/>
                </a:cxn>
                <a:cxn ang="0">
                  <a:pos x="260" y="480"/>
                </a:cxn>
                <a:cxn ang="0">
                  <a:pos x="260" y="395"/>
                </a:cxn>
                <a:cxn ang="0">
                  <a:pos x="303" y="395"/>
                </a:cxn>
                <a:cxn ang="0">
                  <a:pos x="303" y="347"/>
                </a:cxn>
                <a:cxn ang="0">
                  <a:pos x="391" y="347"/>
                </a:cxn>
                <a:cxn ang="0">
                  <a:pos x="391" y="302"/>
                </a:cxn>
                <a:cxn ang="0">
                  <a:pos x="437" y="302"/>
                </a:cxn>
                <a:cxn ang="0">
                  <a:pos x="437" y="263"/>
                </a:cxn>
                <a:cxn ang="0">
                  <a:pos x="489" y="263"/>
                </a:cxn>
                <a:cxn ang="0">
                  <a:pos x="489" y="214"/>
                </a:cxn>
                <a:cxn ang="0">
                  <a:pos x="532" y="214"/>
                </a:cxn>
                <a:cxn ang="0">
                  <a:pos x="532" y="178"/>
                </a:cxn>
                <a:cxn ang="0">
                  <a:pos x="656" y="178"/>
                </a:cxn>
                <a:cxn ang="0">
                  <a:pos x="656" y="250"/>
                </a:cxn>
                <a:cxn ang="0">
                  <a:pos x="706" y="252"/>
                </a:cxn>
                <a:cxn ang="0">
                  <a:pos x="706" y="214"/>
                </a:cxn>
              </a:cxnLst>
              <a:rect l="0" t="0" r="r" b="b"/>
              <a:pathLst>
                <a:path w="747" h="740">
                  <a:moveTo>
                    <a:pt x="706" y="214"/>
                  </a:moveTo>
                  <a:lnTo>
                    <a:pt x="747" y="214"/>
                  </a:lnTo>
                  <a:lnTo>
                    <a:pt x="747" y="83"/>
                  </a:lnTo>
                  <a:lnTo>
                    <a:pt x="702" y="83"/>
                  </a:lnTo>
                  <a:lnTo>
                    <a:pt x="702" y="42"/>
                  </a:lnTo>
                  <a:lnTo>
                    <a:pt x="606" y="42"/>
                  </a:lnTo>
                  <a:lnTo>
                    <a:pt x="606" y="0"/>
                  </a:lnTo>
                  <a:lnTo>
                    <a:pt x="217" y="0"/>
                  </a:lnTo>
                  <a:lnTo>
                    <a:pt x="217" y="38"/>
                  </a:lnTo>
                  <a:lnTo>
                    <a:pt x="128" y="38"/>
                  </a:lnTo>
                  <a:lnTo>
                    <a:pt x="128" y="86"/>
                  </a:lnTo>
                  <a:lnTo>
                    <a:pt x="83" y="86"/>
                  </a:lnTo>
                  <a:lnTo>
                    <a:pt x="83" y="126"/>
                  </a:lnTo>
                  <a:lnTo>
                    <a:pt x="42" y="126"/>
                  </a:lnTo>
                  <a:lnTo>
                    <a:pt x="42" y="216"/>
                  </a:lnTo>
                  <a:lnTo>
                    <a:pt x="0" y="216"/>
                  </a:lnTo>
                  <a:lnTo>
                    <a:pt x="0" y="521"/>
                  </a:lnTo>
                  <a:lnTo>
                    <a:pt x="45" y="521"/>
                  </a:lnTo>
                  <a:lnTo>
                    <a:pt x="45" y="611"/>
                  </a:lnTo>
                  <a:lnTo>
                    <a:pt x="86" y="611"/>
                  </a:lnTo>
                  <a:lnTo>
                    <a:pt x="86" y="690"/>
                  </a:lnTo>
                  <a:lnTo>
                    <a:pt x="133" y="690"/>
                  </a:lnTo>
                  <a:lnTo>
                    <a:pt x="133" y="740"/>
                  </a:lnTo>
                  <a:lnTo>
                    <a:pt x="174" y="740"/>
                  </a:lnTo>
                  <a:lnTo>
                    <a:pt x="174" y="692"/>
                  </a:lnTo>
                  <a:lnTo>
                    <a:pt x="257" y="692"/>
                  </a:lnTo>
                  <a:lnTo>
                    <a:pt x="257" y="605"/>
                  </a:lnTo>
                  <a:lnTo>
                    <a:pt x="303" y="605"/>
                  </a:lnTo>
                  <a:lnTo>
                    <a:pt x="303" y="561"/>
                  </a:lnTo>
                  <a:lnTo>
                    <a:pt x="337" y="560"/>
                  </a:lnTo>
                  <a:lnTo>
                    <a:pt x="337" y="522"/>
                  </a:lnTo>
                  <a:lnTo>
                    <a:pt x="303" y="523"/>
                  </a:lnTo>
                  <a:lnTo>
                    <a:pt x="303" y="480"/>
                  </a:lnTo>
                  <a:lnTo>
                    <a:pt x="260" y="480"/>
                  </a:lnTo>
                  <a:lnTo>
                    <a:pt x="260" y="395"/>
                  </a:lnTo>
                  <a:lnTo>
                    <a:pt x="303" y="395"/>
                  </a:lnTo>
                  <a:lnTo>
                    <a:pt x="303" y="347"/>
                  </a:lnTo>
                  <a:lnTo>
                    <a:pt x="391" y="347"/>
                  </a:lnTo>
                  <a:lnTo>
                    <a:pt x="391" y="302"/>
                  </a:lnTo>
                  <a:lnTo>
                    <a:pt x="437" y="302"/>
                  </a:lnTo>
                  <a:lnTo>
                    <a:pt x="437" y="263"/>
                  </a:lnTo>
                  <a:lnTo>
                    <a:pt x="489" y="263"/>
                  </a:lnTo>
                  <a:lnTo>
                    <a:pt x="489" y="214"/>
                  </a:lnTo>
                  <a:lnTo>
                    <a:pt x="532" y="214"/>
                  </a:lnTo>
                  <a:lnTo>
                    <a:pt x="532" y="178"/>
                  </a:lnTo>
                  <a:lnTo>
                    <a:pt x="656" y="178"/>
                  </a:lnTo>
                  <a:lnTo>
                    <a:pt x="656" y="250"/>
                  </a:lnTo>
                  <a:lnTo>
                    <a:pt x="706" y="252"/>
                  </a:lnTo>
                  <a:lnTo>
                    <a:pt x="706" y="214"/>
                  </a:lnTo>
                </a:path>
              </a:pathLst>
            </a:custGeom>
            <a:solidFill>
              <a:srgbClr val="000000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321" name="Rectangle 553"/>
            <p:cNvSpPr>
              <a:spLocks noChangeArrowheads="1"/>
            </p:cNvSpPr>
            <p:nvPr>
              <p:custDataLst>
                <p:tags r:id="rId107"/>
              </p:custDataLst>
            </p:nvPr>
          </p:nvSpPr>
          <p:spPr bwMode="auto">
            <a:xfrm>
              <a:off x="3209925" y="5605685"/>
              <a:ext cx="19050" cy="30163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22" name="Rectangle 554"/>
            <p:cNvSpPr>
              <a:spLocks noChangeArrowheads="1"/>
            </p:cNvSpPr>
            <p:nvPr>
              <p:custDataLst>
                <p:tags r:id="rId108"/>
              </p:custDataLst>
            </p:nvPr>
          </p:nvSpPr>
          <p:spPr bwMode="auto">
            <a:xfrm flipH="1">
              <a:off x="3176588" y="5635848"/>
              <a:ext cx="19050" cy="17462"/>
            </a:xfrm>
            <a:prstGeom prst="rect">
              <a:avLst/>
            </a:prstGeom>
            <a:solidFill>
              <a:srgbClr val="063DE8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23" name="Rectangle 555"/>
            <p:cNvSpPr>
              <a:spLocks noChangeArrowheads="1"/>
            </p:cNvSpPr>
            <p:nvPr>
              <p:custDataLst>
                <p:tags r:id="rId109"/>
              </p:custDataLst>
            </p:nvPr>
          </p:nvSpPr>
          <p:spPr bwMode="auto">
            <a:xfrm flipH="1">
              <a:off x="3225800" y="5637435"/>
              <a:ext cx="19050" cy="36513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24" name="Rectangle 556"/>
            <p:cNvSpPr>
              <a:spLocks noChangeArrowheads="1"/>
            </p:cNvSpPr>
            <p:nvPr>
              <p:custDataLst>
                <p:tags r:id="rId110"/>
              </p:custDataLst>
            </p:nvPr>
          </p:nvSpPr>
          <p:spPr bwMode="auto">
            <a:xfrm>
              <a:off x="3243263" y="5673948"/>
              <a:ext cx="19050" cy="19050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25" name="Rectangle 557"/>
            <p:cNvSpPr>
              <a:spLocks noChangeArrowheads="1"/>
            </p:cNvSpPr>
            <p:nvPr>
              <p:custDataLst>
                <p:tags r:id="rId111"/>
              </p:custDataLst>
            </p:nvPr>
          </p:nvSpPr>
          <p:spPr bwMode="auto">
            <a:xfrm>
              <a:off x="3005138" y="5794598"/>
              <a:ext cx="47625" cy="12700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26" name="Rectangle 558"/>
            <p:cNvSpPr>
              <a:spLocks noChangeArrowheads="1"/>
            </p:cNvSpPr>
            <p:nvPr>
              <p:custDataLst>
                <p:tags r:id="rId112"/>
              </p:custDataLst>
            </p:nvPr>
          </p:nvSpPr>
          <p:spPr bwMode="auto">
            <a:xfrm>
              <a:off x="3052763" y="5805710"/>
              <a:ext cx="30162" cy="17463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27" name="Rectangle 559"/>
            <p:cNvSpPr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3081338" y="5823173"/>
              <a:ext cx="30162" cy="23812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28" name="Rectangle 560"/>
            <p:cNvSpPr>
              <a:spLocks noChangeArrowheads="1"/>
            </p:cNvSpPr>
            <p:nvPr>
              <p:custDataLst>
                <p:tags r:id="rId114"/>
              </p:custDataLst>
            </p:nvPr>
          </p:nvSpPr>
          <p:spPr bwMode="auto">
            <a:xfrm>
              <a:off x="3005138" y="5805710"/>
              <a:ext cx="12700" cy="14288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29" name="Rectangle 561"/>
            <p:cNvSpPr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>
              <a:off x="2987675" y="5818410"/>
              <a:ext cx="19050" cy="28575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30" name="Rectangle 562"/>
            <p:cNvSpPr>
              <a:spLocks noChangeArrowheads="1"/>
            </p:cNvSpPr>
            <p:nvPr>
              <p:custDataLst>
                <p:tags r:id="rId116"/>
              </p:custDataLst>
            </p:nvPr>
          </p:nvSpPr>
          <p:spPr bwMode="auto">
            <a:xfrm>
              <a:off x="3176588" y="5618385"/>
              <a:ext cx="46037" cy="17463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31" name="Rectangle 563"/>
            <p:cNvSpPr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>
              <a:off x="3190875" y="5691410"/>
              <a:ext cx="19050" cy="73025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32" name="Rectangle 564"/>
            <p:cNvSpPr>
              <a:spLocks noChangeArrowheads="1"/>
            </p:cNvSpPr>
            <p:nvPr>
              <p:custDataLst>
                <p:tags r:id="rId118"/>
              </p:custDataLst>
            </p:nvPr>
          </p:nvSpPr>
          <p:spPr bwMode="auto">
            <a:xfrm>
              <a:off x="3106738" y="5745385"/>
              <a:ext cx="90487" cy="19050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33" name="Rectangle 565"/>
            <p:cNvSpPr>
              <a:spLocks noChangeArrowheads="1"/>
            </p:cNvSpPr>
            <p:nvPr>
              <p:custDataLst>
                <p:tags r:id="rId119"/>
              </p:custDataLst>
            </p:nvPr>
          </p:nvSpPr>
          <p:spPr bwMode="auto">
            <a:xfrm>
              <a:off x="3124200" y="5775548"/>
              <a:ext cx="15875" cy="68262"/>
            </a:xfrm>
            <a:prstGeom prst="rect">
              <a:avLst/>
            </a:prstGeom>
            <a:solidFill>
              <a:srgbClr val="DADADA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34" name="Rectangle 566"/>
            <p:cNvSpPr>
              <a:spLocks noChangeArrowheads="1"/>
            </p:cNvSpPr>
            <p:nvPr>
              <p:custDataLst>
                <p:tags r:id="rId120"/>
              </p:custDataLst>
            </p:nvPr>
          </p:nvSpPr>
          <p:spPr bwMode="auto">
            <a:xfrm>
              <a:off x="3111500" y="5835873"/>
              <a:ext cx="30163" cy="17462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35" name="Rectangle 567"/>
            <p:cNvSpPr>
              <a:spLocks noChangeArrowheads="1"/>
            </p:cNvSpPr>
            <p:nvPr>
              <p:custDataLst>
                <p:tags r:id="rId121"/>
              </p:custDataLst>
            </p:nvPr>
          </p:nvSpPr>
          <p:spPr bwMode="auto">
            <a:xfrm>
              <a:off x="3165475" y="5810473"/>
              <a:ext cx="66675" cy="34925"/>
            </a:xfrm>
            <a:prstGeom prst="rect">
              <a:avLst/>
            </a:prstGeom>
            <a:solidFill>
              <a:srgbClr val="3366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36" name="Rectangle 568"/>
            <p:cNvSpPr>
              <a:spLocks noChangeArrowheads="1"/>
            </p:cNvSpPr>
            <p:nvPr>
              <p:custDataLst>
                <p:tags r:id="rId122"/>
              </p:custDataLst>
            </p:nvPr>
          </p:nvSpPr>
          <p:spPr bwMode="auto">
            <a:xfrm>
              <a:off x="3005138" y="5843810"/>
              <a:ext cx="223837" cy="19050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37" name="Rectangle 569"/>
            <p:cNvSpPr>
              <a:spLocks noChangeArrowheads="1"/>
            </p:cNvSpPr>
            <p:nvPr>
              <p:custDataLst>
                <p:tags r:id="rId123"/>
              </p:custDataLst>
            </p:nvPr>
          </p:nvSpPr>
          <p:spPr bwMode="auto">
            <a:xfrm>
              <a:off x="3138488" y="5805710"/>
              <a:ext cx="30162" cy="41275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38" name="Rectangle 570"/>
            <p:cNvSpPr>
              <a:spLocks noChangeArrowheads="1"/>
            </p:cNvSpPr>
            <p:nvPr>
              <p:custDataLst>
                <p:tags r:id="rId124"/>
              </p:custDataLst>
            </p:nvPr>
          </p:nvSpPr>
          <p:spPr bwMode="auto">
            <a:xfrm flipH="1">
              <a:off x="3167063" y="5764435"/>
              <a:ext cx="17462" cy="49213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39" name="Rectangle 571"/>
            <p:cNvSpPr>
              <a:spLocks noChangeArrowheads="1"/>
            </p:cNvSpPr>
            <p:nvPr>
              <p:custDataLst>
                <p:tags r:id="rId125"/>
              </p:custDataLst>
            </p:nvPr>
          </p:nvSpPr>
          <p:spPr bwMode="auto">
            <a:xfrm>
              <a:off x="3122613" y="5758085"/>
              <a:ext cx="44450" cy="19050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40" name="Rectangle 572"/>
            <p:cNvSpPr>
              <a:spLocks noChangeArrowheads="1"/>
            </p:cNvSpPr>
            <p:nvPr>
              <p:custDataLst>
                <p:tags r:id="rId126"/>
              </p:custDataLst>
            </p:nvPr>
          </p:nvSpPr>
          <p:spPr bwMode="auto">
            <a:xfrm flipV="1">
              <a:off x="3182938" y="5794598"/>
              <a:ext cx="33337" cy="19050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41" name="Rectangle 573"/>
            <p:cNvSpPr>
              <a:spLocks noChangeArrowheads="1"/>
            </p:cNvSpPr>
            <p:nvPr>
              <p:custDataLst>
                <p:tags r:id="rId127"/>
              </p:custDataLst>
            </p:nvPr>
          </p:nvSpPr>
          <p:spPr bwMode="auto">
            <a:xfrm flipV="1">
              <a:off x="3214688" y="5810473"/>
              <a:ext cx="17462" cy="19050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42" name="Rectangle 574"/>
            <p:cNvSpPr>
              <a:spLocks noChangeArrowheads="1"/>
            </p:cNvSpPr>
            <p:nvPr>
              <p:custDataLst>
                <p:tags r:id="rId128"/>
              </p:custDataLst>
            </p:nvPr>
          </p:nvSpPr>
          <p:spPr bwMode="auto">
            <a:xfrm flipV="1">
              <a:off x="3228975" y="5827935"/>
              <a:ext cx="19050" cy="17463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43" name="Rectangle 575"/>
            <p:cNvSpPr>
              <a:spLocks noChangeArrowheads="1"/>
            </p:cNvSpPr>
            <p:nvPr>
              <p:custDataLst>
                <p:tags r:id="rId129"/>
              </p:custDataLst>
            </p:nvPr>
          </p:nvSpPr>
          <p:spPr bwMode="auto">
            <a:xfrm>
              <a:off x="3203575" y="5700935"/>
              <a:ext cx="19050" cy="60325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44" name="Rectangle 576"/>
            <p:cNvSpPr>
              <a:spLocks noChangeArrowheads="1"/>
            </p:cNvSpPr>
            <p:nvPr>
              <p:custDataLst>
                <p:tags r:id="rId130"/>
              </p:custDataLst>
            </p:nvPr>
          </p:nvSpPr>
          <p:spPr bwMode="auto">
            <a:xfrm>
              <a:off x="3203575" y="5686648"/>
              <a:ext cx="39688" cy="19050"/>
            </a:xfrm>
            <a:prstGeom prst="rect">
              <a:avLst/>
            </a:prstGeom>
            <a:solidFill>
              <a:srgbClr val="000000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45" name="Rectangle 577"/>
            <p:cNvSpPr>
              <a:spLocks noChangeArrowheads="1"/>
            </p:cNvSpPr>
            <p:nvPr>
              <p:custDataLst>
                <p:tags r:id="rId131"/>
              </p:custDataLst>
            </p:nvPr>
          </p:nvSpPr>
          <p:spPr bwMode="auto">
            <a:xfrm flipV="1">
              <a:off x="3165475" y="5758085"/>
              <a:ext cx="39688" cy="19050"/>
            </a:xfrm>
            <a:prstGeom prst="rect">
              <a:avLst/>
            </a:prstGeom>
            <a:solidFill>
              <a:srgbClr val="0000FF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48" name="Freeform 580"/>
            <p:cNvSpPr>
              <a:spLocks/>
            </p:cNvSpPr>
            <p:nvPr>
              <p:custDataLst>
                <p:tags r:id="rId132"/>
              </p:custDataLst>
            </p:nvPr>
          </p:nvSpPr>
          <p:spPr bwMode="auto">
            <a:xfrm>
              <a:off x="2509838" y="5115148"/>
              <a:ext cx="361950" cy="290512"/>
            </a:xfrm>
            <a:custGeom>
              <a:avLst/>
              <a:gdLst/>
              <a:ahLst/>
              <a:cxnLst>
                <a:cxn ang="0">
                  <a:pos x="0" y="996"/>
                </a:cxn>
                <a:cxn ang="0">
                  <a:pos x="0" y="94"/>
                </a:cxn>
                <a:cxn ang="0">
                  <a:pos x="79" y="0"/>
                </a:cxn>
                <a:cxn ang="0">
                  <a:pos x="467" y="0"/>
                </a:cxn>
                <a:cxn ang="0">
                  <a:pos x="526" y="93"/>
                </a:cxn>
                <a:cxn ang="0">
                  <a:pos x="1248" y="94"/>
                </a:cxn>
                <a:cxn ang="0">
                  <a:pos x="1248" y="996"/>
                </a:cxn>
                <a:cxn ang="0">
                  <a:pos x="0" y="996"/>
                </a:cxn>
              </a:cxnLst>
              <a:rect l="0" t="0" r="r" b="b"/>
              <a:pathLst>
                <a:path w="1248" h="996">
                  <a:moveTo>
                    <a:pt x="0" y="996"/>
                  </a:moveTo>
                  <a:lnTo>
                    <a:pt x="0" y="94"/>
                  </a:lnTo>
                  <a:lnTo>
                    <a:pt x="79" y="0"/>
                  </a:lnTo>
                  <a:lnTo>
                    <a:pt x="467" y="0"/>
                  </a:lnTo>
                  <a:lnTo>
                    <a:pt x="526" y="93"/>
                  </a:lnTo>
                  <a:lnTo>
                    <a:pt x="1248" y="94"/>
                  </a:lnTo>
                  <a:lnTo>
                    <a:pt x="1248" y="996"/>
                  </a:lnTo>
                  <a:lnTo>
                    <a:pt x="0" y="996"/>
                  </a:lnTo>
                  <a:close/>
                </a:path>
              </a:pathLst>
            </a:custGeom>
            <a:solidFill>
              <a:srgbClr val="FFFF99"/>
            </a:solidFill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417350" name="Freeform 582"/>
            <p:cNvSpPr>
              <a:spLocks/>
            </p:cNvSpPr>
            <p:nvPr>
              <p:custDataLst>
                <p:tags r:id="rId133"/>
              </p:custDataLst>
            </p:nvPr>
          </p:nvSpPr>
          <p:spPr bwMode="auto">
            <a:xfrm>
              <a:off x="2551113" y="5181823"/>
              <a:ext cx="261937" cy="207962"/>
            </a:xfrm>
            <a:custGeom>
              <a:avLst/>
              <a:gdLst/>
              <a:ahLst/>
              <a:cxnLst>
                <a:cxn ang="0">
                  <a:pos x="0" y="307"/>
                </a:cxn>
                <a:cxn ang="0">
                  <a:pos x="0" y="433"/>
                </a:cxn>
                <a:cxn ang="0">
                  <a:pos x="534" y="713"/>
                </a:cxn>
                <a:cxn ang="0">
                  <a:pos x="900" y="387"/>
                </a:cxn>
                <a:cxn ang="0">
                  <a:pos x="792" y="321"/>
                </a:cxn>
                <a:cxn ang="0">
                  <a:pos x="359" y="0"/>
                </a:cxn>
              </a:cxnLst>
              <a:rect l="0" t="0" r="r" b="b"/>
              <a:pathLst>
                <a:path w="900" h="713">
                  <a:moveTo>
                    <a:pt x="0" y="307"/>
                  </a:moveTo>
                  <a:lnTo>
                    <a:pt x="0" y="433"/>
                  </a:lnTo>
                  <a:lnTo>
                    <a:pt x="534" y="713"/>
                  </a:lnTo>
                  <a:lnTo>
                    <a:pt x="900" y="387"/>
                  </a:lnTo>
                  <a:lnTo>
                    <a:pt x="792" y="321"/>
                  </a:lnTo>
                  <a:lnTo>
                    <a:pt x="359" y="0"/>
                  </a:lnTo>
                </a:path>
              </a:pathLst>
            </a:custGeom>
            <a:gradFill rotWithShape="0">
              <a:gsLst>
                <a:gs pos="0">
                  <a:srgbClr val="C0C0C0"/>
                </a:gs>
                <a:gs pos="100000">
                  <a:srgbClr val="777777"/>
                </a:gs>
              </a:gsLst>
              <a:lin ang="2700000" scaled="1"/>
            </a:gradFill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17351" name="Freeform 583"/>
            <p:cNvSpPr>
              <a:spLocks/>
            </p:cNvSpPr>
            <p:nvPr>
              <p:custDataLst>
                <p:tags r:id="rId134"/>
              </p:custDataLst>
            </p:nvPr>
          </p:nvSpPr>
          <p:spPr bwMode="auto">
            <a:xfrm>
              <a:off x="2563813" y="5184998"/>
              <a:ext cx="238125" cy="195262"/>
            </a:xfrm>
            <a:custGeom>
              <a:avLst/>
              <a:gdLst/>
              <a:ahLst/>
              <a:cxnLst>
                <a:cxn ang="0">
                  <a:pos x="0" y="288"/>
                </a:cxn>
                <a:cxn ang="0">
                  <a:pos x="0" y="409"/>
                </a:cxn>
                <a:cxn ang="0">
                  <a:pos x="498" y="667"/>
                </a:cxn>
                <a:cxn ang="0">
                  <a:pos x="820" y="379"/>
                </a:cxn>
                <a:cxn ang="0">
                  <a:pos x="812" y="327"/>
                </a:cxn>
                <a:cxn ang="0">
                  <a:pos x="810" y="285"/>
                </a:cxn>
                <a:cxn ang="0">
                  <a:pos x="812" y="235"/>
                </a:cxn>
                <a:cxn ang="0">
                  <a:pos x="820" y="187"/>
                </a:cxn>
                <a:cxn ang="0">
                  <a:pos x="341" y="0"/>
                </a:cxn>
                <a:cxn ang="0">
                  <a:pos x="0" y="288"/>
                </a:cxn>
              </a:cxnLst>
              <a:rect l="0" t="0" r="r" b="b"/>
              <a:pathLst>
                <a:path w="820" h="667">
                  <a:moveTo>
                    <a:pt x="0" y="288"/>
                  </a:moveTo>
                  <a:lnTo>
                    <a:pt x="0" y="409"/>
                  </a:lnTo>
                  <a:lnTo>
                    <a:pt x="498" y="667"/>
                  </a:lnTo>
                  <a:lnTo>
                    <a:pt x="820" y="379"/>
                  </a:lnTo>
                  <a:lnTo>
                    <a:pt x="812" y="327"/>
                  </a:lnTo>
                  <a:lnTo>
                    <a:pt x="810" y="285"/>
                  </a:lnTo>
                  <a:lnTo>
                    <a:pt x="812" y="235"/>
                  </a:lnTo>
                  <a:lnTo>
                    <a:pt x="820" y="187"/>
                  </a:lnTo>
                  <a:lnTo>
                    <a:pt x="341" y="0"/>
                  </a:lnTo>
                  <a:lnTo>
                    <a:pt x="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FFFFCC"/>
                </a:gs>
                <a:gs pos="100000">
                  <a:srgbClr val="FFFF66"/>
                </a:gs>
              </a:gsLst>
              <a:lin ang="5400000" scaled="1"/>
            </a:gradFill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17352" name="Freeform 584"/>
            <p:cNvSpPr>
              <a:spLocks/>
            </p:cNvSpPr>
            <p:nvPr>
              <p:custDataLst>
                <p:tags r:id="rId135"/>
              </p:custDataLst>
            </p:nvPr>
          </p:nvSpPr>
          <p:spPr bwMode="auto">
            <a:xfrm>
              <a:off x="2551113" y="5161185"/>
              <a:ext cx="236537" cy="109538"/>
            </a:xfrm>
            <a:custGeom>
              <a:avLst/>
              <a:gdLst/>
              <a:ahLst/>
              <a:cxnLst>
                <a:cxn ang="0">
                  <a:pos x="367" y="66"/>
                </a:cxn>
                <a:cxn ang="0">
                  <a:pos x="0" y="376"/>
                </a:cxn>
                <a:cxn ang="0">
                  <a:pos x="432" y="358"/>
                </a:cxn>
                <a:cxn ang="0">
                  <a:pos x="811" y="0"/>
                </a:cxn>
                <a:cxn ang="0">
                  <a:pos x="367" y="66"/>
                </a:cxn>
              </a:cxnLst>
              <a:rect l="0" t="0" r="r" b="b"/>
              <a:pathLst>
                <a:path w="811" h="376">
                  <a:moveTo>
                    <a:pt x="367" y="66"/>
                  </a:moveTo>
                  <a:lnTo>
                    <a:pt x="0" y="376"/>
                  </a:lnTo>
                  <a:lnTo>
                    <a:pt x="432" y="358"/>
                  </a:lnTo>
                  <a:lnTo>
                    <a:pt x="811" y="0"/>
                  </a:lnTo>
                  <a:lnTo>
                    <a:pt x="367" y="66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777777"/>
                </a:gs>
              </a:gsLst>
              <a:lin ang="2700000" scaled="1"/>
            </a:gradFill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17353" name="Freeform 585"/>
            <p:cNvSpPr>
              <a:spLocks/>
            </p:cNvSpPr>
            <p:nvPr>
              <p:custDataLst>
                <p:tags r:id="rId136"/>
              </p:custDataLst>
            </p:nvPr>
          </p:nvSpPr>
          <p:spPr bwMode="auto">
            <a:xfrm>
              <a:off x="2571750" y="5240560"/>
              <a:ext cx="228600" cy="90488"/>
            </a:xfrm>
            <a:custGeom>
              <a:avLst/>
              <a:gdLst/>
              <a:ahLst/>
              <a:cxnLst>
                <a:cxn ang="0">
                  <a:pos x="784" y="0"/>
                </a:cxn>
                <a:cxn ang="0">
                  <a:pos x="463" y="309"/>
                </a:cxn>
                <a:cxn ang="0">
                  <a:pos x="0" y="100"/>
                </a:cxn>
              </a:cxnLst>
              <a:rect l="0" t="0" r="r" b="b"/>
              <a:pathLst>
                <a:path w="784" h="309">
                  <a:moveTo>
                    <a:pt x="784" y="0"/>
                  </a:moveTo>
                  <a:lnTo>
                    <a:pt x="463" y="309"/>
                  </a:lnTo>
                  <a:lnTo>
                    <a:pt x="0" y="100"/>
                  </a:lnTo>
                </a:path>
              </a:pathLst>
            </a:custGeom>
            <a:noFill/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17357" name="Freeform 589"/>
            <p:cNvSpPr>
              <a:spLocks/>
            </p:cNvSpPr>
            <p:nvPr>
              <p:custDataLst>
                <p:tags r:id="rId137"/>
              </p:custDataLst>
            </p:nvPr>
          </p:nvSpPr>
          <p:spPr bwMode="auto">
            <a:xfrm>
              <a:off x="2509838" y="5924773"/>
              <a:ext cx="361950" cy="290512"/>
            </a:xfrm>
            <a:custGeom>
              <a:avLst/>
              <a:gdLst/>
              <a:ahLst/>
              <a:cxnLst>
                <a:cxn ang="0">
                  <a:pos x="0" y="996"/>
                </a:cxn>
                <a:cxn ang="0">
                  <a:pos x="0" y="94"/>
                </a:cxn>
                <a:cxn ang="0">
                  <a:pos x="79" y="0"/>
                </a:cxn>
                <a:cxn ang="0">
                  <a:pos x="467" y="0"/>
                </a:cxn>
                <a:cxn ang="0">
                  <a:pos x="526" y="93"/>
                </a:cxn>
                <a:cxn ang="0">
                  <a:pos x="1248" y="94"/>
                </a:cxn>
                <a:cxn ang="0">
                  <a:pos x="1248" y="996"/>
                </a:cxn>
                <a:cxn ang="0">
                  <a:pos x="0" y="996"/>
                </a:cxn>
              </a:cxnLst>
              <a:rect l="0" t="0" r="r" b="b"/>
              <a:pathLst>
                <a:path w="1248" h="996">
                  <a:moveTo>
                    <a:pt x="0" y="996"/>
                  </a:moveTo>
                  <a:lnTo>
                    <a:pt x="0" y="94"/>
                  </a:lnTo>
                  <a:lnTo>
                    <a:pt x="79" y="0"/>
                  </a:lnTo>
                  <a:lnTo>
                    <a:pt x="467" y="0"/>
                  </a:lnTo>
                  <a:lnTo>
                    <a:pt x="526" y="93"/>
                  </a:lnTo>
                  <a:lnTo>
                    <a:pt x="1248" y="94"/>
                  </a:lnTo>
                  <a:lnTo>
                    <a:pt x="1248" y="996"/>
                  </a:lnTo>
                  <a:lnTo>
                    <a:pt x="0" y="996"/>
                  </a:lnTo>
                  <a:close/>
                </a:path>
              </a:pathLst>
            </a:custGeom>
            <a:solidFill>
              <a:srgbClr val="FFFF99"/>
            </a:solidFill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/>
            <a:lstStyle/>
            <a:p>
              <a:endParaRPr lang="fr-FR"/>
            </a:p>
          </p:txBody>
        </p:sp>
        <p:grpSp>
          <p:nvGrpSpPr>
            <p:cNvPr id="417415" name="Group 647"/>
            <p:cNvGrpSpPr>
              <a:grpSpLocks/>
            </p:cNvGrpSpPr>
            <p:nvPr/>
          </p:nvGrpSpPr>
          <p:grpSpPr bwMode="auto">
            <a:xfrm>
              <a:off x="2551113" y="5970810"/>
              <a:ext cx="261937" cy="228600"/>
              <a:chOff x="1607" y="3624"/>
              <a:chExt cx="165" cy="144"/>
            </a:xfrm>
          </p:grpSpPr>
          <p:sp>
            <p:nvSpPr>
              <p:cNvPr id="417359" name="Freeform 591"/>
              <p:cNvSpPr>
                <a:spLocks/>
              </p:cNvSpPr>
              <p:nvPr>
                <p:custDataLst>
                  <p:tags r:id="rId156"/>
                </p:custDataLst>
              </p:nvPr>
            </p:nvSpPr>
            <p:spPr bwMode="auto">
              <a:xfrm>
                <a:off x="1607" y="3637"/>
                <a:ext cx="165" cy="131"/>
              </a:xfrm>
              <a:custGeom>
                <a:avLst/>
                <a:gdLst/>
                <a:ahLst/>
                <a:cxnLst>
                  <a:cxn ang="0">
                    <a:pos x="0" y="307"/>
                  </a:cxn>
                  <a:cxn ang="0">
                    <a:pos x="0" y="433"/>
                  </a:cxn>
                  <a:cxn ang="0">
                    <a:pos x="534" y="713"/>
                  </a:cxn>
                  <a:cxn ang="0">
                    <a:pos x="900" y="387"/>
                  </a:cxn>
                  <a:cxn ang="0">
                    <a:pos x="792" y="321"/>
                  </a:cxn>
                  <a:cxn ang="0">
                    <a:pos x="359" y="0"/>
                  </a:cxn>
                </a:cxnLst>
                <a:rect l="0" t="0" r="r" b="b"/>
                <a:pathLst>
                  <a:path w="900" h="713">
                    <a:moveTo>
                      <a:pt x="0" y="307"/>
                    </a:moveTo>
                    <a:lnTo>
                      <a:pt x="0" y="433"/>
                    </a:lnTo>
                    <a:lnTo>
                      <a:pt x="534" y="713"/>
                    </a:lnTo>
                    <a:lnTo>
                      <a:pt x="900" y="387"/>
                    </a:lnTo>
                    <a:lnTo>
                      <a:pt x="792" y="321"/>
                    </a:lnTo>
                    <a:lnTo>
                      <a:pt x="359" y="0"/>
                    </a:lnTo>
                  </a:path>
                </a:pathLst>
              </a:custGeom>
              <a:gradFill rotWithShape="0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lin ang="27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417360" name="Freeform 592"/>
              <p:cNvSpPr>
                <a:spLocks/>
              </p:cNvSpPr>
              <p:nvPr>
                <p:custDataLst>
                  <p:tags r:id="rId157"/>
                </p:custDataLst>
              </p:nvPr>
            </p:nvSpPr>
            <p:spPr bwMode="auto">
              <a:xfrm>
                <a:off x="1615" y="3639"/>
                <a:ext cx="150" cy="123"/>
              </a:xfrm>
              <a:custGeom>
                <a:avLst/>
                <a:gdLst/>
                <a:ahLst/>
                <a:cxnLst>
                  <a:cxn ang="0">
                    <a:pos x="0" y="288"/>
                  </a:cxn>
                  <a:cxn ang="0">
                    <a:pos x="0" y="409"/>
                  </a:cxn>
                  <a:cxn ang="0">
                    <a:pos x="498" y="667"/>
                  </a:cxn>
                  <a:cxn ang="0">
                    <a:pos x="820" y="379"/>
                  </a:cxn>
                  <a:cxn ang="0">
                    <a:pos x="812" y="327"/>
                  </a:cxn>
                  <a:cxn ang="0">
                    <a:pos x="810" y="285"/>
                  </a:cxn>
                  <a:cxn ang="0">
                    <a:pos x="812" y="235"/>
                  </a:cxn>
                  <a:cxn ang="0">
                    <a:pos x="820" y="187"/>
                  </a:cxn>
                  <a:cxn ang="0">
                    <a:pos x="341" y="0"/>
                  </a:cxn>
                  <a:cxn ang="0">
                    <a:pos x="0" y="288"/>
                  </a:cxn>
                </a:cxnLst>
                <a:rect l="0" t="0" r="r" b="b"/>
                <a:pathLst>
                  <a:path w="820" h="667">
                    <a:moveTo>
                      <a:pt x="0" y="288"/>
                    </a:moveTo>
                    <a:lnTo>
                      <a:pt x="0" y="409"/>
                    </a:lnTo>
                    <a:lnTo>
                      <a:pt x="498" y="667"/>
                    </a:lnTo>
                    <a:lnTo>
                      <a:pt x="820" y="379"/>
                    </a:lnTo>
                    <a:lnTo>
                      <a:pt x="812" y="327"/>
                    </a:lnTo>
                    <a:lnTo>
                      <a:pt x="810" y="285"/>
                    </a:lnTo>
                    <a:lnTo>
                      <a:pt x="812" y="235"/>
                    </a:lnTo>
                    <a:lnTo>
                      <a:pt x="820" y="187"/>
                    </a:lnTo>
                    <a:lnTo>
                      <a:pt x="341" y="0"/>
                    </a:lnTo>
                    <a:lnTo>
                      <a:pt x="0" y="28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CC"/>
                  </a:gs>
                  <a:gs pos="100000">
                    <a:srgbClr val="FFFF66"/>
                  </a:gs>
                </a:gsLst>
                <a:lin ang="54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417361" name="Freeform 593"/>
              <p:cNvSpPr>
                <a:spLocks/>
              </p:cNvSpPr>
              <p:nvPr>
                <p:custDataLst>
                  <p:tags r:id="rId158"/>
                </p:custDataLst>
              </p:nvPr>
            </p:nvSpPr>
            <p:spPr bwMode="auto">
              <a:xfrm>
                <a:off x="1607" y="3624"/>
                <a:ext cx="149" cy="69"/>
              </a:xfrm>
              <a:custGeom>
                <a:avLst/>
                <a:gdLst/>
                <a:ahLst/>
                <a:cxnLst>
                  <a:cxn ang="0">
                    <a:pos x="367" y="66"/>
                  </a:cxn>
                  <a:cxn ang="0">
                    <a:pos x="0" y="376"/>
                  </a:cxn>
                  <a:cxn ang="0">
                    <a:pos x="432" y="358"/>
                  </a:cxn>
                  <a:cxn ang="0">
                    <a:pos x="811" y="0"/>
                  </a:cxn>
                  <a:cxn ang="0">
                    <a:pos x="367" y="66"/>
                  </a:cxn>
                </a:cxnLst>
                <a:rect l="0" t="0" r="r" b="b"/>
                <a:pathLst>
                  <a:path w="811" h="376">
                    <a:moveTo>
                      <a:pt x="367" y="66"/>
                    </a:moveTo>
                    <a:lnTo>
                      <a:pt x="0" y="376"/>
                    </a:lnTo>
                    <a:lnTo>
                      <a:pt x="432" y="358"/>
                    </a:lnTo>
                    <a:lnTo>
                      <a:pt x="811" y="0"/>
                    </a:lnTo>
                    <a:lnTo>
                      <a:pt x="367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777777"/>
                  </a:gs>
                </a:gsLst>
                <a:lin ang="27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417362" name="Freeform 594"/>
              <p:cNvSpPr>
                <a:spLocks/>
              </p:cNvSpPr>
              <p:nvPr>
                <p:custDataLst>
                  <p:tags r:id="rId159"/>
                </p:custDataLst>
              </p:nvPr>
            </p:nvSpPr>
            <p:spPr bwMode="auto">
              <a:xfrm>
                <a:off x="1620" y="3674"/>
                <a:ext cx="144" cy="57"/>
              </a:xfrm>
              <a:custGeom>
                <a:avLst/>
                <a:gdLst/>
                <a:ahLst/>
                <a:cxnLst>
                  <a:cxn ang="0">
                    <a:pos x="784" y="0"/>
                  </a:cxn>
                  <a:cxn ang="0">
                    <a:pos x="463" y="309"/>
                  </a:cxn>
                  <a:cxn ang="0">
                    <a:pos x="0" y="100"/>
                  </a:cxn>
                </a:cxnLst>
                <a:rect l="0" t="0" r="r" b="b"/>
                <a:pathLst>
                  <a:path w="784" h="309">
                    <a:moveTo>
                      <a:pt x="784" y="0"/>
                    </a:moveTo>
                    <a:lnTo>
                      <a:pt x="463" y="309"/>
                    </a:lnTo>
                    <a:lnTo>
                      <a:pt x="0" y="100"/>
                    </a:lnTo>
                  </a:path>
                </a:pathLst>
              </a:custGeom>
              <a:noFill/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</p:grpSp>
        <p:sp>
          <p:nvSpPr>
            <p:cNvPr id="417365" name="Freeform 597"/>
            <p:cNvSpPr>
              <a:spLocks/>
            </p:cNvSpPr>
            <p:nvPr>
              <p:custDataLst>
                <p:tags r:id="rId138"/>
              </p:custDataLst>
            </p:nvPr>
          </p:nvSpPr>
          <p:spPr bwMode="auto">
            <a:xfrm>
              <a:off x="2027238" y="4743673"/>
              <a:ext cx="360362" cy="290512"/>
            </a:xfrm>
            <a:custGeom>
              <a:avLst/>
              <a:gdLst/>
              <a:ahLst/>
              <a:cxnLst>
                <a:cxn ang="0">
                  <a:pos x="0" y="996"/>
                </a:cxn>
                <a:cxn ang="0">
                  <a:pos x="0" y="94"/>
                </a:cxn>
                <a:cxn ang="0">
                  <a:pos x="79" y="0"/>
                </a:cxn>
                <a:cxn ang="0">
                  <a:pos x="467" y="0"/>
                </a:cxn>
                <a:cxn ang="0">
                  <a:pos x="526" y="93"/>
                </a:cxn>
                <a:cxn ang="0">
                  <a:pos x="1248" y="94"/>
                </a:cxn>
                <a:cxn ang="0">
                  <a:pos x="1248" y="996"/>
                </a:cxn>
                <a:cxn ang="0">
                  <a:pos x="0" y="996"/>
                </a:cxn>
              </a:cxnLst>
              <a:rect l="0" t="0" r="r" b="b"/>
              <a:pathLst>
                <a:path w="1248" h="996">
                  <a:moveTo>
                    <a:pt x="0" y="996"/>
                  </a:moveTo>
                  <a:lnTo>
                    <a:pt x="0" y="94"/>
                  </a:lnTo>
                  <a:lnTo>
                    <a:pt x="79" y="0"/>
                  </a:lnTo>
                  <a:lnTo>
                    <a:pt x="467" y="0"/>
                  </a:lnTo>
                  <a:lnTo>
                    <a:pt x="526" y="93"/>
                  </a:lnTo>
                  <a:lnTo>
                    <a:pt x="1248" y="94"/>
                  </a:lnTo>
                  <a:lnTo>
                    <a:pt x="1248" y="996"/>
                  </a:lnTo>
                  <a:lnTo>
                    <a:pt x="0" y="996"/>
                  </a:lnTo>
                  <a:close/>
                </a:path>
              </a:pathLst>
            </a:custGeom>
            <a:solidFill>
              <a:srgbClr val="FFFF99"/>
            </a:solidFill>
            <a:ln w="317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35921" dir="2700000" algn="ctr" rotWithShape="0">
                <a:srgbClr val="C0C0C0"/>
              </a:outerShdw>
            </a:effectLst>
          </p:spPr>
          <p:txBody>
            <a:bodyPr/>
            <a:lstStyle/>
            <a:p>
              <a:endParaRPr lang="fr-FR"/>
            </a:p>
          </p:txBody>
        </p:sp>
        <p:sp>
          <p:nvSpPr>
            <p:cNvPr id="417374" name="Freeform 606"/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 bwMode="auto">
            <a:xfrm>
              <a:off x="2897188" y="6426423"/>
              <a:ext cx="328612" cy="134937"/>
            </a:xfrm>
            <a:custGeom>
              <a:avLst/>
              <a:gdLst/>
              <a:ahLst/>
              <a:cxnLst>
                <a:cxn ang="0">
                  <a:pos x="0" y="138"/>
                </a:cxn>
                <a:cxn ang="0">
                  <a:pos x="0" y="240"/>
                </a:cxn>
                <a:cxn ang="0">
                  <a:pos x="582" y="450"/>
                </a:cxn>
                <a:cxn ang="0">
                  <a:pos x="1098" y="156"/>
                </a:cxn>
                <a:cxn ang="0">
                  <a:pos x="1098" y="0"/>
                </a:cxn>
              </a:cxnLst>
              <a:rect l="0" t="0" r="r" b="b"/>
              <a:pathLst>
                <a:path w="1099" h="451">
                  <a:moveTo>
                    <a:pt x="0" y="138"/>
                  </a:moveTo>
                  <a:lnTo>
                    <a:pt x="0" y="240"/>
                  </a:lnTo>
                  <a:lnTo>
                    <a:pt x="582" y="450"/>
                  </a:lnTo>
                  <a:lnTo>
                    <a:pt x="1098" y="156"/>
                  </a:lnTo>
                  <a:lnTo>
                    <a:pt x="1098" y="0"/>
                  </a:lnTo>
                </a:path>
              </a:pathLst>
            </a:custGeom>
            <a:solidFill>
              <a:srgbClr val="919191"/>
            </a:solidFill>
            <a:ln w="63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375" name="Freeform 607"/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 bwMode="auto">
            <a:xfrm>
              <a:off x="2881313" y="6307360"/>
              <a:ext cx="363537" cy="230188"/>
            </a:xfrm>
            <a:custGeom>
              <a:avLst/>
              <a:gdLst/>
              <a:ahLst/>
              <a:cxnLst>
                <a:cxn ang="0">
                  <a:pos x="648" y="0"/>
                </a:cxn>
                <a:cxn ang="0">
                  <a:pos x="0" y="306"/>
                </a:cxn>
                <a:cxn ang="0">
                  <a:pos x="0" y="552"/>
                </a:cxn>
                <a:cxn ang="0">
                  <a:pos x="606" y="762"/>
                </a:cxn>
                <a:cxn ang="0">
                  <a:pos x="1218" y="438"/>
                </a:cxn>
                <a:cxn ang="0">
                  <a:pos x="1218" y="180"/>
                </a:cxn>
                <a:cxn ang="0">
                  <a:pos x="648" y="0"/>
                </a:cxn>
              </a:cxnLst>
              <a:rect l="0" t="0" r="r" b="b"/>
              <a:pathLst>
                <a:path w="1219" h="763">
                  <a:moveTo>
                    <a:pt x="648" y="0"/>
                  </a:moveTo>
                  <a:lnTo>
                    <a:pt x="0" y="306"/>
                  </a:lnTo>
                  <a:lnTo>
                    <a:pt x="0" y="552"/>
                  </a:lnTo>
                  <a:lnTo>
                    <a:pt x="606" y="762"/>
                  </a:lnTo>
                  <a:lnTo>
                    <a:pt x="1218" y="438"/>
                  </a:lnTo>
                  <a:lnTo>
                    <a:pt x="1218" y="180"/>
                  </a:lnTo>
                  <a:lnTo>
                    <a:pt x="648" y="0"/>
                  </a:lnTo>
                </a:path>
              </a:pathLst>
            </a:custGeom>
            <a:solidFill>
              <a:srgbClr val="919191"/>
            </a:solidFill>
            <a:ln w="63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376" name="Freeform 608"/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 bwMode="auto">
            <a:xfrm>
              <a:off x="2889250" y="6316885"/>
              <a:ext cx="346075" cy="212725"/>
            </a:xfrm>
            <a:custGeom>
              <a:avLst/>
              <a:gdLst/>
              <a:ahLst/>
              <a:cxnLst>
                <a:cxn ang="0">
                  <a:pos x="2" y="225"/>
                </a:cxn>
                <a:cxn ang="0">
                  <a:pos x="255" y="315"/>
                </a:cxn>
                <a:cxn ang="0">
                  <a:pos x="255" y="216"/>
                </a:cxn>
                <a:cxn ang="0">
                  <a:pos x="522" y="75"/>
                </a:cxn>
                <a:cxn ang="0">
                  <a:pos x="278" y="0"/>
                </a:cxn>
                <a:cxn ang="0">
                  <a:pos x="0" y="132"/>
                </a:cxn>
              </a:cxnLst>
              <a:rect l="0" t="0" r="r" b="b"/>
              <a:pathLst>
                <a:path w="522" h="315">
                  <a:moveTo>
                    <a:pt x="2" y="225"/>
                  </a:moveTo>
                  <a:lnTo>
                    <a:pt x="255" y="315"/>
                  </a:lnTo>
                  <a:lnTo>
                    <a:pt x="255" y="216"/>
                  </a:lnTo>
                  <a:lnTo>
                    <a:pt x="522" y="75"/>
                  </a:lnTo>
                  <a:lnTo>
                    <a:pt x="278" y="0"/>
                  </a:lnTo>
                  <a:lnTo>
                    <a:pt x="0" y="132"/>
                  </a:lnTo>
                </a:path>
              </a:pathLst>
            </a:custGeom>
            <a:solidFill>
              <a:srgbClr val="C0C0C0"/>
            </a:solidFill>
            <a:ln w="12700" cap="rnd" cmpd="sng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377" name="Freeform 609"/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 bwMode="auto">
            <a:xfrm>
              <a:off x="2997200" y="6377210"/>
              <a:ext cx="106363" cy="146050"/>
            </a:xfrm>
            <a:custGeom>
              <a:avLst/>
              <a:gdLst/>
              <a:ahLst/>
              <a:cxnLst>
                <a:cxn ang="0">
                  <a:pos x="96" y="480"/>
                </a:cxn>
                <a:cxn ang="0">
                  <a:pos x="96" y="252"/>
                </a:cxn>
                <a:cxn ang="0">
                  <a:pos x="354" y="114"/>
                </a:cxn>
                <a:cxn ang="0">
                  <a:pos x="0" y="0"/>
                </a:cxn>
              </a:cxnLst>
              <a:rect l="0" t="0" r="r" b="b"/>
              <a:pathLst>
                <a:path w="355" h="481">
                  <a:moveTo>
                    <a:pt x="96" y="480"/>
                  </a:moveTo>
                  <a:lnTo>
                    <a:pt x="96" y="252"/>
                  </a:lnTo>
                  <a:lnTo>
                    <a:pt x="354" y="114"/>
                  </a:lnTo>
                  <a:lnTo>
                    <a:pt x="0" y="0"/>
                  </a:lnTo>
                </a:path>
              </a:pathLst>
            </a:custGeom>
            <a:noFill/>
            <a:ln w="63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378" name="Freeform 610"/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 bwMode="auto">
            <a:xfrm>
              <a:off x="2914650" y="6324823"/>
              <a:ext cx="192088" cy="153987"/>
            </a:xfrm>
            <a:custGeom>
              <a:avLst/>
              <a:gdLst/>
              <a:ahLst/>
              <a:cxnLst>
                <a:cxn ang="0">
                  <a:pos x="1" y="228"/>
                </a:cxn>
                <a:cxn ang="0">
                  <a:pos x="0" y="132"/>
                </a:cxn>
                <a:cxn ang="0">
                  <a:pos x="292" y="0"/>
                </a:cxn>
              </a:cxnLst>
              <a:rect l="0" t="0" r="r" b="b"/>
              <a:pathLst>
                <a:path w="292" h="228">
                  <a:moveTo>
                    <a:pt x="1" y="228"/>
                  </a:moveTo>
                  <a:lnTo>
                    <a:pt x="0" y="132"/>
                  </a:lnTo>
                  <a:lnTo>
                    <a:pt x="292" y="0"/>
                  </a:lnTo>
                </a:path>
              </a:pathLst>
            </a:custGeom>
            <a:noFill/>
            <a:ln w="6350" cap="rnd" cmpd="sng">
              <a:solidFill>
                <a:srgbClr val="91919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379" name="Line 611"/>
            <p:cNvSpPr>
              <a:spLocks noChangeAspect="1" noChangeShapeType="1"/>
            </p:cNvSpPr>
            <p:nvPr>
              <p:custDataLst>
                <p:tags r:id="rId144"/>
              </p:custDataLst>
            </p:nvPr>
          </p:nvSpPr>
          <p:spPr bwMode="auto">
            <a:xfrm flipH="1" flipV="1">
              <a:off x="2884488" y="6404198"/>
              <a:ext cx="173037" cy="60325"/>
            </a:xfrm>
            <a:prstGeom prst="line">
              <a:avLst/>
            </a:prstGeom>
            <a:noFill/>
            <a:ln w="635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80" name="Line 612"/>
            <p:cNvSpPr>
              <a:spLocks noChangeAspect="1" noChangeShapeType="1"/>
            </p:cNvSpPr>
            <p:nvPr>
              <p:custDataLst>
                <p:tags r:id="rId145"/>
              </p:custDataLst>
            </p:nvPr>
          </p:nvSpPr>
          <p:spPr bwMode="auto">
            <a:xfrm flipV="1">
              <a:off x="3101975" y="6361335"/>
              <a:ext cx="96838" cy="52388"/>
            </a:xfrm>
            <a:prstGeom prst="line">
              <a:avLst/>
            </a:prstGeom>
            <a:noFill/>
            <a:ln w="6350">
              <a:solidFill>
                <a:srgbClr val="91919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81" name="Freeform 613"/>
            <p:cNvSpPr>
              <a:spLocks noChangeAspect="1"/>
            </p:cNvSpPr>
            <p:nvPr>
              <p:custDataLst>
                <p:tags r:id="rId146"/>
              </p:custDataLst>
            </p:nvPr>
          </p:nvSpPr>
          <p:spPr bwMode="auto">
            <a:xfrm>
              <a:off x="3024188" y="6253385"/>
              <a:ext cx="149225" cy="146050"/>
            </a:xfrm>
            <a:custGeom>
              <a:avLst/>
              <a:gdLst/>
              <a:ahLst/>
              <a:cxnLst>
                <a:cxn ang="0">
                  <a:pos x="0" y="372"/>
                </a:cxn>
                <a:cxn ang="0">
                  <a:pos x="20" y="194"/>
                </a:cxn>
                <a:cxn ang="0">
                  <a:pos x="36" y="122"/>
                </a:cxn>
                <a:cxn ang="0">
                  <a:pos x="64" y="78"/>
                </a:cxn>
                <a:cxn ang="0">
                  <a:pos x="104" y="46"/>
                </a:cxn>
                <a:cxn ang="0">
                  <a:pos x="176" y="0"/>
                </a:cxn>
                <a:cxn ang="0">
                  <a:pos x="500" y="96"/>
                </a:cxn>
                <a:cxn ang="0">
                  <a:pos x="452" y="138"/>
                </a:cxn>
                <a:cxn ang="0">
                  <a:pos x="410" y="180"/>
                </a:cxn>
                <a:cxn ang="0">
                  <a:pos x="386" y="216"/>
                </a:cxn>
                <a:cxn ang="0">
                  <a:pos x="374" y="252"/>
                </a:cxn>
                <a:cxn ang="0">
                  <a:pos x="344" y="486"/>
                </a:cxn>
                <a:cxn ang="0">
                  <a:pos x="0" y="372"/>
                </a:cxn>
              </a:cxnLst>
              <a:rect l="0" t="0" r="r" b="b"/>
              <a:pathLst>
                <a:path w="501" h="487">
                  <a:moveTo>
                    <a:pt x="0" y="372"/>
                  </a:moveTo>
                  <a:lnTo>
                    <a:pt x="20" y="194"/>
                  </a:lnTo>
                  <a:lnTo>
                    <a:pt x="36" y="122"/>
                  </a:lnTo>
                  <a:lnTo>
                    <a:pt x="64" y="78"/>
                  </a:lnTo>
                  <a:lnTo>
                    <a:pt x="104" y="46"/>
                  </a:lnTo>
                  <a:lnTo>
                    <a:pt x="176" y="0"/>
                  </a:lnTo>
                  <a:lnTo>
                    <a:pt x="500" y="96"/>
                  </a:lnTo>
                  <a:lnTo>
                    <a:pt x="452" y="138"/>
                  </a:lnTo>
                  <a:lnTo>
                    <a:pt x="410" y="180"/>
                  </a:lnTo>
                  <a:lnTo>
                    <a:pt x="386" y="216"/>
                  </a:lnTo>
                  <a:lnTo>
                    <a:pt x="374" y="252"/>
                  </a:lnTo>
                  <a:lnTo>
                    <a:pt x="344" y="486"/>
                  </a:lnTo>
                  <a:lnTo>
                    <a:pt x="0" y="372"/>
                  </a:lnTo>
                </a:path>
              </a:pathLst>
            </a:custGeom>
            <a:solidFill>
              <a:schemeClr val="bg1"/>
            </a:solidFill>
            <a:ln w="635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fr-FR"/>
            </a:p>
          </p:txBody>
        </p:sp>
        <p:sp>
          <p:nvSpPr>
            <p:cNvPr id="417382" name="Line 614"/>
            <p:cNvSpPr>
              <a:spLocks noChangeAspect="1" noChangeShapeType="1"/>
            </p:cNvSpPr>
            <p:nvPr>
              <p:custDataLst>
                <p:tags r:id="rId147"/>
              </p:custDataLst>
            </p:nvPr>
          </p:nvSpPr>
          <p:spPr bwMode="auto">
            <a:xfrm>
              <a:off x="3073400" y="6274023"/>
              <a:ext cx="50800" cy="14287"/>
            </a:xfrm>
            <a:prstGeom prst="line">
              <a:avLst/>
            </a:prstGeom>
            <a:noFill/>
            <a:ln w="12700">
              <a:solidFill>
                <a:srgbClr val="6699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83" name="Line 615"/>
            <p:cNvSpPr>
              <a:spLocks noChangeAspect="1" noChangeShapeType="1"/>
            </p:cNvSpPr>
            <p:nvPr>
              <p:custDataLst>
                <p:tags r:id="rId148"/>
              </p:custDataLst>
            </p:nvPr>
          </p:nvSpPr>
          <p:spPr bwMode="auto">
            <a:xfrm>
              <a:off x="3060700" y="6286723"/>
              <a:ext cx="50800" cy="14287"/>
            </a:xfrm>
            <a:prstGeom prst="line">
              <a:avLst/>
            </a:prstGeom>
            <a:noFill/>
            <a:ln w="12700">
              <a:solidFill>
                <a:srgbClr val="6699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84" name="Line 616"/>
            <p:cNvSpPr>
              <a:spLocks noChangeAspect="1" noChangeShapeType="1"/>
            </p:cNvSpPr>
            <p:nvPr>
              <p:custDataLst>
                <p:tags r:id="rId149"/>
              </p:custDataLst>
            </p:nvPr>
          </p:nvSpPr>
          <p:spPr bwMode="auto">
            <a:xfrm>
              <a:off x="3052763" y="6304185"/>
              <a:ext cx="50800" cy="14288"/>
            </a:xfrm>
            <a:prstGeom prst="line">
              <a:avLst/>
            </a:prstGeom>
            <a:noFill/>
            <a:ln w="12700">
              <a:solidFill>
                <a:srgbClr val="6699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85" name="Oval 617"/>
            <p:cNvSpPr>
              <a:spLocks noChangeAspect="1" noChangeArrowheads="1"/>
            </p:cNvSpPr>
            <p:nvPr>
              <p:custDataLst>
                <p:tags r:id="rId150"/>
              </p:custDataLst>
            </p:nvPr>
          </p:nvSpPr>
          <p:spPr bwMode="auto">
            <a:xfrm>
              <a:off x="3014663" y="6404198"/>
              <a:ext cx="25400" cy="12700"/>
            </a:xfrm>
            <a:prstGeom prst="ellipse">
              <a:avLst/>
            </a:prstGeom>
            <a:solidFill>
              <a:schemeClr val="accent2"/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17386" name="Oval 618"/>
            <p:cNvSpPr>
              <a:spLocks noChangeAspect="1" noChangeArrowheads="1"/>
            </p:cNvSpPr>
            <p:nvPr>
              <p:custDataLst>
                <p:tags r:id="rId151"/>
              </p:custDataLst>
            </p:nvPr>
          </p:nvSpPr>
          <p:spPr bwMode="auto">
            <a:xfrm>
              <a:off x="2984500" y="6394673"/>
              <a:ext cx="25400" cy="11112"/>
            </a:xfrm>
            <a:prstGeom prst="ellipse">
              <a:avLst/>
            </a:prstGeom>
            <a:solidFill>
              <a:srgbClr val="51DC00"/>
            </a:solidFill>
            <a:ln w="12700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417416" name="Group 648"/>
            <p:cNvGrpSpPr>
              <a:grpSpLocks/>
            </p:cNvGrpSpPr>
            <p:nvPr/>
          </p:nvGrpSpPr>
          <p:grpSpPr bwMode="auto">
            <a:xfrm>
              <a:off x="2065338" y="4789710"/>
              <a:ext cx="261937" cy="228600"/>
              <a:chOff x="1607" y="3624"/>
              <a:chExt cx="165" cy="144"/>
            </a:xfrm>
          </p:grpSpPr>
          <p:sp>
            <p:nvSpPr>
              <p:cNvPr id="417417" name="Freeform 649"/>
              <p:cNvSpPr>
                <a:spLocks/>
              </p:cNvSpPr>
              <p:nvPr>
                <p:custDataLst>
                  <p:tags r:id="rId152"/>
                </p:custDataLst>
              </p:nvPr>
            </p:nvSpPr>
            <p:spPr bwMode="auto">
              <a:xfrm>
                <a:off x="1607" y="3637"/>
                <a:ext cx="165" cy="131"/>
              </a:xfrm>
              <a:custGeom>
                <a:avLst/>
                <a:gdLst/>
                <a:ahLst/>
                <a:cxnLst>
                  <a:cxn ang="0">
                    <a:pos x="0" y="307"/>
                  </a:cxn>
                  <a:cxn ang="0">
                    <a:pos x="0" y="433"/>
                  </a:cxn>
                  <a:cxn ang="0">
                    <a:pos x="534" y="713"/>
                  </a:cxn>
                  <a:cxn ang="0">
                    <a:pos x="900" y="387"/>
                  </a:cxn>
                  <a:cxn ang="0">
                    <a:pos x="792" y="321"/>
                  </a:cxn>
                  <a:cxn ang="0">
                    <a:pos x="359" y="0"/>
                  </a:cxn>
                </a:cxnLst>
                <a:rect l="0" t="0" r="r" b="b"/>
                <a:pathLst>
                  <a:path w="900" h="713">
                    <a:moveTo>
                      <a:pt x="0" y="307"/>
                    </a:moveTo>
                    <a:lnTo>
                      <a:pt x="0" y="433"/>
                    </a:lnTo>
                    <a:lnTo>
                      <a:pt x="534" y="713"/>
                    </a:lnTo>
                    <a:lnTo>
                      <a:pt x="900" y="387"/>
                    </a:lnTo>
                    <a:lnTo>
                      <a:pt x="792" y="321"/>
                    </a:lnTo>
                    <a:lnTo>
                      <a:pt x="359" y="0"/>
                    </a:lnTo>
                  </a:path>
                </a:pathLst>
              </a:custGeom>
              <a:gradFill rotWithShape="0">
                <a:gsLst>
                  <a:gs pos="0">
                    <a:srgbClr val="C0C0C0"/>
                  </a:gs>
                  <a:gs pos="100000">
                    <a:srgbClr val="777777"/>
                  </a:gs>
                </a:gsLst>
                <a:lin ang="27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417418" name="Freeform 650"/>
              <p:cNvSpPr>
                <a:spLocks/>
              </p:cNvSpPr>
              <p:nvPr>
                <p:custDataLst>
                  <p:tags r:id="rId153"/>
                </p:custDataLst>
              </p:nvPr>
            </p:nvSpPr>
            <p:spPr bwMode="auto">
              <a:xfrm>
                <a:off x="1615" y="3639"/>
                <a:ext cx="150" cy="123"/>
              </a:xfrm>
              <a:custGeom>
                <a:avLst/>
                <a:gdLst/>
                <a:ahLst/>
                <a:cxnLst>
                  <a:cxn ang="0">
                    <a:pos x="0" y="288"/>
                  </a:cxn>
                  <a:cxn ang="0">
                    <a:pos x="0" y="409"/>
                  </a:cxn>
                  <a:cxn ang="0">
                    <a:pos x="498" y="667"/>
                  </a:cxn>
                  <a:cxn ang="0">
                    <a:pos x="820" y="379"/>
                  </a:cxn>
                  <a:cxn ang="0">
                    <a:pos x="812" y="327"/>
                  </a:cxn>
                  <a:cxn ang="0">
                    <a:pos x="810" y="285"/>
                  </a:cxn>
                  <a:cxn ang="0">
                    <a:pos x="812" y="235"/>
                  </a:cxn>
                  <a:cxn ang="0">
                    <a:pos x="820" y="187"/>
                  </a:cxn>
                  <a:cxn ang="0">
                    <a:pos x="341" y="0"/>
                  </a:cxn>
                  <a:cxn ang="0">
                    <a:pos x="0" y="288"/>
                  </a:cxn>
                </a:cxnLst>
                <a:rect l="0" t="0" r="r" b="b"/>
                <a:pathLst>
                  <a:path w="820" h="667">
                    <a:moveTo>
                      <a:pt x="0" y="288"/>
                    </a:moveTo>
                    <a:lnTo>
                      <a:pt x="0" y="409"/>
                    </a:lnTo>
                    <a:lnTo>
                      <a:pt x="498" y="667"/>
                    </a:lnTo>
                    <a:lnTo>
                      <a:pt x="820" y="379"/>
                    </a:lnTo>
                    <a:lnTo>
                      <a:pt x="812" y="327"/>
                    </a:lnTo>
                    <a:lnTo>
                      <a:pt x="810" y="285"/>
                    </a:lnTo>
                    <a:lnTo>
                      <a:pt x="812" y="235"/>
                    </a:lnTo>
                    <a:lnTo>
                      <a:pt x="820" y="187"/>
                    </a:lnTo>
                    <a:lnTo>
                      <a:pt x="341" y="0"/>
                    </a:lnTo>
                    <a:lnTo>
                      <a:pt x="0" y="28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FFFFCC"/>
                  </a:gs>
                  <a:gs pos="100000">
                    <a:srgbClr val="FFFF66"/>
                  </a:gs>
                </a:gsLst>
                <a:lin ang="54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417419" name="Freeform 651"/>
              <p:cNvSpPr>
                <a:spLocks/>
              </p:cNvSpPr>
              <p:nvPr>
                <p:custDataLst>
                  <p:tags r:id="rId154"/>
                </p:custDataLst>
              </p:nvPr>
            </p:nvSpPr>
            <p:spPr bwMode="auto">
              <a:xfrm>
                <a:off x="1607" y="3624"/>
                <a:ext cx="149" cy="69"/>
              </a:xfrm>
              <a:custGeom>
                <a:avLst/>
                <a:gdLst/>
                <a:ahLst/>
                <a:cxnLst>
                  <a:cxn ang="0">
                    <a:pos x="367" y="66"/>
                  </a:cxn>
                  <a:cxn ang="0">
                    <a:pos x="0" y="376"/>
                  </a:cxn>
                  <a:cxn ang="0">
                    <a:pos x="432" y="358"/>
                  </a:cxn>
                  <a:cxn ang="0">
                    <a:pos x="811" y="0"/>
                  </a:cxn>
                  <a:cxn ang="0">
                    <a:pos x="367" y="66"/>
                  </a:cxn>
                </a:cxnLst>
                <a:rect l="0" t="0" r="r" b="b"/>
                <a:pathLst>
                  <a:path w="811" h="376">
                    <a:moveTo>
                      <a:pt x="367" y="66"/>
                    </a:moveTo>
                    <a:lnTo>
                      <a:pt x="0" y="376"/>
                    </a:lnTo>
                    <a:lnTo>
                      <a:pt x="432" y="358"/>
                    </a:lnTo>
                    <a:lnTo>
                      <a:pt x="811" y="0"/>
                    </a:lnTo>
                    <a:lnTo>
                      <a:pt x="367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DDDDDD"/>
                  </a:gs>
                  <a:gs pos="100000">
                    <a:srgbClr val="777777"/>
                  </a:gs>
                </a:gsLst>
                <a:lin ang="2700000" scaled="1"/>
              </a:gradFill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  <p:sp>
            <p:nvSpPr>
              <p:cNvPr id="417420" name="Freeform 652"/>
              <p:cNvSpPr>
                <a:spLocks/>
              </p:cNvSpPr>
              <p:nvPr>
                <p:custDataLst>
                  <p:tags r:id="rId155"/>
                </p:custDataLst>
              </p:nvPr>
            </p:nvSpPr>
            <p:spPr bwMode="auto">
              <a:xfrm>
                <a:off x="1620" y="3674"/>
                <a:ext cx="144" cy="57"/>
              </a:xfrm>
              <a:custGeom>
                <a:avLst/>
                <a:gdLst/>
                <a:ahLst/>
                <a:cxnLst>
                  <a:cxn ang="0">
                    <a:pos x="784" y="0"/>
                  </a:cxn>
                  <a:cxn ang="0">
                    <a:pos x="463" y="309"/>
                  </a:cxn>
                  <a:cxn ang="0">
                    <a:pos x="0" y="100"/>
                  </a:cxn>
                </a:cxnLst>
                <a:rect l="0" t="0" r="r" b="b"/>
                <a:pathLst>
                  <a:path w="784" h="309">
                    <a:moveTo>
                      <a:pt x="784" y="0"/>
                    </a:moveTo>
                    <a:lnTo>
                      <a:pt x="463" y="309"/>
                    </a:lnTo>
                    <a:lnTo>
                      <a:pt x="0" y="100"/>
                    </a:lnTo>
                  </a:path>
                </a:pathLst>
              </a:custGeom>
              <a:noFill/>
              <a:ln w="3175" cap="flat" cmpd="sng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tIns="27432" bIns="27432" anchor="ctr">
                <a:spAutoFit/>
              </a:bodyPr>
              <a:lstStyle/>
              <a:p>
                <a:endParaRPr lang="fr-FR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16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3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3000"/>
                                        <p:tgtEl>
                                          <p:spTgt spid="417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3000"/>
                                        <p:tgtEl>
                                          <p:spTgt spid="4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1" grpId="0" build="p"/>
      <p:bldP spid="41720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>
                <a:solidFill>
                  <a:srgbClr val="C00000"/>
                </a:solidFill>
              </a:rPr>
              <a:t>Définition</a:t>
            </a:r>
            <a:r>
              <a:rPr lang="de-DE" b="1" dirty="0">
                <a:solidFill>
                  <a:srgbClr val="C00000"/>
                </a:solidFill>
              </a:rPr>
              <a:t> </a:t>
            </a:r>
            <a:r>
              <a:rPr lang="de-DE" b="1" dirty="0" err="1">
                <a:solidFill>
                  <a:srgbClr val="C00000"/>
                </a:solidFill>
              </a:rPr>
              <a:t>d'un</a:t>
            </a:r>
            <a:r>
              <a:rPr lang="de-DE" b="1" dirty="0">
                <a:solidFill>
                  <a:srgbClr val="C00000"/>
                </a:solidFill>
              </a:rPr>
              <a:t> </a:t>
            </a:r>
            <a:r>
              <a:rPr lang="de-DE" b="1" dirty="0" err="1">
                <a:solidFill>
                  <a:srgbClr val="C00000"/>
                </a:solidFill>
              </a:rPr>
              <a:t>schéma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23956" name="Rectangle 20"/>
          <p:cNvSpPr>
            <a:spLocks noGrp="1" noChangeArrowheads="1"/>
          </p:cNvSpPr>
          <p:nvPr>
            <p:ph sz="quarter" idx="1"/>
          </p:nvPr>
        </p:nvSpPr>
        <p:spPr>
          <a:xfrm>
            <a:off x="232229" y="1276349"/>
            <a:ext cx="8708571" cy="1510393"/>
          </a:xfr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233363" indent="-233363">
              <a:lnSpc>
                <a:spcPct val="80000"/>
              </a:lnSpc>
              <a:spcBef>
                <a:spcPct val="25000"/>
              </a:spcBef>
            </a:pPr>
            <a:r>
              <a:rPr lang="de-DE" sz="2400" dirty="0" err="1">
                <a:solidFill>
                  <a:srgbClr val="000000"/>
                </a:solidFill>
              </a:rPr>
              <a:t>Une</a:t>
            </a:r>
            <a:r>
              <a:rPr lang="de-DE" sz="2400" dirty="0">
                <a:solidFill>
                  <a:srgbClr val="000000"/>
                </a:solidFill>
              </a:rPr>
              <a:t> </a:t>
            </a:r>
            <a:r>
              <a:rPr lang="de-DE" sz="2400" dirty="0" err="1">
                <a:solidFill>
                  <a:srgbClr val="000000"/>
                </a:solidFill>
              </a:rPr>
              <a:t>définition</a:t>
            </a:r>
            <a:r>
              <a:rPr lang="de-DE" sz="2400" dirty="0">
                <a:solidFill>
                  <a:srgbClr val="000000"/>
                </a:solidFill>
              </a:rPr>
              <a:t> à </a:t>
            </a:r>
            <a:r>
              <a:rPr lang="de-DE" sz="2400" dirty="0" err="1">
                <a:solidFill>
                  <a:srgbClr val="000000"/>
                </a:solidFill>
              </a:rPr>
              <a:t>l'échelle</a:t>
            </a:r>
            <a:r>
              <a:rPr lang="de-DE" sz="2400" dirty="0">
                <a:solidFill>
                  <a:srgbClr val="000000"/>
                </a:solidFill>
              </a:rPr>
              <a:t> de la </a:t>
            </a:r>
            <a:r>
              <a:rPr lang="de-DE" sz="2400" dirty="0" err="1">
                <a:solidFill>
                  <a:srgbClr val="000000"/>
                </a:solidFill>
              </a:rPr>
              <a:t>for</a:t>
            </a:r>
            <a:r>
              <a:rPr lang="fr-FR" sz="2400" dirty="0" err="1">
                <a:solidFill>
                  <a:srgbClr val="000000"/>
                </a:solidFill>
              </a:rPr>
              <a:t>êt</a:t>
            </a:r>
            <a:r>
              <a:rPr lang="fr-FR" sz="2400" dirty="0">
                <a:solidFill>
                  <a:srgbClr val="000000"/>
                </a:solidFill>
              </a:rPr>
              <a:t> d'attributs et de classes d'objets qui peut </a:t>
            </a:r>
            <a:r>
              <a:rPr lang="de-DE" sz="2400" dirty="0" err="1">
                <a:solidFill>
                  <a:srgbClr val="000000"/>
                </a:solidFill>
              </a:rPr>
              <a:t>être</a:t>
            </a:r>
            <a:r>
              <a:rPr lang="de-DE" sz="2400" dirty="0">
                <a:solidFill>
                  <a:srgbClr val="000000"/>
                </a:solidFill>
              </a:rPr>
              <a:t> </a:t>
            </a:r>
            <a:r>
              <a:rPr lang="de-DE" sz="2400" dirty="0" err="1">
                <a:solidFill>
                  <a:srgbClr val="000000"/>
                </a:solidFill>
              </a:rPr>
              <a:t>étendue</a:t>
            </a:r>
            <a:endParaRPr lang="en-US" sz="2400" dirty="0"/>
          </a:p>
          <a:p>
            <a:pPr marL="233363" indent="-233363">
              <a:lnSpc>
                <a:spcPct val="80000"/>
              </a:lnSpc>
              <a:spcBef>
                <a:spcPct val="25000"/>
              </a:spcBef>
            </a:pPr>
            <a:r>
              <a:rPr lang="de-DE" sz="2400" dirty="0">
                <a:solidFill>
                  <a:srgbClr val="000000"/>
                </a:solidFill>
              </a:rPr>
              <a:t>Les </a:t>
            </a:r>
            <a:r>
              <a:rPr lang="de-DE" sz="2400" dirty="0" err="1">
                <a:solidFill>
                  <a:srgbClr val="000000"/>
                </a:solidFill>
              </a:rPr>
              <a:t>modifications</a:t>
            </a:r>
            <a:r>
              <a:rPr lang="de-DE" sz="2400" dirty="0">
                <a:solidFill>
                  <a:srgbClr val="000000"/>
                </a:solidFill>
              </a:rPr>
              <a:t> de </a:t>
            </a:r>
            <a:r>
              <a:rPr lang="de-DE" sz="2400" dirty="0" err="1">
                <a:solidFill>
                  <a:srgbClr val="000000"/>
                </a:solidFill>
              </a:rPr>
              <a:t>schéma</a:t>
            </a:r>
            <a:r>
              <a:rPr lang="de-DE" sz="2400" dirty="0">
                <a:solidFill>
                  <a:srgbClr val="000000"/>
                </a:solidFill>
              </a:rPr>
              <a:t> </a:t>
            </a:r>
            <a:r>
              <a:rPr lang="de-DE" sz="2400" dirty="0" err="1">
                <a:solidFill>
                  <a:srgbClr val="000000"/>
                </a:solidFill>
              </a:rPr>
              <a:t>peuvent</a:t>
            </a:r>
            <a:r>
              <a:rPr lang="de-DE" sz="2400" dirty="0">
                <a:solidFill>
                  <a:srgbClr val="000000"/>
                </a:solidFill>
              </a:rPr>
              <a:t> </a:t>
            </a:r>
            <a:r>
              <a:rPr lang="de-DE" sz="2400" dirty="0" err="1">
                <a:solidFill>
                  <a:srgbClr val="000000"/>
                </a:solidFill>
              </a:rPr>
              <a:t>être</a:t>
            </a:r>
            <a:r>
              <a:rPr lang="de-DE" sz="2400" dirty="0">
                <a:solidFill>
                  <a:srgbClr val="000000"/>
                </a:solidFill>
              </a:rPr>
              <a:t> </a:t>
            </a:r>
            <a:r>
              <a:rPr lang="de-DE" sz="2400" dirty="0" err="1">
                <a:solidFill>
                  <a:srgbClr val="000000"/>
                </a:solidFill>
              </a:rPr>
              <a:t>redéfinies</a:t>
            </a:r>
            <a:r>
              <a:rPr lang="de-DE" sz="2400" dirty="0">
                <a:solidFill>
                  <a:srgbClr val="000000"/>
                </a:solidFill>
              </a:rPr>
              <a:t> </a:t>
            </a:r>
            <a:r>
              <a:rPr lang="de-DE" sz="2400" dirty="0" err="1">
                <a:solidFill>
                  <a:srgbClr val="000000"/>
                </a:solidFill>
              </a:rPr>
              <a:t>ou</a:t>
            </a:r>
            <a:r>
              <a:rPr lang="de-DE" sz="2400" dirty="0">
                <a:solidFill>
                  <a:srgbClr val="000000"/>
                </a:solidFill>
              </a:rPr>
              <a:t> </a:t>
            </a:r>
            <a:r>
              <a:rPr lang="de-DE" sz="2400" dirty="0" err="1">
                <a:solidFill>
                  <a:srgbClr val="000000"/>
                </a:solidFill>
              </a:rPr>
              <a:t>désactivées</a:t>
            </a:r>
            <a:endParaRPr lang="en-US" sz="2400" dirty="0">
              <a:solidFill>
                <a:srgbClr val="000000"/>
              </a:solidFill>
            </a:endParaRPr>
          </a:p>
        </p:txBody>
      </p:sp>
      <p:graphicFrame>
        <p:nvGraphicFramePr>
          <p:cNvPr id="424033" name="Group 97"/>
          <p:cNvGraphicFramePr>
            <a:graphicFrameLocks noGrp="1"/>
          </p:cNvGraphicFramePr>
          <p:nvPr/>
        </p:nvGraphicFramePr>
        <p:xfrm>
          <a:off x="391886" y="3098800"/>
          <a:ext cx="2852964" cy="3287486"/>
        </p:xfrm>
        <a:graphic>
          <a:graphicData uri="http://schemas.openxmlformats.org/drawingml/2006/table">
            <a:tbl>
              <a:tblPr/>
              <a:tblGrid>
                <a:gridCol w="1208505"/>
                <a:gridCol w="1644459"/>
              </a:tblGrid>
              <a:tr h="710438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Exemples</a:t>
                      </a:r>
                      <a:r>
                        <a:rPr kumimoji="0" lang="de-DE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de </a:t>
                      </a:r>
                      <a:r>
                        <a:rPr kumimoji="0" lang="de-DE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classe</a:t>
                      </a:r>
                      <a:r>
                        <a:rPr kumimoji="0" lang="de-DE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</a:t>
                      </a:r>
                      <a:r>
                        <a:rPr kumimoji="0" lang="de-DE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d'objet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</a:tr>
              <a:tr h="85901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Utilisateur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85901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Ordinateur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85901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Imprimante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24032" name="Group 96"/>
          <p:cNvGraphicFramePr>
            <a:graphicFrameLocks noGrp="1"/>
          </p:cNvGraphicFramePr>
          <p:nvPr/>
        </p:nvGraphicFramePr>
        <p:xfrm>
          <a:off x="6048375" y="3087688"/>
          <a:ext cx="2863396" cy="3348990"/>
        </p:xfrm>
        <a:graphic>
          <a:graphicData uri="http://schemas.openxmlformats.org/drawingml/2006/table">
            <a:tbl>
              <a:tblPr/>
              <a:tblGrid>
                <a:gridCol w="2863396"/>
              </a:tblGrid>
              <a:tr h="6667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Exemples</a:t>
                      </a:r>
                      <a:r>
                        <a:rPr kumimoji="0" lang="de-DE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  </a:t>
                      </a:r>
                      <a:r>
                        <a:rPr kumimoji="0" lang="de-DE" sz="2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d'attribut</a:t>
                      </a:r>
                      <a:endParaRPr kumimoji="0" lang="en-US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</a:tr>
              <a:tr h="9413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accountExpires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department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distinguishedName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directReports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dNSHostName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operatingSystem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repsFrom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repsTo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firstName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</a:rPr>
                        <a:t>lastName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423984" name="Picture 48" descr="2ActiveDirectory_Forest01"/>
          <p:cNvPicPr>
            <a:picLocks noChangeAspect="1" noChangeArrowheads="1"/>
          </p:cNvPicPr>
          <p:nvPr/>
        </p:nvPicPr>
        <p:blipFill>
          <a:blip r:embed="rId3">
            <a:lum bright="6000" contrast="6000"/>
          </a:blip>
          <a:srcRect/>
          <a:stretch>
            <a:fillRect/>
          </a:stretch>
        </p:blipFill>
        <p:spPr bwMode="auto">
          <a:xfrm>
            <a:off x="2681288" y="2673350"/>
            <a:ext cx="3463925" cy="2159000"/>
          </a:xfrm>
          <a:prstGeom prst="rect">
            <a:avLst/>
          </a:prstGeom>
          <a:noFill/>
        </p:spPr>
      </p:pic>
      <p:pic>
        <p:nvPicPr>
          <p:cNvPr id="423985" name="Picture 49" descr="Computer_DesktopComputerSansKeyboard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4289" y="4760456"/>
            <a:ext cx="601662" cy="733425"/>
          </a:xfrm>
          <a:prstGeom prst="rect">
            <a:avLst/>
          </a:prstGeom>
          <a:noFill/>
        </p:spPr>
      </p:pic>
      <p:pic>
        <p:nvPicPr>
          <p:cNvPr id="423986" name="Picture 50" descr="User_UserHalfD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93976" y="3906381"/>
            <a:ext cx="517525" cy="814387"/>
          </a:xfrm>
          <a:prstGeom prst="rect">
            <a:avLst/>
          </a:prstGeom>
          <a:noFill/>
        </p:spPr>
      </p:pic>
      <p:pic>
        <p:nvPicPr>
          <p:cNvPr id="423987" name="Picture 51" descr="NetworkPrinter0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9514" y="5547856"/>
            <a:ext cx="793750" cy="78581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423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2000"/>
                                        <p:tgtEl>
                                          <p:spTgt spid="423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2000"/>
                                        <p:tgtEl>
                                          <p:spTgt spid="424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2000"/>
                                        <p:tgtEl>
                                          <p:spTgt spid="424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2000"/>
                                        <p:tgtEl>
                                          <p:spTgt spid="423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2000"/>
                                        <p:tgtEl>
                                          <p:spTgt spid="423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2000"/>
                                        <p:tgtEl>
                                          <p:spTgt spid="423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2000"/>
                                        <p:tgtEl>
                                          <p:spTgt spid="423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824" name="Freeform 32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2998788" y="2693988"/>
            <a:ext cx="3676650" cy="2136775"/>
          </a:xfrm>
          <a:custGeom>
            <a:avLst/>
            <a:gdLst/>
            <a:ahLst/>
            <a:cxnLst>
              <a:cxn ang="0">
                <a:pos x="59" y="1058"/>
              </a:cxn>
              <a:cxn ang="0">
                <a:pos x="1470" y="1346"/>
              </a:cxn>
              <a:cxn ang="0">
                <a:pos x="2316" y="0"/>
              </a:cxn>
              <a:cxn ang="0">
                <a:pos x="0" y="670"/>
              </a:cxn>
              <a:cxn ang="0">
                <a:pos x="59" y="1058"/>
              </a:cxn>
            </a:cxnLst>
            <a:rect l="0" t="0" r="r" b="b"/>
            <a:pathLst>
              <a:path w="2316" h="1346">
                <a:moveTo>
                  <a:pt x="59" y="1058"/>
                </a:moveTo>
                <a:lnTo>
                  <a:pt x="1470" y="1346"/>
                </a:lnTo>
                <a:lnTo>
                  <a:pt x="2316" y="0"/>
                </a:lnTo>
                <a:lnTo>
                  <a:pt x="0" y="670"/>
                </a:lnTo>
                <a:lnTo>
                  <a:pt x="59" y="1058"/>
                </a:lnTo>
                <a:close/>
              </a:path>
            </a:pathLst>
          </a:custGeom>
          <a:gradFill rotWithShape="1">
            <a:gsLst>
              <a:gs pos="0">
                <a:srgbClr val="8DACD0"/>
              </a:gs>
              <a:gs pos="100000">
                <a:srgbClr val="FFFFFF"/>
              </a:gs>
            </a:gsLst>
            <a:lin ang="0" scaled="1"/>
          </a:gra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pic>
        <p:nvPicPr>
          <p:cNvPr id="417826" name="Picture 34" descr="ActiveDirectory0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1"/>
          <a:srcRect/>
          <a:stretch>
            <a:fillRect/>
          </a:stretch>
        </p:blipFill>
        <p:spPr bwMode="auto">
          <a:xfrm>
            <a:off x="1798638" y="3416300"/>
            <a:ext cx="2111375" cy="1382713"/>
          </a:xfrm>
          <a:prstGeom prst="rect">
            <a:avLst/>
          </a:prstGeom>
          <a:noFill/>
        </p:spPr>
      </p:pic>
      <p:pic>
        <p:nvPicPr>
          <p:cNvPr id="417827" name="Picture 35" descr="Internet01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82800" y="3162300"/>
            <a:ext cx="1162050" cy="1157288"/>
          </a:xfrm>
          <a:prstGeom prst="rect">
            <a:avLst/>
          </a:prstGeom>
          <a:noFill/>
        </p:spPr>
      </p:pic>
      <p:pic>
        <p:nvPicPr>
          <p:cNvPr id="417828" name="Picture 36" descr="Search01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3"/>
          <a:srcRect/>
          <a:stretch>
            <a:fillRect/>
          </a:stretch>
        </p:blipFill>
        <p:spPr bwMode="auto">
          <a:xfrm rot="-2136353">
            <a:off x="2792413" y="2951163"/>
            <a:ext cx="917575" cy="1889125"/>
          </a:xfrm>
          <a:prstGeom prst="rect">
            <a:avLst/>
          </a:prstGeom>
          <a:noFill/>
        </p:spPr>
      </p:pic>
      <p:sp>
        <p:nvSpPr>
          <p:cNvPr id="417829" name="AutoShape 37"/>
          <p:cNvSpPr>
            <a:spLocks noChangeArrowheads="1"/>
          </p:cNvSpPr>
          <p:nvPr/>
        </p:nvSpPr>
        <p:spPr bwMode="auto">
          <a:xfrm>
            <a:off x="1933575" y="4865688"/>
            <a:ext cx="1657350" cy="339725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wrap="none" anchor="ctr"/>
          <a:lstStyle/>
          <a:p>
            <a:pPr>
              <a:lnSpc>
                <a:spcPct val="100000"/>
              </a:lnSpc>
              <a:buClrTx/>
              <a:buFontTx/>
              <a:buNone/>
            </a:pPr>
            <a:r>
              <a:rPr lang="de-DE">
                <a:solidFill>
                  <a:srgbClr val="000000"/>
                </a:solidFill>
                <a:cs typeface="Arial" charset="0"/>
              </a:rPr>
              <a:t>Catalogue global</a:t>
            </a:r>
            <a:endParaRPr lang="en-US"/>
          </a:p>
        </p:txBody>
      </p:sp>
      <p:sp>
        <p:nvSpPr>
          <p:cNvPr id="417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C00000"/>
                </a:solidFill>
              </a:rPr>
              <a:t>Définition d'un catalogue global</a:t>
            </a:r>
            <a:endParaRPr lang="en-US" b="1">
              <a:solidFill>
                <a:srgbClr val="C00000"/>
              </a:solidFill>
            </a:endParaRPr>
          </a:p>
        </p:txBody>
      </p:sp>
      <p:sp>
        <p:nvSpPr>
          <p:cNvPr id="417814" name="Rectangle 22"/>
          <p:cNvSpPr>
            <a:spLocks noGrp="1" noChangeArrowheads="1"/>
          </p:cNvSpPr>
          <p:nvPr>
            <p:ph sz="quarter" idx="1"/>
          </p:nvPr>
        </p:nvSpPr>
        <p:spPr>
          <a:xfrm>
            <a:off x="232229" y="1458913"/>
            <a:ext cx="8737600" cy="1153658"/>
          </a:xfr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>
            <a:normAutofit fontScale="92500"/>
          </a:bodyPr>
          <a:lstStyle/>
          <a:p>
            <a:pPr marL="0" indent="0">
              <a:buFont typeface="Wingdings" pitchFamily="2" charset="2"/>
              <a:buNone/>
            </a:pPr>
            <a:r>
              <a:rPr lang="de-DE" dirty="0" err="1">
                <a:solidFill>
                  <a:srgbClr val="000000"/>
                </a:solidFill>
              </a:rPr>
              <a:t>Un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réf</a:t>
            </a:r>
            <a:r>
              <a:rPr lang="fr-FR" dirty="0" err="1">
                <a:solidFill>
                  <a:srgbClr val="000000"/>
                </a:solidFill>
              </a:rPr>
              <a:t>érentiel</a:t>
            </a:r>
            <a:r>
              <a:rPr lang="fr-FR" dirty="0">
                <a:solidFill>
                  <a:srgbClr val="000000"/>
                </a:solidFill>
              </a:rPr>
              <a:t> d'informations contenant un sous-ensemble des attributs de tous les objets dans Active Directory</a:t>
            </a:r>
            <a:endParaRPr lang="en-US" dirty="0"/>
          </a:p>
        </p:txBody>
      </p:sp>
      <p:pic>
        <p:nvPicPr>
          <p:cNvPr id="417831" name="Picture 39" descr="2PopulatedDomain01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4" cstate="print">
            <a:lum bright="24000" contrast="-30000"/>
          </a:blip>
          <a:srcRect/>
          <a:stretch>
            <a:fillRect/>
          </a:stretch>
        </p:blipFill>
        <p:spPr bwMode="auto">
          <a:xfrm>
            <a:off x="5962650" y="2640013"/>
            <a:ext cx="1417638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7832" name="Picture 40" descr="2PopulatedDomain01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4" cstate="print">
            <a:lum bright="24000" contrast="-30000"/>
          </a:blip>
          <a:srcRect/>
          <a:stretch>
            <a:fillRect/>
          </a:stretch>
        </p:blipFill>
        <p:spPr bwMode="auto">
          <a:xfrm>
            <a:off x="5459413" y="2981325"/>
            <a:ext cx="1417637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7833" name="Picture 41" descr="2PopulatedDomain01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4" cstate="print">
            <a:lum bright="24000" contrast="-30000"/>
          </a:blip>
          <a:srcRect/>
          <a:stretch>
            <a:fillRect/>
          </a:stretch>
        </p:blipFill>
        <p:spPr bwMode="auto">
          <a:xfrm>
            <a:off x="4956175" y="3322638"/>
            <a:ext cx="1417638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7834" name="Picture 42" descr="2PopulatedDomain01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4" cstate="print">
            <a:lum bright="24000" contrast="-30000"/>
          </a:blip>
          <a:srcRect/>
          <a:stretch>
            <a:fillRect/>
          </a:stretch>
        </p:blipFill>
        <p:spPr bwMode="auto">
          <a:xfrm>
            <a:off x="4451350" y="3663950"/>
            <a:ext cx="1417638" cy="125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7835" name="AutoShape 43"/>
          <p:cNvSpPr>
            <a:spLocks noChangeArrowheads="1"/>
          </p:cNvSpPr>
          <p:nvPr/>
        </p:nvSpPr>
        <p:spPr bwMode="auto">
          <a:xfrm>
            <a:off x="5953125" y="4017963"/>
            <a:ext cx="1873250" cy="33020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ADE2A1"/>
              </a:gs>
              <a:gs pos="100000">
                <a:srgbClr val="E8F6E4"/>
              </a:gs>
            </a:gsLst>
            <a:lin ang="2700000" scaled="1"/>
          </a:gradFill>
          <a:ln w="9525" algn="ctr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buClrTx/>
              <a:buFontTx/>
              <a:buNone/>
            </a:pPr>
            <a:r>
              <a:rPr lang="de-DE">
                <a:solidFill>
                  <a:srgbClr val="000000"/>
                </a:solidFill>
                <a:cs typeface="Arial" charset="0"/>
              </a:rPr>
              <a:t>Lecture seulement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17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41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41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41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1000"/>
                                        <p:tgtEl>
                                          <p:spTgt spid="41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41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1000"/>
                                        <p:tgtEl>
                                          <p:spTgt spid="41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1000"/>
                                        <p:tgtEl>
                                          <p:spTgt spid="41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1000"/>
                                        <p:tgtEl>
                                          <p:spTgt spid="417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824" grpId="0" animBg="1"/>
      <p:bldP spid="417829" grpId="0" animBg="1"/>
      <p:bldP spid="4178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9550" y="222930"/>
            <a:ext cx="8745764" cy="880156"/>
          </a:xfrm>
        </p:spPr>
        <p:txBody>
          <a:bodyPr>
            <a:noAutofit/>
          </a:bodyPr>
          <a:lstStyle/>
          <a:p>
            <a:r>
              <a:rPr lang="fr-FR" sz="2800" b="1" dirty="0">
                <a:solidFill>
                  <a:srgbClr val="C00000"/>
                </a:solidFill>
              </a:rPr>
              <a:t>Définition d'un nom unique et d'un nom unique relatif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420025" name="AutoShape 185"/>
          <p:cNvSpPr>
            <a:spLocks noChangeArrowheads="1"/>
          </p:cNvSpPr>
          <p:nvPr/>
        </p:nvSpPr>
        <p:spPr bwMode="auto">
          <a:xfrm>
            <a:off x="217714" y="1390650"/>
            <a:ext cx="8737599" cy="831850"/>
          </a:xfrm>
          <a:prstGeom prst="roundRect">
            <a:avLst>
              <a:gd name="adj" fmla="val 2519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>
              <a:lnSpc>
                <a:spcPct val="90000"/>
              </a:lnSpc>
              <a:spcBef>
                <a:spcPct val="40000"/>
              </a:spcBef>
              <a:buSzPct val="70000"/>
            </a:pPr>
            <a:r>
              <a:rPr lang="fr-FR" sz="2400">
                <a:solidFill>
                  <a:srgbClr val="000000"/>
                </a:solidFill>
                <a:cs typeface="Arial" charset="0"/>
              </a:rPr>
              <a:t>Les noms uniques identifient le domaine et le chemin d'acc</a:t>
            </a:r>
            <a:r>
              <a:rPr lang="de-DE" sz="2400">
                <a:solidFill>
                  <a:srgbClr val="000000"/>
                </a:solidFill>
                <a:cs typeface="Arial" charset="0"/>
              </a:rPr>
              <a:t>ès d'un objet</a:t>
            </a:r>
            <a:endParaRPr lang="en-US" sz="2400"/>
          </a:p>
        </p:txBody>
      </p:sp>
      <p:sp>
        <p:nvSpPr>
          <p:cNvPr id="420028" name="AutoShape 188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170363" y="2646363"/>
            <a:ext cx="3219450" cy="2257425"/>
          </a:xfrm>
          <a:prstGeom prst="roundRect">
            <a:avLst>
              <a:gd name="adj" fmla="val 3995"/>
            </a:avLst>
          </a:prstGeom>
          <a:solidFill>
            <a:srgbClr val="F0F1E1"/>
          </a:solidFill>
          <a:ln w="9525" algn="ctr">
            <a:solidFill>
              <a:srgbClr val="808080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endParaRPr lang="fr-FR"/>
          </a:p>
        </p:txBody>
      </p:sp>
      <p:sp>
        <p:nvSpPr>
          <p:cNvPr id="420029" name="Freeform 189"/>
          <p:cNvSpPr>
            <a:spLocks/>
          </p:cNvSpPr>
          <p:nvPr>
            <p:custDataLst>
              <p:tags r:id="rId2"/>
            </p:custDataLst>
          </p:nvPr>
        </p:nvSpPr>
        <p:spPr bwMode="auto">
          <a:xfrm>
            <a:off x="5521325" y="4078288"/>
            <a:ext cx="385763" cy="3825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80"/>
              </a:cxn>
              <a:cxn ang="0">
                <a:pos x="240" y="480"/>
              </a:cxn>
            </a:cxnLst>
            <a:rect l="0" t="0" r="r" b="b"/>
            <a:pathLst>
              <a:path w="240" h="480">
                <a:moveTo>
                  <a:pt x="0" y="0"/>
                </a:moveTo>
                <a:lnTo>
                  <a:pt x="0" y="480"/>
                </a:lnTo>
                <a:lnTo>
                  <a:pt x="240" y="480"/>
                </a:lnTo>
              </a:path>
            </a:pathLst>
          </a:custGeom>
          <a:noFill/>
          <a:ln w="19050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20030" name="Text Box 190"/>
          <p:cNvSpPr txBox="1">
            <a:spLocks noChangeArrowheads="1"/>
          </p:cNvSpPr>
          <p:nvPr/>
        </p:nvSpPr>
        <p:spPr bwMode="auto">
          <a:xfrm>
            <a:off x="4757738" y="2805113"/>
            <a:ext cx="12906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  <a:buClrTx/>
              <a:buFontTx/>
              <a:buNone/>
            </a:pPr>
            <a:r>
              <a:rPr lang="de-DE" b="0">
                <a:solidFill>
                  <a:srgbClr val="000000"/>
                </a:solidFill>
                <a:cs typeface="Arial" charset="0"/>
              </a:rPr>
              <a:t>Contoso.msft</a:t>
            </a:r>
            <a:endParaRPr lang="en-US" b="0"/>
          </a:p>
        </p:txBody>
      </p:sp>
      <p:sp>
        <p:nvSpPr>
          <p:cNvPr id="420031" name="Freeform 191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4538663" y="3175000"/>
            <a:ext cx="314325" cy="3508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80"/>
              </a:cxn>
              <a:cxn ang="0">
                <a:pos x="240" y="480"/>
              </a:cxn>
            </a:cxnLst>
            <a:rect l="0" t="0" r="r" b="b"/>
            <a:pathLst>
              <a:path w="240" h="480">
                <a:moveTo>
                  <a:pt x="0" y="0"/>
                </a:moveTo>
                <a:lnTo>
                  <a:pt x="0" y="480"/>
                </a:lnTo>
                <a:lnTo>
                  <a:pt x="240" y="480"/>
                </a:lnTo>
              </a:path>
            </a:pathLst>
          </a:custGeom>
          <a:noFill/>
          <a:ln w="19050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20034" name="Freeform 194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4540250" y="2800350"/>
            <a:ext cx="225425" cy="382588"/>
          </a:xfrm>
          <a:custGeom>
            <a:avLst/>
            <a:gdLst/>
            <a:ahLst/>
            <a:cxnLst>
              <a:cxn ang="0">
                <a:pos x="46" y="1"/>
              </a:cxn>
              <a:cxn ang="0">
                <a:pos x="0" y="43"/>
              </a:cxn>
              <a:cxn ang="0">
                <a:pos x="0" y="318"/>
              </a:cxn>
              <a:cxn ang="0">
                <a:pos x="133" y="318"/>
              </a:cxn>
              <a:cxn ang="0">
                <a:pos x="184" y="267"/>
              </a:cxn>
              <a:cxn ang="0">
                <a:pos x="184" y="0"/>
              </a:cxn>
              <a:cxn ang="0">
                <a:pos x="46" y="1"/>
              </a:cxn>
            </a:cxnLst>
            <a:rect l="0" t="0" r="r" b="b"/>
            <a:pathLst>
              <a:path w="184" h="318">
                <a:moveTo>
                  <a:pt x="46" y="1"/>
                </a:moveTo>
                <a:lnTo>
                  <a:pt x="0" y="43"/>
                </a:lnTo>
                <a:lnTo>
                  <a:pt x="0" y="318"/>
                </a:lnTo>
                <a:lnTo>
                  <a:pt x="133" y="318"/>
                </a:lnTo>
                <a:lnTo>
                  <a:pt x="184" y="267"/>
                </a:lnTo>
                <a:lnTo>
                  <a:pt x="184" y="0"/>
                </a:lnTo>
                <a:lnTo>
                  <a:pt x="46" y="1"/>
                </a:lnTo>
                <a:close/>
              </a:path>
            </a:pathLst>
          </a:custGeom>
          <a:solidFill>
            <a:schemeClr val="tx1"/>
          </a:soli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35" name="Freeform 195"/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4529138" y="2789238"/>
            <a:ext cx="220662" cy="381000"/>
          </a:xfrm>
          <a:custGeom>
            <a:avLst/>
            <a:gdLst/>
            <a:ahLst/>
            <a:cxnLst>
              <a:cxn ang="0">
                <a:pos x="46" y="1"/>
              </a:cxn>
              <a:cxn ang="0">
                <a:pos x="0" y="43"/>
              </a:cxn>
              <a:cxn ang="0">
                <a:pos x="0" y="318"/>
              </a:cxn>
              <a:cxn ang="0">
                <a:pos x="133" y="318"/>
              </a:cxn>
              <a:cxn ang="0">
                <a:pos x="184" y="267"/>
              </a:cxn>
              <a:cxn ang="0">
                <a:pos x="184" y="0"/>
              </a:cxn>
              <a:cxn ang="0">
                <a:pos x="46" y="1"/>
              </a:cxn>
            </a:cxnLst>
            <a:rect l="0" t="0" r="r" b="b"/>
            <a:pathLst>
              <a:path w="184" h="318">
                <a:moveTo>
                  <a:pt x="46" y="1"/>
                </a:moveTo>
                <a:lnTo>
                  <a:pt x="0" y="43"/>
                </a:lnTo>
                <a:lnTo>
                  <a:pt x="0" y="318"/>
                </a:lnTo>
                <a:lnTo>
                  <a:pt x="133" y="318"/>
                </a:lnTo>
                <a:lnTo>
                  <a:pt x="184" y="267"/>
                </a:lnTo>
                <a:lnTo>
                  <a:pt x="184" y="0"/>
                </a:lnTo>
                <a:lnTo>
                  <a:pt x="46" y="1"/>
                </a:lnTo>
                <a:close/>
              </a:path>
            </a:pathLst>
          </a:custGeom>
          <a:solidFill>
            <a:srgbClr val="C0C0C0"/>
          </a:solidFill>
          <a:ln w="9525" cap="flat" cmpd="sng">
            <a:solidFill>
              <a:srgbClr val="80808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36" name="Rectangle 196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4532313" y="2844800"/>
            <a:ext cx="153987" cy="315913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37" name="Freeform 197"/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4532313" y="2795588"/>
            <a:ext cx="211137" cy="47625"/>
          </a:xfrm>
          <a:custGeom>
            <a:avLst/>
            <a:gdLst/>
            <a:ahLst/>
            <a:cxnLst>
              <a:cxn ang="0">
                <a:pos x="0" y="40"/>
              </a:cxn>
              <a:cxn ang="0">
                <a:pos x="131" y="40"/>
              </a:cxn>
              <a:cxn ang="0">
                <a:pos x="177" y="0"/>
              </a:cxn>
            </a:cxnLst>
            <a:rect l="0" t="0" r="r" b="b"/>
            <a:pathLst>
              <a:path w="177" h="40">
                <a:moveTo>
                  <a:pt x="0" y="40"/>
                </a:moveTo>
                <a:lnTo>
                  <a:pt x="131" y="40"/>
                </a:lnTo>
                <a:lnTo>
                  <a:pt x="177" y="0"/>
                </a:lnTo>
              </a:path>
            </a:pathLst>
          </a:custGeom>
          <a:noFill/>
          <a:ln w="9525" cap="flat" cmpd="sng">
            <a:solidFill>
              <a:schemeClr val="bg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38" name="Freeform 198"/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4532313" y="2906713"/>
            <a:ext cx="211137" cy="47625"/>
          </a:xfrm>
          <a:custGeom>
            <a:avLst/>
            <a:gdLst/>
            <a:ahLst/>
            <a:cxnLst>
              <a:cxn ang="0">
                <a:pos x="0" y="40"/>
              </a:cxn>
              <a:cxn ang="0">
                <a:pos x="131" y="40"/>
              </a:cxn>
              <a:cxn ang="0">
                <a:pos x="177" y="0"/>
              </a:cxn>
            </a:cxnLst>
            <a:rect l="0" t="0" r="r" b="b"/>
            <a:pathLst>
              <a:path w="177" h="40">
                <a:moveTo>
                  <a:pt x="0" y="40"/>
                </a:moveTo>
                <a:lnTo>
                  <a:pt x="131" y="40"/>
                </a:lnTo>
                <a:lnTo>
                  <a:pt x="177" y="0"/>
                </a:lnTo>
              </a:path>
            </a:pathLst>
          </a:custGeom>
          <a:noFill/>
          <a:ln w="9525" cap="flat" cmpd="sng">
            <a:solidFill>
              <a:srgbClr val="808080"/>
            </a:solidFill>
            <a:prstDash val="solid"/>
            <a:round/>
            <a:headEnd/>
            <a:tailEnd/>
          </a:ln>
          <a:effectLst>
            <a:outerShdw dist="12700" dir="5400000" algn="ctr" rotWithShape="0">
              <a:schemeClr val="bg1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420039" name="Line 199"/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4624388" y="3132138"/>
            <a:ext cx="412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41" name="Freeform 201"/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4306888" y="2828925"/>
            <a:ext cx="225425" cy="382588"/>
          </a:xfrm>
          <a:custGeom>
            <a:avLst/>
            <a:gdLst/>
            <a:ahLst/>
            <a:cxnLst>
              <a:cxn ang="0">
                <a:pos x="46" y="1"/>
              </a:cxn>
              <a:cxn ang="0">
                <a:pos x="0" y="43"/>
              </a:cxn>
              <a:cxn ang="0">
                <a:pos x="0" y="318"/>
              </a:cxn>
              <a:cxn ang="0">
                <a:pos x="133" y="318"/>
              </a:cxn>
              <a:cxn ang="0">
                <a:pos x="184" y="267"/>
              </a:cxn>
              <a:cxn ang="0">
                <a:pos x="184" y="0"/>
              </a:cxn>
              <a:cxn ang="0">
                <a:pos x="46" y="1"/>
              </a:cxn>
            </a:cxnLst>
            <a:rect l="0" t="0" r="r" b="b"/>
            <a:pathLst>
              <a:path w="184" h="318">
                <a:moveTo>
                  <a:pt x="46" y="1"/>
                </a:moveTo>
                <a:lnTo>
                  <a:pt x="0" y="43"/>
                </a:lnTo>
                <a:lnTo>
                  <a:pt x="0" y="318"/>
                </a:lnTo>
                <a:lnTo>
                  <a:pt x="133" y="318"/>
                </a:lnTo>
                <a:lnTo>
                  <a:pt x="184" y="267"/>
                </a:lnTo>
                <a:lnTo>
                  <a:pt x="184" y="0"/>
                </a:lnTo>
                <a:lnTo>
                  <a:pt x="46" y="1"/>
                </a:lnTo>
                <a:close/>
              </a:path>
            </a:pathLst>
          </a:custGeom>
          <a:solidFill>
            <a:schemeClr val="tx1"/>
          </a:soli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42" name="Freeform 202"/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4295775" y="2817813"/>
            <a:ext cx="220663" cy="381000"/>
          </a:xfrm>
          <a:custGeom>
            <a:avLst/>
            <a:gdLst/>
            <a:ahLst/>
            <a:cxnLst>
              <a:cxn ang="0">
                <a:pos x="46" y="1"/>
              </a:cxn>
              <a:cxn ang="0">
                <a:pos x="0" y="43"/>
              </a:cxn>
              <a:cxn ang="0">
                <a:pos x="0" y="318"/>
              </a:cxn>
              <a:cxn ang="0">
                <a:pos x="133" y="318"/>
              </a:cxn>
              <a:cxn ang="0">
                <a:pos x="184" y="267"/>
              </a:cxn>
              <a:cxn ang="0">
                <a:pos x="184" y="0"/>
              </a:cxn>
              <a:cxn ang="0">
                <a:pos x="46" y="1"/>
              </a:cxn>
            </a:cxnLst>
            <a:rect l="0" t="0" r="r" b="b"/>
            <a:pathLst>
              <a:path w="184" h="318">
                <a:moveTo>
                  <a:pt x="46" y="1"/>
                </a:moveTo>
                <a:lnTo>
                  <a:pt x="0" y="43"/>
                </a:lnTo>
                <a:lnTo>
                  <a:pt x="0" y="318"/>
                </a:lnTo>
                <a:lnTo>
                  <a:pt x="133" y="318"/>
                </a:lnTo>
                <a:lnTo>
                  <a:pt x="184" y="267"/>
                </a:lnTo>
                <a:lnTo>
                  <a:pt x="184" y="0"/>
                </a:lnTo>
                <a:lnTo>
                  <a:pt x="46" y="1"/>
                </a:lnTo>
                <a:close/>
              </a:path>
            </a:pathLst>
          </a:custGeom>
          <a:solidFill>
            <a:srgbClr val="C0C0C0"/>
          </a:solidFill>
          <a:ln w="9525" cap="flat" cmpd="sng">
            <a:solidFill>
              <a:srgbClr val="80808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43" name="Rectangle 203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298950" y="2873375"/>
            <a:ext cx="153988" cy="315913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44" name="Freeform 204"/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298950" y="2824163"/>
            <a:ext cx="211138" cy="47625"/>
          </a:xfrm>
          <a:custGeom>
            <a:avLst/>
            <a:gdLst/>
            <a:ahLst/>
            <a:cxnLst>
              <a:cxn ang="0">
                <a:pos x="0" y="40"/>
              </a:cxn>
              <a:cxn ang="0">
                <a:pos x="131" y="40"/>
              </a:cxn>
              <a:cxn ang="0">
                <a:pos x="177" y="0"/>
              </a:cxn>
            </a:cxnLst>
            <a:rect l="0" t="0" r="r" b="b"/>
            <a:pathLst>
              <a:path w="177" h="40">
                <a:moveTo>
                  <a:pt x="0" y="40"/>
                </a:moveTo>
                <a:lnTo>
                  <a:pt x="131" y="40"/>
                </a:lnTo>
                <a:lnTo>
                  <a:pt x="177" y="0"/>
                </a:lnTo>
              </a:path>
            </a:pathLst>
          </a:custGeom>
          <a:noFill/>
          <a:ln w="9525" cap="flat" cmpd="sng">
            <a:solidFill>
              <a:schemeClr val="bg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45" name="Freeform 205"/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4298950" y="2935288"/>
            <a:ext cx="211138" cy="47625"/>
          </a:xfrm>
          <a:custGeom>
            <a:avLst/>
            <a:gdLst/>
            <a:ahLst/>
            <a:cxnLst>
              <a:cxn ang="0">
                <a:pos x="0" y="40"/>
              </a:cxn>
              <a:cxn ang="0">
                <a:pos x="131" y="40"/>
              </a:cxn>
              <a:cxn ang="0">
                <a:pos x="177" y="0"/>
              </a:cxn>
            </a:cxnLst>
            <a:rect l="0" t="0" r="r" b="b"/>
            <a:pathLst>
              <a:path w="177" h="40">
                <a:moveTo>
                  <a:pt x="0" y="40"/>
                </a:moveTo>
                <a:lnTo>
                  <a:pt x="131" y="40"/>
                </a:lnTo>
                <a:lnTo>
                  <a:pt x="177" y="0"/>
                </a:lnTo>
              </a:path>
            </a:pathLst>
          </a:custGeom>
          <a:noFill/>
          <a:ln w="9525" cap="flat" cmpd="sng">
            <a:solidFill>
              <a:srgbClr val="808080"/>
            </a:solidFill>
            <a:prstDash val="solid"/>
            <a:round/>
            <a:headEnd/>
            <a:tailEnd/>
          </a:ln>
          <a:effectLst>
            <a:outerShdw dist="12700" dir="5400000" algn="ctr" rotWithShape="0">
              <a:schemeClr val="bg1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420046" name="Line 206"/>
          <p:cNvSpPr>
            <a:spLocks noChangeShapeType="1"/>
          </p:cNvSpPr>
          <p:nvPr>
            <p:custDataLst>
              <p:tags r:id="rId15"/>
            </p:custDataLst>
          </p:nvPr>
        </p:nvSpPr>
        <p:spPr bwMode="auto">
          <a:xfrm>
            <a:off x="4391025" y="3160713"/>
            <a:ext cx="412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48" name="Freeform 208"/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4438650" y="2935288"/>
            <a:ext cx="193675" cy="334962"/>
          </a:xfrm>
          <a:custGeom>
            <a:avLst/>
            <a:gdLst/>
            <a:ahLst/>
            <a:cxnLst>
              <a:cxn ang="0">
                <a:pos x="46" y="1"/>
              </a:cxn>
              <a:cxn ang="0">
                <a:pos x="0" y="43"/>
              </a:cxn>
              <a:cxn ang="0">
                <a:pos x="0" y="318"/>
              </a:cxn>
              <a:cxn ang="0">
                <a:pos x="133" y="318"/>
              </a:cxn>
              <a:cxn ang="0">
                <a:pos x="184" y="267"/>
              </a:cxn>
              <a:cxn ang="0">
                <a:pos x="184" y="0"/>
              </a:cxn>
              <a:cxn ang="0">
                <a:pos x="46" y="1"/>
              </a:cxn>
            </a:cxnLst>
            <a:rect l="0" t="0" r="r" b="b"/>
            <a:pathLst>
              <a:path w="184" h="318">
                <a:moveTo>
                  <a:pt x="46" y="1"/>
                </a:moveTo>
                <a:lnTo>
                  <a:pt x="0" y="43"/>
                </a:lnTo>
                <a:lnTo>
                  <a:pt x="0" y="318"/>
                </a:lnTo>
                <a:lnTo>
                  <a:pt x="133" y="318"/>
                </a:lnTo>
                <a:lnTo>
                  <a:pt x="184" y="267"/>
                </a:lnTo>
                <a:lnTo>
                  <a:pt x="184" y="0"/>
                </a:lnTo>
                <a:lnTo>
                  <a:pt x="46" y="1"/>
                </a:lnTo>
                <a:close/>
              </a:path>
            </a:pathLst>
          </a:custGeom>
          <a:solidFill>
            <a:schemeClr val="tx1"/>
          </a:solidFill>
          <a:ln w="9525" cap="flat" cmpd="sng">
            <a:noFill/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49" name="Freeform 209"/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4430713" y="2924175"/>
            <a:ext cx="190500" cy="331788"/>
          </a:xfrm>
          <a:custGeom>
            <a:avLst/>
            <a:gdLst/>
            <a:ahLst/>
            <a:cxnLst>
              <a:cxn ang="0">
                <a:pos x="46" y="1"/>
              </a:cxn>
              <a:cxn ang="0">
                <a:pos x="0" y="43"/>
              </a:cxn>
              <a:cxn ang="0">
                <a:pos x="0" y="318"/>
              </a:cxn>
              <a:cxn ang="0">
                <a:pos x="133" y="318"/>
              </a:cxn>
              <a:cxn ang="0">
                <a:pos x="184" y="267"/>
              </a:cxn>
              <a:cxn ang="0">
                <a:pos x="184" y="0"/>
              </a:cxn>
              <a:cxn ang="0">
                <a:pos x="46" y="1"/>
              </a:cxn>
            </a:cxnLst>
            <a:rect l="0" t="0" r="r" b="b"/>
            <a:pathLst>
              <a:path w="184" h="318">
                <a:moveTo>
                  <a:pt x="46" y="1"/>
                </a:moveTo>
                <a:lnTo>
                  <a:pt x="0" y="43"/>
                </a:lnTo>
                <a:lnTo>
                  <a:pt x="0" y="318"/>
                </a:lnTo>
                <a:lnTo>
                  <a:pt x="133" y="318"/>
                </a:lnTo>
                <a:lnTo>
                  <a:pt x="184" y="267"/>
                </a:lnTo>
                <a:lnTo>
                  <a:pt x="184" y="0"/>
                </a:lnTo>
                <a:lnTo>
                  <a:pt x="46" y="1"/>
                </a:lnTo>
                <a:close/>
              </a:path>
            </a:pathLst>
          </a:custGeom>
          <a:solidFill>
            <a:srgbClr val="C0C0C0"/>
          </a:solidFill>
          <a:ln w="9525" cap="flat" cmpd="sng">
            <a:solidFill>
              <a:srgbClr val="808080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50" name="Rectangle 210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4433888" y="2973388"/>
            <a:ext cx="131762" cy="276225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51" name="Freeform 211"/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4433888" y="2928938"/>
            <a:ext cx="182562" cy="42862"/>
          </a:xfrm>
          <a:custGeom>
            <a:avLst/>
            <a:gdLst/>
            <a:ahLst/>
            <a:cxnLst>
              <a:cxn ang="0">
                <a:pos x="0" y="40"/>
              </a:cxn>
              <a:cxn ang="0">
                <a:pos x="131" y="40"/>
              </a:cxn>
              <a:cxn ang="0">
                <a:pos x="177" y="0"/>
              </a:cxn>
            </a:cxnLst>
            <a:rect l="0" t="0" r="r" b="b"/>
            <a:pathLst>
              <a:path w="177" h="40">
                <a:moveTo>
                  <a:pt x="0" y="40"/>
                </a:moveTo>
                <a:lnTo>
                  <a:pt x="131" y="40"/>
                </a:lnTo>
                <a:lnTo>
                  <a:pt x="177" y="0"/>
                </a:lnTo>
              </a:path>
            </a:pathLst>
          </a:custGeom>
          <a:noFill/>
          <a:ln w="9525" cap="flat" cmpd="sng">
            <a:solidFill>
              <a:schemeClr val="bg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52" name="Freeform 212"/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4433888" y="3027363"/>
            <a:ext cx="182562" cy="41275"/>
          </a:xfrm>
          <a:custGeom>
            <a:avLst/>
            <a:gdLst/>
            <a:ahLst/>
            <a:cxnLst>
              <a:cxn ang="0">
                <a:pos x="0" y="40"/>
              </a:cxn>
              <a:cxn ang="0">
                <a:pos x="131" y="40"/>
              </a:cxn>
              <a:cxn ang="0">
                <a:pos x="177" y="0"/>
              </a:cxn>
            </a:cxnLst>
            <a:rect l="0" t="0" r="r" b="b"/>
            <a:pathLst>
              <a:path w="177" h="40">
                <a:moveTo>
                  <a:pt x="0" y="40"/>
                </a:moveTo>
                <a:lnTo>
                  <a:pt x="131" y="40"/>
                </a:lnTo>
                <a:lnTo>
                  <a:pt x="177" y="0"/>
                </a:lnTo>
              </a:path>
            </a:pathLst>
          </a:custGeom>
          <a:noFill/>
          <a:ln w="9525" cap="flat" cmpd="sng">
            <a:solidFill>
              <a:srgbClr val="808080"/>
            </a:solidFill>
            <a:prstDash val="solid"/>
            <a:round/>
            <a:headEnd/>
            <a:tailEnd/>
          </a:ln>
          <a:effectLst>
            <a:outerShdw dist="12700" dir="5400000" algn="ctr" rotWithShape="0">
              <a:schemeClr val="bg1"/>
            </a:outerShdw>
          </a:effectLst>
        </p:spPr>
        <p:txBody>
          <a:bodyPr wrap="none" anchor="ctr"/>
          <a:lstStyle/>
          <a:p>
            <a:endParaRPr lang="fr-FR"/>
          </a:p>
        </p:txBody>
      </p:sp>
      <p:sp>
        <p:nvSpPr>
          <p:cNvPr id="420053" name="Freeform 213"/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5045075" y="3556000"/>
            <a:ext cx="387350" cy="4000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480"/>
              </a:cxn>
              <a:cxn ang="0">
                <a:pos x="240" y="480"/>
              </a:cxn>
            </a:cxnLst>
            <a:rect l="0" t="0" r="r" b="b"/>
            <a:pathLst>
              <a:path w="240" h="480">
                <a:moveTo>
                  <a:pt x="0" y="0"/>
                </a:moveTo>
                <a:lnTo>
                  <a:pt x="0" y="480"/>
                </a:lnTo>
                <a:lnTo>
                  <a:pt x="240" y="480"/>
                </a:lnTo>
              </a:path>
            </a:pathLst>
          </a:custGeom>
          <a:noFill/>
          <a:ln w="19050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20055" name="Freeform 215"/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4856163" y="3332163"/>
            <a:ext cx="360362" cy="290512"/>
          </a:xfrm>
          <a:custGeom>
            <a:avLst/>
            <a:gdLst/>
            <a:ahLst/>
            <a:cxnLst>
              <a:cxn ang="0">
                <a:pos x="0" y="996"/>
              </a:cxn>
              <a:cxn ang="0">
                <a:pos x="0" y="94"/>
              </a:cxn>
              <a:cxn ang="0">
                <a:pos x="79" y="0"/>
              </a:cxn>
              <a:cxn ang="0">
                <a:pos x="467" y="0"/>
              </a:cxn>
              <a:cxn ang="0">
                <a:pos x="526" y="93"/>
              </a:cxn>
              <a:cxn ang="0">
                <a:pos x="1248" y="94"/>
              </a:cxn>
              <a:cxn ang="0">
                <a:pos x="1248" y="996"/>
              </a:cxn>
              <a:cxn ang="0">
                <a:pos x="0" y="996"/>
              </a:cxn>
            </a:cxnLst>
            <a:rect l="0" t="0" r="r" b="b"/>
            <a:pathLst>
              <a:path w="1248" h="996">
                <a:moveTo>
                  <a:pt x="0" y="996"/>
                </a:moveTo>
                <a:lnTo>
                  <a:pt x="0" y="94"/>
                </a:lnTo>
                <a:lnTo>
                  <a:pt x="79" y="0"/>
                </a:lnTo>
                <a:lnTo>
                  <a:pt x="467" y="0"/>
                </a:lnTo>
                <a:lnTo>
                  <a:pt x="526" y="93"/>
                </a:lnTo>
                <a:lnTo>
                  <a:pt x="1248" y="94"/>
                </a:lnTo>
                <a:lnTo>
                  <a:pt x="1248" y="996"/>
                </a:lnTo>
                <a:lnTo>
                  <a:pt x="0" y="996"/>
                </a:lnTo>
                <a:close/>
              </a:path>
            </a:pathLst>
          </a:custGeom>
          <a:solidFill>
            <a:srgbClr val="FFFF99"/>
          </a:solidFill>
          <a:ln w="3175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rgbClr val="C0C0C0"/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0057" name="Freeform 217"/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4897438" y="3398838"/>
            <a:ext cx="260350" cy="207962"/>
          </a:xfrm>
          <a:custGeom>
            <a:avLst/>
            <a:gdLst/>
            <a:ahLst/>
            <a:cxnLst>
              <a:cxn ang="0">
                <a:pos x="0" y="307"/>
              </a:cxn>
              <a:cxn ang="0">
                <a:pos x="0" y="433"/>
              </a:cxn>
              <a:cxn ang="0">
                <a:pos x="534" y="713"/>
              </a:cxn>
              <a:cxn ang="0">
                <a:pos x="900" y="387"/>
              </a:cxn>
              <a:cxn ang="0">
                <a:pos x="792" y="321"/>
              </a:cxn>
              <a:cxn ang="0">
                <a:pos x="359" y="0"/>
              </a:cxn>
            </a:cxnLst>
            <a:rect l="0" t="0" r="r" b="b"/>
            <a:pathLst>
              <a:path w="900" h="713">
                <a:moveTo>
                  <a:pt x="0" y="307"/>
                </a:moveTo>
                <a:lnTo>
                  <a:pt x="0" y="433"/>
                </a:lnTo>
                <a:lnTo>
                  <a:pt x="534" y="713"/>
                </a:lnTo>
                <a:lnTo>
                  <a:pt x="900" y="387"/>
                </a:lnTo>
                <a:lnTo>
                  <a:pt x="792" y="321"/>
                </a:lnTo>
                <a:lnTo>
                  <a:pt x="359" y="0"/>
                </a:lnTo>
              </a:path>
            </a:pathLst>
          </a:custGeom>
          <a:gradFill rotWithShape="0">
            <a:gsLst>
              <a:gs pos="0">
                <a:srgbClr val="C0C0C0"/>
              </a:gs>
              <a:gs pos="100000">
                <a:srgbClr val="777777"/>
              </a:gs>
            </a:gsLst>
            <a:lin ang="2700000" scaled="1"/>
          </a:gradFill>
          <a:ln w="317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tIns="27432" bIns="27432" anchor="ctr">
            <a:spAutoFit/>
          </a:bodyPr>
          <a:lstStyle/>
          <a:p>
            <a:endParaRPr lang="fr-FR"/>
          </a:p>
        </p:txBody>
      </p:sp>
      <p:sp>
        <p:nvSpPr>
          <p:cNvPr id="420058" name="Freeform 218"/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4910138" y="3402013"/>
            <a:ext cx="236537" cy="195262"/>
          </a:xfrm>
          <a:custGeom>
            <a:avLst/>
            <a:gdLst/>
            <a:ahLst/>
            <a:cxnLst>
              <a:cxn ang="0">
                <a:pos x="0" y="288"/>
              </a:cxn>
              <a:cxn ang="0">
                <a:pos x="0" y="409"/>
              </a:cxn>
              <a:cxn ang="0">
                <a:pos x="498" y="667"/>
              </a:cxn>
              <a:cxn ang="0">
                <a:pos x="820" y="379"/>
              </a:cxn>
              <a:cxn ang="0">
                <a:pos x="812" y="327"/>
              </a:cxn>
              <a:cxn ang="0">
                <a:pos x="810" y="285"/>
              </a:cxn>
              <a:cxn ang="0">
                <a:pos x="812" y="235"/>
              </a:cxn>
              <a:cxn ang="0">
                <a:pos x="820" y="187"/>
              </a:cxn>
              <a:cxn ang="0">
                <a:pos x="341" y="0"/>
              </a:cxn>
              <a:cxn ang="0">
                <a:pos x="0" y="288"/>
              </a:cxn>
            </a:cxnLst>
            <a:rect l="0" t="0" r="r" b="b"/>
            <a:pathLst>
              <a:path w="820" h="667">
                <a:moveTo>
                  <a:pt x="0" y="288"/>
                </a:moveTo>
                <a:lnTo>
                  <a:pt x="0" y="409"/>
                </a:lnTo>
                <a:lnTo>
                  <a:pt x="498" y="667"/>
                </a:lnTo>
                <a:lnTo>
                  <a:pt x="820" y="379"/>
                </a:lnTo>
                <a:lnTo>
                  <a:pt x="812" y="327"/>
                </a:lnTo>
                <a:lnTo>
                  <a:pt x="810" y="285"/>
                </a:lnTo>
                <a:lnTo>
                  <a:pt x="812" y="235"/>
                </a:lnTo>
                <a:lnTo>
                  <a:pt x="820" y="187"/>
                </a:lnTo>
                <a:lnTo>
                  <a:pt x="341" y="0"/>
                </a:lnTo>
                <a:lnTo>
                  <a:pt x="0" y="288"/>
                </a:lnTo>
                <a:close/>
              </a:path>
            </a:pathLst>
          </a:custGeom>
          <a:gradFill rotWithShape="0">
            <a:gsLst>
              <a:gs pos="0">
                <a:srgbClr val="FFFFCC"/>
              </a:gs>
              <a:gs pos="100000">
                <a:srgbClr val="FFFF66"/>
              </a:gs>
            </a:gsLst>
            <a:lin ang="5400000" scaled="1"/>
          </a:gradFill>
          <a:ln w="317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tIns="27432" bIns="27432" anchor="ctr">
            <a:spAutoFit/>
          </a:bodyPr>
          <a:lstStyle/>
          <a:p>
            <a:endParaRPr lang="fr-FR"/>
          </a:p>
        </p:txBody>
      </p:sp>
      <p:sp>
        <p:nvSpPr>
          <p:cNvPr id="420059" name="Freeform 219"/>
          <p:cNvSpPr>
            <a:spLocks/>
          </p:cNvSpPr>
          <p:nvPr>
            <p:custDataLst>
              <p:tags r:id="rId25"/>
            </p:custDataLst>
          </p:nvPr>
        </p:nvSpPr>
        <p:spPr bwMode="auto">
          <a:xfrm>
            <a:off x="4897438" y="3378200"/>
            <a:ext cx="234950" cy="109538"/>
          </a:xfrm>
          <a:custGeom>
            <a:avLst/>
            <a:gdLst/>
            <a:ahLst/>
            <a:cxnLst>
              <a:cxn ang="0">
                <a:pos x="367" y="66"/>
              </a:cxn>
              <a:cxn ang="0">
                <a:pos x="0" y="376"/>
              </a:cxn>
              <a:cxn ang="0">
                <a:pos x="432" y="358"/>
              </a:cxn>
              <a:cxn ang="0">
                <a:pos x="811" y="0"/>
              </a:cxn>
              <a:cxn ang="0">
                <a:pos x="367" y="66"/>
              </a:cxn>
            </a:cxnLst>
            <a:rect l="0" t="0" r="r" b="b"/>
            <a:pathLst>
              <a:path w="811" h="376">
                <a:moveTo>
                  <a:pt x="367" y="66"/>
                </a:moveTo>
                <a:lnTo>
                  <a:pt x="0" y="376"/>
                </a:lnTo>
                <a:lnTo>
                  <a:pt x="432" y="358"/>
                </a:lnTo>
                <a:lnTo>
                  <a:pt x="811" y="0"/>
                </a:lnTo>
                <a:lnTo>
                  <a:pt x="367" y="66"/>
                </a:lnTo>
                <a:close/>
              </a:path>
            </a:pathLst>
          </a:custGeom>
          <a:gradFill rotWithShape="0">
            <a:gsLst>
              <a:gs pos="0">
                <a:srgbClr val="DDDDDD"/>
              </a:gs>
              <a:gs pos="100000">
                <a:srgbClr val="777777"/>
              </a:gs>
            </a:gsLst>
            <a:lin ang="2700000" scaled="1"/>
          </a:gradFill>
          <a:ln w="317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tIns="27432" bIns="27432" anchor="ctr">
            <a:spAutoFit/>
          </a:bodyPr>
          <a:lstStyle/>
          <a:p>
            <a:endParaRPr lang="fr-FR"/>
          </a:p>
        </p:txBody>
      </p:sp>
      <p:sp>
        <p:nvSpPr>
          <p:cNvPr id="420060" name="Freeform 220"/>
          <p:cNvSpPr>
            <a:spLocks/>
          </p:cNvSpPr>
          <p:nvPr>
            <p:custDataLst>
              <p:tags r:id="rId26"/>
            </p:custDataLst>
          </p:nvPr>
        </p:nvSpPr>
        <p:spPr bwMode="auto">
          <a:xfrm>
            <a:off x="4918075" y="3457575"/>
            <a:ext cx="227013" cy="90488"/>
          </a:xfrm>
          <a:custGeom>
            <a:avLst/>
            <a:gdLst/>
            <a:ahLst/>
            <a:cxnLst>
              <a:cxn ang="0">
                <a:pos x="784" y="0"/>
              </a:cxn>
              <a:cxn ang="0">
                <a:pos x="463" y="309"/>
              </a:cxn>
              <a:cxn ang="0">
                <a:pos x="0" y="100"/>
              </a:cxn>
            </a:cxnLst>
            <a:rect l="0" t="0" r="r" b="b"/>
            <a:pathLst>
              <a:path w="784" h="309">
                <a:moveTo>
                  <a:pt x="784" y="0"/>
                </a:moveTo>
                <a:lnTo>
                  <a:pt x="463" y="309"/>
                </a:lnTo>
                <a:lnTo>
                  <a:pt x="0" y="100"/>
                </a:lnTo>
              </a:path>
            </a:pathLst>
          </a:custGeom>
          <a:noFill/>
          <a:ln w="317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tIns="27432" bIns="27432" anchor="ctr">
            <a:spAutoFit/>
          </a:bodyPr>
          <a:lstStyle/>
          <a:p>
            <a:endParaRPr lang="fr-FR"/>
          </a:p>
        </p:txBody>
      </p:sp>
      <p:sp>
        <p:nvSpPr>
          <p:cNvPr id="420061" name="Text Box 221"/>
          <p:cNvSpPr txBox="1">
            <a:spLocks noChangeArrowheads="1"/>
          </p:cNvSpPr>
          <p:nvPr/>
        </p:nvSpPr>
        <p:spPr bwMode="auto">
          <a:xfrm>
            <a:off x="5192713" y="3281363"/>
            <a:ext cx="946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  <a:buClrTx/>
              <a:buFontTx/>
              <a:buNone/>
            </a:pPr>
            <a:r>
              <a:rPr lang="de-DE" b="0">
                <a:solidFill>
                  <a:srgbClr val="000000"/>
                </a:solidFill>
                <a:cs typeface="Arial" charset="0"/>
              </a:rPr>
              <a:t>Finances</a:t>
            </a:r>
            <a:endParaRPr lang="en-US" b="0"/>
          </a:p>
        </p:txBody>
      </p:sp>
      <p:sp>
        <p:nvSpPr>
          <p:cNvPr id="420063" name="Freeform 223"/>
          <p:cNvSpPr>
            <a:spLocks/>
          </p:cNvSpPr>
          <p:nvPr>
            <p:custDataLst>
              <p:tags r:id="rId27"/>
            </p:custDataLst>
          </p:nvPr>
        </p:nvSpPr>
        <p:spPr bwMode="auto">
          <a:xfrm>
            <a:off x="5338763" y="3795713"/>
            <a:ext cx="361950" cy="290512"/>
          </a:xfrm>
          <a:custGeom>
            <a:avLst/>
            <a:gdLst/>
            <a:ahLst/>
            <a:cxnLst>
              <a:cxn ang="0">
                <a:pos x="0" y="996"/>
              </a:cxn>
              <a:cxn ang="0">
                <a:pos x="0" y="94"/>
              </a:cxn>
              <a:cxn ang="0">
                <a:pos x="79" y="0"/>
              </a:cxn>
              <a:cxn ang="0">
                <a:pos x="467" y="0"/>
              </a:cxn>
              <a:cxn ang="0">
                <a:pos x="526" y="93"/>
              </a:cxn>
              <a:cxn ang="0">
                <a:pos x="1248" y="94"/>
              </a:cxn>
              <a:cxn ang="0">
                <a:pos x="1248" y="996"/>
              </a:cxn>
              <a:cxn ang="0">
                <a:pos x="0" y="996"/>
              </a:cxn>
            </a:cxnLst>
            <a:rect l="0" t="0" r="r" b="b"/>
            <a:pathLst>
              <a:path w="1248" h="996">
                <a:moveTo>
                  <a:pt x="0" y="996"/>
                </a:moveTo>
                <a:lnTo>
                  <a:pt x="0" y="94"/>
                </a:lnTo>
                <a:lnTo>
                  <a:pt x="79" y="0"/>
                </a:lnTo>
                <a:lnTo>
                  <a:pt x="467" y="0"/>
                </a:lnTo>
                <a:lnTo>
                  <a:pt x="526" y="93"/>
                </a:lnTo>
                <a:lnTo>
                  <a:pt x="1248" y="94"/>
                </a:lnTo>
                <a:lnTo>
                  <a:pt x="1248" y="996"/>
                </a:lnTo>
                <a:lnTo>
                  <a:pt x="0" y="996"/>
                </a:lnTo>
                <a:close/>
              </a:path>
            </a:pathLst>
          </a:custGeom>
          <a:solidFill>
            <a:srgbClr val="FFFF99"/>
          </a:solidFill>
          <a:ln w="3175" cap="rnd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35921" dir="2700000" algn="ctr" rotWithShape="0">
              <a:srgbClr val="C0C0C0"/>
            </a:outerShdw>
          </a:effectLst>
        </p:spPr>
        <p:txBody>
          <a:bodyPr/>
          <a:lstStyle/>
          <a:p>
            <a:endParaRPr lang="fr-FR"/>
          </a:p>
        </p:txBody>
      </p:sp>
      <p:grpSp>
        <p:nvGrpSpPr>
          <p:cNvPr id="420111" name="Group 224"/>
          <p:cNvGrpSpPr>
            <a:grpSpLocks/>
          </p:cNvGrpSpPr>
          <p:nvPr/>
        </p:nvGrpSpPr>
        <p:grpSpPr bwMode="auto">
          <a:xfrm>
            <a:off x="5380038" y="3841750"/>
            <a:ext cx="261937" cy="228600"/>
            <a:chOff x="3389" y="2420"/>
            <a:chExt cx="165" cy="144"/>
          </a:xfrm>
        </p:grpSpPr>
        <p:sp>
          <p:nvSpPr>
            <p:cNvPr id="420065" name="Freeform 225"/>
            <p:cNvSpPr>
              <a:spLocks/>
            </p:cNvSpPr>
            <p:nvPr>
              <p:custDataLst>
                <p:tags r:id="rId64"/>
              </p:custDataLst>
            </p:nvPr>
          </p:nvSpPr>
          <p:spPr bwMode="auto">
            <a:xfrm>
              <a:off x="3389" y="2433"/>
              <a:ext cx="165" cy="131"/>
            </a:xfrm>
            <a:custGeom>
              <a:avLst/>
              <a:gdLst/>
              <a:ahLst/>
              <a:cxnLst>
                <a:cxn ang="0">
                  <a:pos x="0" y="307"/>
                </a:cxn>
                <a:cxn ang="0">
                  <a:pos x="0" y="433"/>
                </a:cxn>
                <a:cxn ang="0">
                  <a:pos x="534" y="713"/>
                </a:cxn>
                <a:cxn ang="0">
                  <a:pos x="900" y="387"/>
                </a:cxn>
                <a:cxn ang="0">
                  <a:pos x="792" y="321"/>
                </a:cxn>
                <a:cxn ang="0">
                  <a:pos x="359" y="0"/>
                </a:cxn>
              </a:cxnLst>
              <a:rect l="0" t="0" r="r" b="b"/>
              <a:pathLst>
                <a:path w="900" h="713">
                  <a:moveTo>
                    <a:pt x="0" y="307"/>
                  </a:moveTo>
                  <a:lnTo>
                    <a:pt x="0" y="433"/>
                  </a:lnTo>
                  <a:lnTo>
                    <a:pt x="534" y="713"/>
                  </a:lnTo>
                  <a:lnTo>
                    <a:pt x="900" y="387"/>
                  </a:lnTo>
                  <a:lnTo>
                    <a:pt x="792" y="321"/>
                  </a:lnTo>
                  <a:lnTo>
                    <a:pt x="359" y="0"/>
                  </a:lnTo>
                </a:path>
              </a:pathLst>
            </a:custGeom>
            <a:gradFill rotWithShape="0">
              <a:gsLst>
                <a:gs pos="0">
                  <a:srgbClr val="C0C0C0"/>
                </a:gs>
                <a:gs pos="100000">
                  <a:srgbClr val="777777"/>
                </a:gs>
              </a:gsLst>
              <a:lin ang="2700000" scaled="1"/>
            </a:gradFill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20066" name="Freeform 226"/>
            <p:cNvSpPr>
              <a:spLocks/>
            </p:cNvSpPr>
            <p:nvPr>
              <p:custDataLst>
                <p:tags r:id="rId65"/>
              </p:custDataLst>
            </p:nvPr>
          </p:nvSpPr>
          <p:spPr bwMode="auto">
            <a:xfrm>
              <a:off x="3397" y="2435"/>
              <a:ext cx="150" cy="123"/>
            </a:xfrm>
            <a:custGeom>
              <a:avLst/>
              <a:gdLst/>
              <a:ahLst/>
              <a:cxnLst>
                <a:cxn ang="0">
                  <a:pos x="0" y="288"/>
                </a:cxn>
                <a:cxn ang="0">
                  <a:pos x="0" y="409"/>
                </a:cxn>
                <a:cxn ang="0">
                  <a:pos x="498" y="667"/>
                </a:cxn>
                <a:cxn ang="0">
                  <a:pos x="820" y="379"/>
                </a:cxn>
                <a:cxn ang="0">
                  <a:pos x="812" y="327"/>
                </a:cxn>
                <a:cxn ang="0">
                  <a:pos x="810" y="285"/>
                </a:cxn>
                <a:cxn ang="0">
                  <a:pos x="812" y="235"/>
                </a:cxn>
                <a:cxn ang="0">
                  <a:pos x="820" y="187"/>
                </a:cxn>
                <a:cxn ang="0">
                  <a:pos x="341" y="0"/>
                </a:cxn>
                <a:cxn ang="0">
                  <a:pos x="0" y="288"/>
                </a:cxn>
              </a:cxnLst>
              <a:rect l="0" t="0" r="r" b="b"/>
              <a:pathLst>
                <a:path w="820" h="667">
                  <a:moveTo>
                    <a:pt x="0" y="288"/>
                  </a:moveTo>
                  <a:lnTo>
                    <a:pt x="0" y="409"/>
                  </a:lnTo>
                  <a:lnTo>
                    <a:pt x="498" y="667"/>
                  </a:lnTo>
                  <a:lnTo>
                    <a:pt x="820" y="379"/>
                  </a:lnTo>
                  <a:lnTo>
                    <a:pt x="812" y="327"/>
                  </a:lnTo>
                  <a:lnTo>
                    <a:pt x="810" y="285"/>
                  </a:lnTo>
                  <a:lnTo>
                    <a:pt x="812" y="235"/>
                  </a:lnTo>
                  <a:lnTo>
                    <a:pt x="820" y="187"/>
                  </a:lnTo>
                  <a:lnTo>
                    <a:pt x="341" y="0"/>
                  </a:lnTo>
                  <a:lnTo>
                    <a:pt x="0" y="288"/>
                  </a:lnTo>
                  <a:close/>
                </a:path>
              </a:pathLst>
            </a:custGeom>
            <a:gradFill rotWithShape="0">
              <a:gsLst>
                <a:gs pos="0">
                  <a:srgbClr val="FFFFCC"/>
                </a:gs>
                <a:gs pos="100000">
                  <a:srgbClr val="FFFF66"/>
                </a:gs>
              </a:gsLst>
              <a:lin ang="5400000" scaled="1"/>
            </a:gradFill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20067" name="Freeform 227"/>
            <p:cNvSpPr>
              <a:spLocks/>
            </p:cNvSpPr>
            <p:nvPr>
              <p:custDataLst>
                <p:tags r:id="rId66"/>
              </p:custDataLst>
            </p:nvPr>
          </p:nvSpPr>
          <p:spPr bwMode="auto">
            <a:xfrm>
              <a:off x="3389" y="2420"/>
              <a:ext cx="149" cy="69"/>
            </a:xfrm>
            <a:custGeom>
              <a:avLst/>
              <a:gdLst/>
              <a:ahLst/>
              <a:cxnLst>
                <a:cxn ang="0">
                  <a:pos x="367" y="66"/>
                </a:cxn>
                <a:cxn ang="0">
                  <a:pos x="0" y="376"/>
                </a:cxn>
                <a:cxn ang="0">
                  <a:pos x="432" y="358"/>
                </a:cxn>
                <a:cxn ang="0">
                  <a:pos x="811" y="0"/>
                </a:cxn>
                <a:cxn ang="0">
                  <a:pos x="367" y="66"/>
                </a:cxn>
              </a:cxnLst>
              <a:rect l="0" t="0" r="r" b="b"/>
              <a:pathLst>
                <a:path w="811" h="376">
                  <a:moveTo>
                    <a:pt x="367" y="66"/>
                  </a:moveTo>
                  <a:lnTo>
                    <a:pt x="0" y="376"/>
                  </a:lnTo>
                  <a:lnTo>
                    <a:pt x="432" y="358"/>
                  </a:lnTo>
                  <a:lnTo>
                    <a:pt x="811" y="0"/>
                  </a:lnTo>
                  <a:lnTo>
                    <a:pt x="367" y="66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777777"/>
                </a:gs>
              </a:gsLst>
              <a:lin ang="2700000" scaled="1"/>
            </a:gradFill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  <p:sp>
          <p:nvSpPr>
            <p:cNvPr id="420068" name="Freeform 228"/>
            <p:cNvSpPr>
              <a:spLocks/>
            </p:cNvSpPr>
            <p:nvPr>
              <p:custDataLst>
                <p:tags r:id="rId67"/>
              </p:custDataLst>
            </p:nvPr>
          </p:nvSpPr>
          <p:spPr bwMode="auto">
            <a:xfrm>
              <a:off x="3402" y="2470"/>
              <a:ext cx="144" cy="57"/>
            </a:xfrm>
            <a:custGeom>
              <a:avLst/>
              <a:gdLst/>
              <a:ahLst/>
              <a:cxnLst>
                <a:cxn ang="0">
                  <a:pos x="784" y="0"/>
                </a:cxn>
                <a:cxn ang="0">
                  <a:pos x="463" y="309"/>
                </a:cxn>
                <a:cxn ang="0">
                  <a:pos x="0" y="100"/>
                </a:cxn>
              </a:cxnLst>
              <a:rect l="0" t="0" r="r" b="b"/>
              <a:pathLst>
                <a:path w="784" h="309">
                  <a:moveTo>
                    <a:pt x="784" y="0"/>
                  </a:moveTo>
                  <a:lnTo>
                    <a:pt x="463" y="309"/>
                  </a:lnTo>
                  <a:lnTo>
                    <a:pt x="0" y="100"/>
                  </a:lnTo>
                </a:path>
              </a:pathLst>
            </a:custGeom>
            <a:noFill/>
            <a:ln w="3175" cap="flat" cmpd="sng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wrap="none" tIns="27432" bIns="27432" anchor="ctr">
              <a:spAutoFit/>
            </a:bodyPr>
            <a:lstStyle/>
            <a:p>
              <a:endParaRPr lang="fr-FR"/>
            </a:p>
          </p:txBody>
        </p:sp>
      </p:grpSp>
      <p:sp>
        <p:nvSpPr>
          <p:cNvPr id="420069" name="Text Box 229"/>
          <p:cNvSpPr txBox="1">
            <a:spLocks noChangeArrowheads="1"/>
          </p:cNvSpPr>
          <p:nvPr/>
        </p:nvSpPr>
        <p:spPr bwMode="auto">
          <a:xfrm>
            <a:off x="5681663" y="3767138"/>
            <a:ext cx="7699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  <a:buClrTx/>
              <a:buFontTx/>
              <a:buNone/>
            </a:pPr>
            <a:r>
              <a:rPr lang="de-DE" b="0">
                <a:solidFill>
                  <a:srgbClr val="000000"/>
                </a:solidFill>
                <a:cs typeface="Arial" charset="0"/>
              </a:rPr>
              <a:t>Ventes</a:t>
            </a:r>
            <a:endParaRPr lang="en-US" b="0"/>
          </a:p>
        </p:txBody>
      </p:sp>
      <p:sp>
        <p:nvSpPr>
          <p:cNvPr id="420070" name="Text Box 230"/>
          <p:cNvSpPr txBox="1">
            <a:spLocks noChangeArrowheads="1"/>
          </p:cNvSpPr>
          <p:nvPr/>
        </p:nvSpPr>
        <p:spPr bwMode="auto">
          <a:xfrm>
            <a:off x="6076950" y="4289425"/>
            <a:ext cx="1249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  <a:buClrTx/>
              <a:buFontTx/>
              <a:buNone/>
            </a:pPr>
            <a:r>
              <a:rPr lang="de-DE" b="0">
                <a:solidFill>
                  <a:srgbClr val="000000"/>
                </a:solidFill>
                <a:cs typeface="Arial" charset="0"/>
              </a:rPr>
              <a:t>Laura Bartoli</a:t>
            </a:r>
            <a:endParaRPr lang="en-US" b="0"/>
          </a:p>
        </p:txBody>
      </p:sp>
      <p:sp>
        <p:nvSpPr>
          <p:cNvPr id="420072" name="Freeform 232"/>
          <p:cNvSpPr>
            <a:spLocks/>
          </p:cNvSpPr>
          <p:nvPr>
            <p:custDataLst>
              <p:tags r:id="rId28"/>
            </p:custDataLst>
          </p:nvPr>
        </p:nvSpPr>
        <p:spPr bwMode="auto">
          <a:xfrm flipH="1">
            <a:off x="6059488" y="4737100"/>
            <a:ext cx="84137" cy="60325"/>
          </a:xfrm>
          <a:custGeom>
            <a:avLst/>
            <a:gdLst/>
            <a:ahLst/>
            <a:cxnLst>
              <a:cxn ang="0">
                <a:pos x="226" y="0"/>
              </a:cxn>
              <a:cxn ang="0">
                <a:pos x="46" y="18"/>
              </a:cxn>
              <a:cxn ang="0">
                <a:pos x="28" y="32"/>
              </a:cxn>
              <a:cxn ang="0">
                <a:pos x="17" y="48"/>
              </a:cxn>
              <a:cxn ang="0">
                <a:pos x="7" y="66"/>
              </a:cxn>
              <a:cxn ang="0">
                <a:pos x="0" y="96"/>
              </a:cxn>
              <a:cxn ang="0">
                <a:pos x="1" y="129"/>
              </a:cxn>
              <a:cxn ang="0">
                <a:pos x="7" y="147"/>
              </a:cxn>
              <a:cxn ang="0">
                <a:pos x="17" y="167"/>
              </a:cxn>
              <a:cxn ang="0">
                <a:pos x="36" y="184"/>
              </a:cxn>
              <a:cxn ang="0">
                <a:pos x="58" y="198"/>
              </a:cxn>
              <a:cxn ang="0">
                <a:pos x="81" y="206"/>
              </a:cxn>
              <a:cxn ang="0">
                <a:pos x="100" y="210"/>
              </a:cxn>
              <a:cxn ang="0">
                <a:pos x="126" y="212"/>
              </a:cxn>
              <a:cxn ang="0">
                <a:pos x="124" y="210"/>
              </a:cxn>
              <a:cxn ang="0">
                <a:pos x="264" y="196"/>
              </a:cxn>
              <a:cxn ang="0">
                <a:pos x="353" y="0"/>
              </a:cxn>
              <a:cxn ang="0">
                <a:pos x="226" y="0"/>
              </a:cxn>
            </a:cxnLst>
            <a:rect l="0" t="0" r="r" b="b"/>
            <a:pathLst>
              <a:path w="353" h="212">
                <a:moveTo>
                  <a:pt x="226" y="0"/>
                </a:moveTo>
                <a:lnTo>
                  <a:pt x="46" y="18"/>
                </a:lnTo>
                <a:lnTo>
                  <a:pt x="28" y="32"/>
                </a:lnTo>
                <a:lnTo>
                  <a:pt x="17" y="48"/>
                </a:lnTo>
                <a:lnTo>
                  <a:pt x="7" y="66"/>
                </a:lnTo>
                <a:lnTo>
                  <a:pt x="0" y="96"/>
                </a:lnTo>
                <a:lnTo>
                  <a:pt x="1" y="129"/>
                </a:lnTo>
                <a:lnTo>
                  <a:pt x="7" y="147"/>
                </a:lnTo>
                <a:lnTo>
                  <a:pt x="17" y="167"/>
                </a:lnTo>
                <a:lnTo>
                  <a:pt x="36" y="184"/>
                </a:lnTo>
                <a:lnTo>
                  <a:pt x="58" y="198"/>
                </a:lnTo>
                <a:lnTo>
                  <a:pt x="81" y="206"/>
                </a:lnTo>
                <a:lnTo>
                  <a:pt x="100" y="210"/>
                </a:lnTo>
                <a:lnTo>
                  <a:pt x="126" y="212"/>
                </a:lnTo>
                <a:lnTo>
                  <a:pt x="124" y="210"/>
                </a:lnTo>
                <a:lnTo>
                  <a:pt x="264" y="196"/>
                </a:lnTo>
                <a:lnTo>
                  <a:pt x="353" y="0"/>
                </a:lnTo>
                <a:lnTo>
                  <a:pt x="226" y="0"/>
                </a:lnTo>
                <a:close/>
              </a:path>
            </a:pathLst>
          </a:custGeom>
          <a:solidFill>
            <a:srgbClr val="808080"/>
          </a:solidFill>
          <a:ln w="9525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20073" name="Freeform 233"/>
          <p:cNvSpPr>
            <a:spLocks/>
          </p:cNvSpPr>
          <p:nvPr>
            <p:custDataLst>
              <p:tags r:id="rId29"/>
            </p:custDataLst>
          </p:nvPr>
        </p:nvSpPr>
        <p:spPr bwMode="auto">
          <a:xfrm flipH="1">
            <a:off x="5707063" y="4176713"/>
            <a:ext cx="474662" cy="619125"/>
          </a:xfrm>
          <a:custGeom>
            <a:avLst/>
            <a:gdLst/>
            <a:ahLst/>
            <a:cxnLst>
              <a:cxn ang="0">
                <a:pos x="111" y="8"/>
              </a:cxn>
              <a:cxn ang="0">
                <a:pos x="71" y="37"/>
              </a:cxn>
              <a:cxn ang="0">
                <a:pos x="21" y="97"/>
              </a:cxn>
              <a:cxn ang="0">
                <a:pos x="4" y="159"/>
              </a:cxn>
              <a:cxn ang="0">
                <a:pos x="0" y="234"/>
              </a:cxn>
              <a:cxn ang="0">
                <a:pos x="9" y="297"/>
              </a:cxn>
              <a:cxn ang="0">
                <a:pos x="35" y="399"/>
              </a:cxn>
              <a:cxn ang="0">
                <a:pos x="105" y="571"/>
              </a:cxn>
              <a:cxn ang="0">
                <a:pos x="189" y="764"/>
              </a:cxn>
              <a:cxn ang="0">
                <a:pos x="267" y="962"/>
              </a:cxn>
              <a:cxn ang="0">
                <a:pos x="327" y="1220"/>
              </a:cxn>
              <a:cxn ang="0">
                <a:pos x="363" y="1532"/>
              </a:cxn>
              <a:cxn ang="0">
                <a:pos x="381" y="1755"/>
              </a:cxn>
              <a:cxn ang="0">
                <a:pos x="381" y="1923"/>
              </a:cxn>
              <a:cxn ang="0">
                <a:pos x="357" y="2049"/>
              </a:cxn>
              <a:cxn ang="0">
                <a:pos x="327" y="2121"/>
              </a:cxn>
              <a:cxn ang="0">
                <a:pos x="298" y="2156"/>
              </a:cxn>
              <a:cxn ang="0">
                <a:pos x="461" y="2150"/>
              </a:cxn>
              <a:cxn ang="0">
                <a:pos x="1084" y="2067"/>
              </a:cxn>
              <a:cxn ang="0">
                <a:pos x="1649" y="2019"/>
              </a:cxn>
              <a:cxn ang="0">
                <a:pos x="1883" y="2025"/>
              </a:cxn>
              <a:cxn ang="0">
                <a:pos x="1931" y="1989"/>
              </a:cxn>
              <a:cxn ang="0">
                <a:pos x="1964" y="1907"/>
              </a:cxn>
              <a:cxn ang="0">
                <a:pos x="1979" y="1791"/>
              </a:cxn>
              <a:cxn ang="0">
                <a:pos x="1976" y="1643"/>
              </a:cxn>
              <a:cxn ang="0">
                <a:pos x="1955" y="1424"/>
              </a:cxn>
              <a:cxn ang="0">
                <a:pos x="1889" y="1142"/>
              </a:cxn>
              <a:cxn ang="0">
                <a:pos x="1811" y="890"/>
              </a:cxn>
              <a:cxn ang="0">
                <a:pos x="1721" y="656"/>
              </a:cxn>
              <a:cxn ang="0">
                <a:pos x="1619" y="397"/>
              </a:cxn>
              <a:cxn ang="0">
                <a:pos x="1585" y="283"/>
              </a:cxn>
              <a:cxn ang="0">
                <a:pos x="1580" y="195"/>
              </a:cxn>
              <a:cxn ang="0">
                <a:pos x="1619" y="19"/>
              </a:cxn>
              <a:cxn ang="0">
                <a:pos x="125" y="4"/>
              </a:cxn>
            </a:cxnLst>
            <a:rect l="0" t="0" r="r" b="b"/>
            <a:pathLst>
              <a:path w="1979" h="2169">
                <a:moveTo>
                  <a:pt x="125" y="4"/>
                </a:moveTo>
                <a:lnTo>
                  <a:pt x="111" y="8"/>
                </a:lnTo>
                <a:lnTo>
                  <a:pt x="93" y="17"/>
                </a:lnTo>
                <a:lnTo>
                  <a:pt x="71" y="37"/>
                </a:lnTo>
                <a:lnTo>
                  <a:pt x="42" y="66"/>
                </a:lnTo>
                <a:lnTo>
                  <a:pt x="21" y="97"/>
                </a:lnTo>
                <a:lnTo>
                  <a:pt x="9" y="130"/>
                </a:lnTo>
                <a:lnTo>
                  <a:pt x="4" y="159"/>
                </a:lnTo>
                <a:lnTo>
                  <a:pt x="0" y="197"/>
                </a:lnTo>
                <a:lnTo>
                  <a:pt x="0" y="234"/>
                </a:lnTo>
                <a:lnTo>
                  <a:pt x="5" y="265"/>
                </a:lnTo>
                <a:lnTo>
                  <a:pt x="9" y="297"/>
                </a:lnTo>
                <a:lnTo>
                  <a:pt x="15" y="325"/>
                </a:lnTo>
                <a:lnTo>
                  <a:pt x="35" y="399"/>
                </a:lnTo>
                <a:lnTo>
                  <a:pt x="63" y="481"/>
                </a:lnTo>
                <a:lnTo>
                  <a:pt x="105" y="571"/>
                </a:lnTo>
                <a:lnTo>
                  <a:pt x="147" y="674"/>
                </a:lnTo>
                <a:lnTo>
                  <a:pt x="189" y="764"/>
                </a:lnTo>
                <a:lnTo>
                  <a:pt x="225" y="854"/>
                </a:lnTo>
                <a:lnTo>
                  <a:pt x="267" y="962"/>
                </a:lnTo>
                <a:lnTo>
                  <a:pt x="303" y="1100"/>
                </a:lnTo>
                <a:lnTo>
                  <a:pt x="327" y="1220"/>
                </a:lnTo>
                <a:lnTo>
                  <a:pt x="351" y="1370"/>
                </a:lnTo>
                <a:lnTo>
                  <a:pt x="363" y="1532"/>
                </a:lnTo>
                <a:lnTo>
                  <a:pt x="381" y="1676"/>
                </a:lnTo>
                <a:lnTo>
                  <a:pt x="381" y="1755"/>
                </a:lnTo>
                <a:lnTo>
                  <a:pt x="381" y="1857"/>
                </a:lnTo>
                <a:lnTo>
                  <a:pt x="381" y="1923"/>
                </a:lnTo>
                <a:lnTo>
                  <a:pt x="376" y="1985"/>
                </a:lnTo>
                <a:lnTo>
                  <a:pt x="357" y="2049"/>
                </a:lnTo>
                <a:lnTo>
                  <a:pt x="344" y="2087"/>
                </a:lnTo>
                <a:lnTo>
                  <a:pt x="327" y="2121"/>
                </a:lnTo>
                <a:lnTo>
                  <a:pt x="310" y="2143"/>
                </a:lnTo>
                <a:lnTo>
                  <a:pt x="298" y="2156"/>
                </a:lnTo>
                <a:lnTo>
                  <a:pt x="285" y="2169"/>
                </a:lnTo>
                <a:lnTo>
                  <a:pt x="461" y="2150"/>
                </a:lnTo>
                <a:lnTo>
                  <a:pt x="802" y="2103"/>
                </a:lnTo>
                <a:lnTo>
                  <a:pt x="1084" y="2067"/>
                </a:lnTo>
                <a:lnTo>
                  <a:pt x="1408" y="2031"/>
                </a:lnTo>
                <a:lnTo>
                  <a:pt x="1649" y="2019"/>
                </a:lnTo>
                <a:lnTo>
                  <a:pt x="1835" y="2025"/>
                </a:lnTo>
                <a:lnTo>
                  <a:pt x="1883" y="2025"/>
                </a:lnTo>
                <a:lnTo>
                  <a:pt x="1913" y="2019"/>
                </a:lnTo>
                <a:lnTo>
                  <a:pt x="1931" y="1989"/>
                </a:lnTo>
                <a:lnTo>
                  <a:pt x="1949" y="1956"/>
                </a:lnTo>
                <a:lnTo>
                  <a:pt x="1964" y="1907"/>
                </a:lnTo>
                <a:lnTo>
                  <a:pt x="1973" y="1848"/>
                </a:lnTo>
                <a:lnTo>
                  <a:pt x="1979" y="1791"/>
                </a:lnTo>
                <a:lnTo>
                  <a:pt x="1979" y="1708"/>
                </a:lnTo>
                <a:lnTo>
                  <a:pt x="1976" y="1643"/>
                </a:lnTo>
                <a:lnTo>
                  <a:pt x="1973" y="1538"/>
                </a:lnTo>
                <a:lnTo>
                  <a:pt x="1955" y="1424"/>
                </a:lnTo>
                <a:lnTo>
                  <a:pt x="1925" y="1277"/>
                </a:lnTo>
                <a:lnTo>
                  <a:pt x="1889" y="1142"/>
                </a:lnTo>
                <a:lnTo>
                  <a:pt x="1859" y="1022"/>
                </a:lnTo>
                <a:lnTo>
                  <a:pt x="1811" y="890"/>
                </a:lnTo>
                <a:lnTo>
                  <a:pt x="1763" y="770"/>
                </a:lnTo>
                <a:lnTo>
                  <a:pt x="1721" y="656"/>
                </a:lnTo>
                <a:lnTo>
                  <a:pt x="1655" y="493"/>
                </a:lnTo>
                <a:lnTo>
                  <a:pt x="1619" y="397"/>
                </a:lnTo>
                <a:lnTo>
                  <a:pt x="1597" y="333"/>
                </a:lnTo>
                <a:lnTo>
                  <a:pt x="1585" y="283"/>
                </a:lnTo>
                <a:lnTo>
                  <a:pt x="1580" y="236"/>
                </a:lnTo>
                <a:lnTo>
                  <a:pt x="1580" y="195"/>
                </a:lnTo>
                <a:lnTo>
                  <a:pt x="1607" y="49"/>
                </a:lnTo>
                <a:lnTo>
                  <a:pt x="1619" y="19"/>
                </a:lnTo>
                <a:lnTo>
                  <a:pt x="144" y="0"/>
                </a:lnTo>
                <a:lnTo>
                  <a:pt x="125" y="4"/>
                </a:lnTo>
                <a:close/>
              </a:path>
            </a:pathLst>
          </a:custGeom>
          <a:gradFill rotWithShape="0">
            <a:gsLst>
              <a:gs pos="0">
                <a:srgbClr val="FFFFCC"/>
              </a:gs>
              <a:gs pos="100000">
                <a:srgbClr val="FFFF99"/>
              </a:gs>
            </a:gsLst>
            <a:lin ang="5400000" scaled="1"/>
          </a:gradFill>
          <a:ln w="9525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20074" name="Freeform 234"/>
          <p:cNvSpPr>
            <a:spLocks/>
          </p:cNvSpPr>
          <p:nvPr>
            <p:custDataLst>
              <p:tags r:id="rId30"/>
            </p:custDataLst>
          </p:nvPr>
        </p:nvSpPr>
        <p:spPr bwMode="auto">
          <a:xfrm flipH="1">
            <a:off x="6118225" y="4205288"/>
            <a:ext cx="38100" cy="41275"/>
          </a:xfrm>
          <a:custGeom>
            <a:avLst/>
            <a:gdLst/>
            <a:ahLst/>
            <a:cxnLst>
              <a:cxn ang="0">
                <a:pos x="163" y="10"/>
              </a:cxn>
              <a:cxn ang="0">
                <a:pos x="121" y="130"/>
              </a:cxn>
              <a:cxn ang="0">
                <a:pos x="79" y="142"/>
              </a:cxn>
              <a:cxn ang="0">
                <a:pos x="58" y="140"/>
              </a:cxn>
              <a:cxn ang="0">
                <a:pos x="37" y="132"/>
              </a:cxn>
              <a:cxn ang="0">
                <a:pos x="21" y="118"/>
              </a:cxn>
              <a:cxn ang="0">
                <a:pos x="10" y="104"/>
              </a:cxn>
              <a:cxn ang="0">
                <a:pos x="3" y="86"/>
              </a:cxn>
              <a:cxn ang="0">
                <a:pos x="0" y="70"/>
              </a:cxn>
              <a:cxn ang="0">
                <a:pos x="1" y="49"/>
              </a:cxn>
              <a:cxn ang="0">
                <a:pos x="7" y="34"/>
              </a:cxn>
              <a:cxn ang="0">
                <a:pos x="19" y="22"/>
              </a:cxn>
              <a:cxn ang="0">
                <a:pos x="34" y="12"/>
              </a:cxn>
              <a:cxn ang="0">
                <a:pos x="52" y="7"/>
              </a:cxn>
              <a:cxn ang="0">
                <a:pos x="67" y="4"/>
              </a:cxn>
              <a:cxn ang="0">
                <a:pos x="84" y="1"/>
              </a:cxn>
              <a:cxn ang="0">
                <a:pos x="97" y="1"/>
              </a:cxn>
              <a:cxn ang="0">
                <a:pos x="114" y="0"/>
              </a:cxn>
              <a:cxn ang="0">
                <a:pos x="163" y="10"/>
              </a:cxn>
            </a:cxnLst>
            <a:rect l="0" t="0" r="r" b="b"/>
            <a:pathLst>
              <a:path w="163" h="142">
                <a:moveTo>
                  <a:pt x="163" y="10"/>
                </a:moveTo>
                <a:lnTo>
                  <a:pt x="121" y="130"/>
                </a:lnTo>
                <a:lnTo>
                  <a:pt x="79" y="142"/>
                </a:lnTo>
                <a:lnTo>
                  <a:pt x="58" y="140"/>
                </a:lnTo>
                <a:lnTo>
                  <a:pt x="37" y="132"/>
                </a:lnTo>
                <a:lnTo>
                  <a:pt x="21" y="118"/>
                </a:lnTo>
                <a:lnTo>
                  <a:pt x="10" y="104"/>
                </a:lnTo>
                <a:lnTo>
                  <a:pt x="3" y="86"/>
                </a:lnTo>
                <a:lnTo>
                  <a:pt x="0" y="70"/>
                </a:lnTo>
                <a:lnTo>
                  <a:pt x="1" y="49"/>
                </a:lnTo>
                <a:lnTo>
                  <a:pt x="7" y="34"/>
                </a:lnTo>
                <a:lnTo>
                  <a:pt x="19" y="22"/>
                </a:lnTo>
                <a:lnTo>
                  <a:pt x="34" y="12"/>
                </a:lnTo>
                <a:lnTo>
                  <a:pt x="52" y="7"/>
                </a:lnTo>
                <a:lnTo>
                  <a:pt x="67" y="4"/>
                </a:lnTo>
                <a:lnTo>
                  <a:pt x="84" y="1"/>
                </a:lnTo>
                <a:lnTo>
                  <a:pt x="97" y="1"/>
                </a:lnTo>
                <a:lnTo>
                  <a:pt x="114" y="0"/>
                </a:lnTo>
                <a:lnTo>
                  <a:pt x="163" y="10"/>
                </a:lnTo>
                <a:close/>
              </a:path>
            </a:pathLst>
          </a:custGeom>
          <a:solidFill>
            <a:srgbClr val="808080"/>
          </a:solidFill>
          <a:ln w="635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20075" name="Freeform 235"/>
          <p:cNvSpPr>
            <a:spLocks/>
          </p:cNvSpPr>
          <p:nvPr>
            <p:custDataLst>
              <p:tags r:id="rId31"/>
            </p:custDataLst>
          </p:nvPr>
        </p:nvSpPr>
        <p:spPr bwMode="auto">
          <a:xfrm flipH="1">
            <a:off x="6113463" y="4202113"/>
            <a:ext cx="28575" cy="34925"/>
          </a:xfrm>
          <a:custGeom>
            <a:avLst/>
            <a:gdLst/>
            <a:ahLst/>
            <a:cxnLst>
              <a:cxn ang="0">
                <a:pos x="0" y="14"/>
              </a:cxn>
              <a:cxn ang="0">
                <a:pos x="21" y="29"/>
              </a:cxn>
              <a:cxn ang="0">
                <a:pos x="31" y="44"/>
              </a:cxn>
              <a:cxn ang="0">
                <a:pos x="36" y="59"/>
              </a:cxn>
              <a:cxn ang="0">
                <a:pos x="37" y="81"/>
              </a:cxn>
              <a:cxn ang="0">
                <a:pos x="33" y="99"/>
              </a:cxn>
              <a:cxn ang="0">
                <a:pos x="21" y="116"/>
              </a:cxn>
              <a:cxn ang="0">
                <a:pos x="114" y="96"/>
              </a:cxn>
              <a:cxn ang="0">
                <a:pos x="106" y="0"/>
              </a:cxn>
              <a:cxn ang="0">
                <a:pos x="0" y="14"/>
              </a:cxn>
            </a:cxnLst>
            <a:rect l="0" t="0" r="r" b="b"/>
            <a:pathLst>
              <a:path w="114" h="116">
                <a:moveTo>
                  <a:pt x="0" y="14"/>
                </a:moveTo>
                <a:lnTo>
                  <a:pt x="21" y="29"/>
                </a:lnTo>
                <a:lnTo>
                  <a:pt x="31" y="44"/>
                </a:lnTo>
                <a:lnTo>
                  <a:pt x="36" y="59"/>
                </a:lnTo>
                <a:lnTo>
                  <a:pt x="37" y="81"/>
                </a:lnTo>
                <a:lnTo>
                  <a:pt x="33" y="99"/>
                </a:lnTo>
                <a:lnTo>
                  <a:pt x="21" y="116"/>
                </a:lnTo>
                <a:lnTo>
                  <a:pt x="114" y="96"/>
                </a:lnTo>
                <a:lnTo>
                  <a:pt x="106" y="0"/>
                </a:lnTo>
                <a:lnTo>
                  <a:pt x="0" y="14"/>
                </a:lnTo>
                <a:close/>
              </a:path>
            </a:pathLst>
          </a:custGeom>
          <a:solidFill>
            <a:srgbClr val="5F5F5F"/>
          </a:solidFill>
          <a:ln w="6350" cmpd="sng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sp>
        <p:nvSpPr>
          <p:cNvPr id="420076" name="Freeform 236"/>
          <p:cNvSpPr>
            <a:spLocks/>
          </p:cNvSpPr>
          <p:nvPr>
            <p:custDataLst>
              <p:tags r:id="rId32"/>
            </p:custDataLst>
          </p:nvPr>
        </p:nvSpPr>
        <p:spPr bwMode="auto">
          <a:xfrm flipH="1">
            <a:off x="5751513" y="4176713"/>
            <a:ext cx="398462" cy="69850"/>
          </a:xfrm>
          <a:custGeom>
            <a:avLst/>
            <a:gdLst/>
            <a:ahLst/>
            <a:cxnLst>
              <a:cxn ang="0">
                <a:pos x="1568" y="18"/>
              </a:cxn>
              <a:cxn ang="0">
                <a:pos x="0" y="0"/>
              </a:cxn>
              <a:cxn ang="0">
                <a:pos x="44" y="7"/>
              </a:cxn>
              <a:cxn ang="0">
                <a:pos x="60" y="12"/>
              </a:cxn>
              <a:cxn ang="0">
                <a:pos x="77" y="19"/>
              </a:cxn>
              <a:cxn ang="0">
                <a:pos x="88" y="30"/>
              </a:cxn>
              <a:cxn ang="0">
                <a:pos x="101" y="46"/>
              </a:cxn>
              <a:cxn ang="0">
                <a:pos x="107" y="65"/>
              </a:cxn>
              <a:cxn ang="0">
                <a:pos x="111" y="85"/>
              </a:cxn>
              <a:cxn ang="0">
                <a:pos x="113" y="105"/>
              </a:cxn>
              <a:cxn ang="0">
                <a:pos x="114" y="122"/>
              </a:cxn>
              <a:cxn ang="0">
                <a:pos x="111" y="147"/>
              </a:cxn>
              <a:cxn ang="0">
                <a:pos x="107" y="171"/>
              </a:cxn>
              <a:cxn ang="0">
                <a:pos x="96" y="192"/>
              </a:cxn>
              <a:cxn ang="0">
                <a:pos x="79" y="213"/>
              </a:cxn>
              <a:cxn ang="0">
                <a:pos x="58" y="227"/>
              </a:cxn>
              <a:cxn ang="0">
                <a:pos x="41" y="240"/>
              </a:cxn>
              <a:cxn ang="0">
                <a:pos x="144" y="228"/>
              </a:cxn>
              <a:cxn ang="0">
                <a:pos x="258" y="210"/>
              </a:cxn>
              <a:cxn ang="0">
                <a:pos x="439" y="198"/>
              </a:cxn>
              <a:cxn ang="0">
                <a:pos x="589" y="186"/>
              </a:cxn>
              <a:cxn ang="0">
                <a:pos x="769" y="186"/>
              </a:cxn>
              <a:cxn ang="0">
                <a:pos x="967" y="192"/>
              </a:cxn>
              <a:cxn ang="0">
                <a:pos x="1213" y="198"/>
              </a:cxn>
              <a:cxn ang="0">
                <a:pos x="1448" y="216"/>
              </a:cxn>
              <a:cxn ang="0">
                <a:pos x="1544" y="234"/>
              </a:cxn>
              <a:cxn ang="0">
                <a:pos x="1571" y="238"/>
              </a:cxn>
              <a:cxn ang="0">
                <a:pos x="1601" y="239"/>
              </a:cxn>
              <a:cxn ang="0">
                <a:pos x="1622" y="234"/>
              </a:cxn>
              <a:cxn ang="0">
                <a:pos x="1640" y="216"/>
              </a:cxn>
              <a:cxn ang="0">
                <a:pos x="1650" y="194"/>
              </a:cxn>
              <a:cxn ang="0">
                <a:pos x="1655" y="175"/>
              </a:cxn>
              <a:cxn ang="0">
                <a:pos x="1657" y="154"/>
              </a:cxn>
              <a:cxn ang="0">
                <a:pos x="1653" y="116"/>
              </a:cxn>
              <a:cxn ang="0">
                <a:pos x="1645" y="92"/>
              </a:cxn>
              <a:cxn ang="0">
                <a:pos x="1633" y="67"/>
              </a:cxn>
              <a:cxn ang="0">
                <a:pos x="1622" y="51"/>
              </a:cxn>
              <a:cxn ang="0">
                <a:pos x="1609" y="38"/>
              </a:cxn>
              <a:cxn ang="0">
                <a:pos x="1590" y="25"/>
              </a:cxn>
              <a:cxn ang="0">
                <a:pos x="1568" y="18"/>
              </a:cxn>
            </a:cxnLst>
            <a:rect l="0" t="0" r="r" b="b"/>
            <a:pathLst>
              <a:path w="1657" h="240">
                <a:moveTo>
                  <a:pt x="1568" y="18"/>
                </a:moveTo>
                <a:lnTo>
                  <a:pt x="0" y="0"/>
                </a:lnTo>
                <a:lnTo>
                  <a:pt x="44" y="7"/>
                </a:lnTo>
                <a:lnTo>
                  <a:pt x="60" y="12"/>
                </a:lnTo>
                <a:lnTo>
                  <a:pt x="77" y="19"/>
                </a:lnTo>
                <a:lnTo>
                  <a:pt x="88" y="30"/>
                </a:lnTo>
                <a:lnTo>
                  <a:pt x="101" y="46"/>
                </a:lnTo>
                <a:lnTo>
                  <a:pt x="107" y="65"/>
                </a:lnTo>
                <a:lnTo>
                  <a:pt x="111" y="85"/>
                </a:lnTo>
                <a:lnTo>
                  <a:pt x="113" y="105"/>
                </a:lnTo>
                <a:lnTo>
                  <a:pt x="114" y="122"/>
                </a:lnTo>
                <a:lnTo>
                  <a:pt x="111" y="147"/>
                </a:lnTo>
                <a:lnTo>
                  <a:pt x="107" y="171"/>
                </a:lnTo>
                <a:lnTo>
                  <a:pt x="96" y="192"/>
                </a:lnTo>
                <a:lnTo>
                  <a:pt x="79" y="213"/>
                </a:lnTo>
                <a:lnTo>
                  <a:pt x="58" y="227"/>
                </a:lnTo>
                <a:lnTo>
                  <a:pt x="41" y="240"/>
                </a:lnTo>
                <a:lnTo>
                  <a:pt x="144" y="228"/>
                </a:lnTo>
                <a:lnTo>
                  <a:pt x="258" y="210"/>
                </a:lnTo>
                <a:lnTo>
                  <a:pt x="439" y="198"/>
                </a:lnTo>
                <a:lnTo>
                  <a:pt x="589" y="186"/>
                </a:lnTo>
                <a:lnTo>
                  <a:pt x="769" y="186"/>
                </a:lnTo>
                <a:lnTo>
                  <a:pt x="967" y="192"/>
                </a:lnTo>
                <a:lnTo>
                  <a:pt x="1213" y="198"/>
                </a:lnTo>
                <a:lnTo>
                  <a:pt x="1448" y="216"/>
                </a:lnTo>
                <a:lnTo>
                  <a:pt x="1544" y="234"/>
                </a:lnTo>
                <a:lnTo>
                  <a:pt x="1571" y="238"/>
                </a:lnTo>
                <a:lnTo>
                  <a:pt x="1601" y="239"/>
                </a:lnTo>
                <a:lnTo>
                  <a:pt x="1622" y="234"/>
                </a:lnTo>
                <a:lnTo>
                  <a:pt x="1640" y="216"/>
                </a:lnTo>
                <a:lnTo>
                  <a:pt x="1650" y="194"/>
                </a:lnTo>
                <a:lnTo>
                  <a:pt x="1655" y="175"/>
                </a:lnTo>
                <a:lnTo>
                  <a:pt x="1657" y="154"/>
                </a:lnTo>
                <a:lnTo>
                  <a:pt x="1653" y="116"/>
                </a:lnTo>
                <a:lnTo>
                  <a:pt x="1645" y="92"/>
                </a:lnTo>
                <a:lnTo>
                  <a:pt x="1633" y="67"/>
                </a:lnTo>
                <a:lnTo>
                  <a:pt x="1622" y="51"/>
                </a:lnTo>
                <a:lnTo>
                  <a:pt x="1609" y="38"/>
                </a:lnTo>
                <a:lnTo>
                  <a:pt x="1590" y="25"/>
                </a:lnTo>
                <a:lnTo>
                  <a:pt x="1568" y="18"/>
                </a:lnTo>
                <a:close/>
              </a:path>
            </a:pathLst>
          </a:custGeom>
          <a:gradFill rotWithShape="0">
            <a:gsLst>
              <a:gs pos="0">
                <a:srgbClr val="FFFFCC"/>
              </a:gs>
              <a:gs pos="100000">
                <a:srgbClr val="FFFF99"/>
              </a:gs>
            </a:gsLst>
            <a:lin ang="5400000" scaled="1"/>
          </a:gradFill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20078" name="Freeform 238"/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5853113" y="4332288"/>
            <a:ext cx="192087" cy="285750"/>
          </a:xfrm>
          <a:custGeom>
            <a:avLst/>
            <a:gdLst/>
            <a:ahLst/>
            <a:cxnLst>
              <a:cxn ang="0">
                <a:pos x="488" y="14"/>
              </a:cxn>
              <a:cxn ang="0">
                <a:pos x="488" y="497"/>
              </a:cxn>
              <a:cxn ang="0">
                <a:pos x="285" y="497"/>
              </a:cxn>
              <a:cxn ang="0">
                <a:pos x="285" y="732"/>
              </a:cxn>
              <a:cxn ang="0">
                <a:pos x="0" y="732"/>
              </a:cxn>
              <a:cxn ang="0">
                <a:pos x="0" y="0"/>
              </a:cxn>
              <a:cxn ang="0">
                <a:pos x="488" y="14"/>
              </a:cxn>
            </a:cxnLst>
            <a:rect l="0" t="0" r="r" b="b"/>
            <a:pathLst>
              <a:path w="489" h="733">
                <a:moveTo>
                  <a:pt x="488" y="14"/>
                </a:moveTo>
                <a:lnTo>
                  <a:pt x="488" y="497"/>
                </a:lnTo>
                <a:lnTo>
                  <a:pt x="285" y="497"/>
                </a:lnTo>
                <a:lnTo>
                  <a:pt x="285" y="732"/>
                </a:lnTo>
                <a:lnTo>
                  <a:pt x="0" y="732"/>
                </a:lnTo>
                <a:lnTo>
                  <a:pt x="0" y="0"/>
                </a:lnTo>
                <a:lnTo>
                  <a:pt x="488" y="14"/>
                </a:lnTo>
              </a:path>
            </a:pathLst>
          </a:custGeom>
          <a:solidFill>
            <a:schemeClr val="bg1"/>
          </a:solidFill>
          <a:ln w="12700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20079" name="Rectangle 239"/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969000" y="4551363"/>
            <a:ext cx="33338" cy="71437"/>
          </a:xfrm>
          <a:prstGeom prst="rect">
            <a:avLst/>
          </a:prstGeom>
          <a:solidFill>
            <a:srgbClr val="91919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80" name="Rectangle 240"/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6051550" y="4449763"/>
            <a:ext cx="20638" cy="20637"/>
          </a:xfrm>
          <a:prstGeom prst="rect">
            <a:avLst/>
          </a:prstGeom>
          <a:solidFill>
            <a:srgbClr val="DADADA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81" name="Rectangle 241"/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6037263" y="4351338"/>
            <a:ext cx="19050" cy="119062"/>
          </a:xfrm>
          <a:prstGeom prst="rect">
            <a:avLst/>
          </a:prstGeom>
          <a:solidFill>
            <a:srgbClr val="DADADA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82" name="Rectangle 242"/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5834063" y="4581525"/>
            <a:ext cx="76200" cy="39688"/>
          </a:xfrm>
          <a:prstGeom prst="rect">
            <a:avLst/>
          </a:prstGeom>
          <a:solidFill>
            <a:srgbClr val="3366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83" name="Freeform 243"/>
          <p:cNvSpPr>
            <a:spLocks/>
          </p:cNvSpPr>
          <p:nvPr>
            <p:custDataLst>
              <p:tags r:id="rId38"/>
            </p:custDataLst>
          </p:nvPr>
        </p:nvSpPr>
        <p:spPr bwMode="auto">
          <a:xfrm>
            <a:off x="5799138" y="4284663"/>
            <a:ext cx="292100" cy="288925"/>
          </a:xfrm>
          <a:custGeom>
            <a:avLst/>
            <a:gdLst/>
            <a:ahLst/>
            <a:cxnLst>
              <a:cxn ang="0">
                <a:pos x="706" y="214"/>
              </a:cxn>
              <a:cxn ang="0">
                <a:pos x="747" y="214"/>
              </a:cxn>
              <a:cxn ang="0">
                <a:pos x="747" y="83"/>
              </a:cxn>
              <a:cxn ang="0">
                <a:pos x="702" y="83"/>
              </a:cxn>
              <a:cxn ang="0">
                <a:pos x="702" y="42"/>
              </a:cxn>
              <a:cxn ang="0">
                <a:pos x="606" y="42"/>
              </a:cxn>
              <a:cxn ang="0">
                <a:pos x="606" y="0"/>
              </a:cxn>
              <a:cxn ang="0">
                <a:pos x="217" y="0"/>
              </a:cxn>
              <a:cxn ang="0">
                <a:pos x="217" y="38"/>
              </a:cxn>
              <a:cxn ang="0">
                <a:pos x="128" y="38"/>
              </a:cxn>
              <a:cxn ang="0">
                <a:pos x="128" y="86"/>
              </a:cxn>
              <a:cxn ang="0">
                <a:pos x="83" y="86"/>
              </a:cxn>
              <a:cxn ang="0">
                <a:pos x="83" y="126"/>
              </a:cxn>
              <a:cxn ang="0">
                <a:pos x="42" y="126"/>
              </a:cxn>
              <a:cxn ang="0">
                <a:pos x="42" y="216"/>
              </a:cxn>
              <a:cxn ang="0">
                <a:pos x="0" y="216"/>
              </a:cxn>
              <a:cxn ang="0">
                <a:pos x="0" y="521"/>
              </a:cxn>
              <a:cxn ang="0">
                <a:pos x="45" y="521"/>
              </a:cxn>
              <a:cxn ang="0">
                <a:pos x="45" y="611"/>
              </a:cxn>
              <a:cxn ang="0">
                <a:pos x="86" y="611"/>
              </a:cxn>
              <a:cxn ang="0">
                <a:pos x="86" y="690"/>
              </a:cxn>
              <a:cxn ang="0">
                <a:pos x="133" y="690"/>
              </a:cxn>
              <a:cxn ang="0">
                <a:pos x="133" y="740"/>
              </a:cxn>
              <a:cxn ang="0">
                <a:pos x="174" y="740"/>
              </a:cxn>
              <a:cxn ang="0">
                <a:pos x="174" y="692"/>
              </a:cxn>
              <a:cxn ang="0">
                <a:pos x="257" y="692"/>
              </a:cxn>
              <a:cxn ang="0">
                <a:pos x="257" y="605"/>
              </a:cxn>
              <a:cxn ang="0">
                <a:pos x="303" y="605"/>
              </a:cxn>
              <a:cxn ang="0">
                <a:pos x="303" y="561"/>
              </a:cxn>
              <a:cxn ang="0">
                <a:pos x="337" y="560"/>
              </a:cxn>
              <a:cxn ang="0">
                <a:pos x="337" y="522"/>
              </a:cxn>
              <a:cxn ang="0">
                <a:pos x="303" y="523"/>
              </a:cxn>
              <a:cxn ang="0">
                <a:pos x="303" y="480"/>
              </a:cxn>
              <a:cxn ang="0">
                <a:pos x="260" y="480"/>
              </a:cxn>
              <a:cxn ang="0">
                <a:pos x="260" y="395"/>
              </a:cxn>
              <a:cxn ang="0">
                <a:pos x="303" y="395"/>
              </a:cxn>
              <a:cxn ang="0">
                <a:pos x="303" y="347"/>
              </a:cxn>
              <a:cxn ang="0">
                <a:pos x="391" y="347"/>
              </a:cxn>
              <a:cxn ang="0">
                <a:pos x="391" y="302"/>
              </a:cxn>
              <a:cxn ang="0">
                <a:pos x="437" y="302"/>
              </a:cxn>
              <a:cxn ang="0">
                <a:pos x="437" y="263"/>
              </a:cxn>
              <a:cxn ang="0">
                <a:pos x="489" y="263"/>
              </a:cxn>
              <a:cxn ang="0">
                <a:pos x="489" y="214"/>
              </a:cxn>
              <a:cxn ang="0">
                <a:pos x="532" y="214"/>
              </a:cxn>
              <a:cxn ang="0">
                <a:pos x="532" y="178"/>
              </a:cxn>
              <a:cxn ang="0">
                <a:pos x="656" y="178"/>
              </a:cxn>
              <a:cxn ang="0">
                <a:pos x="656" y="250"/>
              </a:cxn>
              <a:cxn ang="0">
                <a:pos x="706" y="252"/>
              </a:cxn>
              <a:cxn ang="0">
                <a:pos x="706" y="214"/>
              </a:cxn>
            </a:cxnLst>
            <a:rect l="0" t="0" r="r" b="b"/>
            <a:pathLst>
              <a:path w="747" h="740">
                <a:moveTo>
                  <a:pt x="706" y="214"/>
                </a:moveTo>
                <a:lnTo>
                  <a:pt x="747" y="214"/>
                </a:lnTo>
                <a:lnTo>
                  <a:pt x="747" y="83"/>
                </a:lnTo>
                <a:lnTo>
                  <a:pt x="702" y="83"/>
                </a:lnTo>
                <a:lnTo>
                  <a:pt x="702" y="42"/>
                </a:lnTo>
                <a:lnTo>
                  <a:pt x="606" y="42"/>
                </a:lnTo>
                <a:lnTo>
                  <a:pt x="606" y="0"/>
                </a:lnTo>
                <a:lnTo>
                  <a:pt x="217" y="0"/>
                </a:lnTo>
                <a:lnTo>
                  <a:pt x="217" y="38"/>
                </a:lnTo>
                <a:lnTo>
                  <a:pt x="128" y="38"/>
                </a:lnTo>
                <a:lnTo>
                  <a:pt x="128" y="86"/>
                </a:lnTo>
                <a:lnTo>
                  <a:pt x="83" y="86"/>
                </a:lnTo>
                <a:lnTo>
                  <a:pt x="83" y="126"/>
                </a:lnTo>
                <a:lnTo>
                  <a:pt x="42" y="126"/>
                </a:lnTo>
                <a:lnTo>
                  <a:pt x="42" y="216"/>
                </a:lnTo>
                <a:lnTo>
                  <a:pt x="0" y="216"/>
                </a:lnTo>
                <a:lnTo>
                  <a:pt x="0" y="521"/>
                </a:lnTo>
                <a:lnTo>
                  <a:pt x="45" y="521"/>
                </a:lnTo>
                <a:lnTo>
                  <a:pt x="45" y="611"/>
                </a:lnTo>
                <a:lnTo>
                  <a:pt x="86" y="611"/>
                </a:lnTo>
                <a:lnTo>
                  <a:pt x="86" y="690"/>
                </a:lnTo>
                <a:lnTo>
                  <a:pt x="133" y="690"/>
                </a:lnTo>
                <a:lnTo>
                  <a:pt x="133" y="740"/>
                </a:lnTo>
                <a:lnTo>
                  <a:pt x="174" y="740"/>
                </a:lnTo>
                <a:lnTo>
                  <a:pt x="174" y="692"/>
                </a:lnTo>
                <a:lnTo>
                  <a:pt x="257" y="692"/>
                </a:lnTo>
                <a:lnTo>
                  <a:pt x="257" y="605"/>
                </a:lnTo>
                <a:lnTo>
                  <a:pt x="303" y="605"/>
                </a:lnTo>
                <a:lnTo>
                  <a:pt x="303" y="561"/>
                </a:lnTo>
                <a:lnTo>
                  <a:pt x="337" y="560"/>
                </a:lnTo>
                <a:lnTo>
                  <a:pt x="337" y="522"/>
                </a:lnTo>
                <a:lnTo>
                  <a:pt x="303" y="523"/>
                </a:lnTo>
                <a:lnTo>
                  <a:pt x="303" y="480"/>
                </a:lnTo>
                <a:lnTo>
                  <a:pt x="260" y="480"/>
                </a:lnTo>
                <a:lnTo>
                  <a:pt x="260" y="395"/>
                </a:lnTo>
                <a:lnTo>
                  <a:pt x="303" y="395"/>
                </a:lnTo>
                <a:lnTo>
                  <a:pt x="303" y="347"/>
                </a:lnTo>
                <a:lnTo>
                  <a:pt x="391" y="347"/>
                </a:lnTo>
                <a:lnTo>
                  <a:pt x="391" y="302"/>
                </a:lnTo>
                <a:lnTo>
                  <a:pt x="437" y="302"/>
                </a:lnTo>
                <a:lnTo>
                  <a:pt x="437" y="263"/>
                </a:lnTo>
                <a:lnTo>
                  <a:pt x="489" y="263"/>
                </a:lnTo>
                <a:lnTo>
                  <a:pt x="489" y="214"/>
                </a:lnTo>
                <a:lnTo>
                  <a:pt x="532" y="214"/>
                </a:lnTo>
                <a:lnTo>
                  <a:pt x="532" y="178"/>
                </a:lnTo>
                <a:lnTo>
                  <a:pt x="656" y="178"/>
                </a:lnTo>
                <a:lnTo>
                  <a:pt x="656" y="250"/>
                </a:lnTo>
                <a:lnTo>
                  <a:pt x="706" y="252"/>
                </a:lnTo>
                <a:lnTo>
                  <a:pt x="706" y="214"/>
                </a:lnTo>
              </a:path>
            </a:pathLst>
          </a:custGeom>
          <a:solidFill>
            <a:srgbClr val="000000"/>
          </a:solidFill>
          <a:ln w="12700" cap="rnd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fr-FR"/>
          </a:p>
        </p:txBody>
      </p:sp>
      <p:sp>
        <p:nvSpPr>
          <p:cNvPr id="420084" name="Rectangle 244"/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6038850" y="4383088"/>
            <a:ext cx="19050" cy="30162"/>
          </a:xfrm>
          <a:prstGeom prst="rect">
            <a:avLst/>
          </a:prstGeom>
          <a:solidFill>
            <a:srgbClr val="000000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85" name="Rectangle 245"/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 flipH="1">
            <a:off x="6005513" y="4411663"/>
            <a:ext cx="19050" cy="19050"/>
          </a:xfrm>
          <a:prstGeom prst="rect">
            <a:avLst/>
          </a:prstGeom>
          <a:solidFill>
            <a:srgbClr val="063DE8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86" name="Rectangle 246"/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 flipH="1">
            <a:off x="6054725" y="4413250"/>
            <a:ext cx="19050" cy="36513"/>
          </a:xfrm>
          <a:prstGeom prst="rect">
            <a:avLst/>
          </a:prstGeom>
          <a:solidFill>
            <a:srgbClr val="000000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87" name="Rectangle 247"/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6072188" y="4449763"/>
            <a:ext cx="19050" cy="19050"/>
          </a:xfrm>
          <a:prstGeom prst="rect">
            <a:avLst/>
          </a:prstGeom>
          <a:solidFill>
            <a:srgbClr val="000000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88" name="Rectangle 248"/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5834063" y="4570413"/>
            <a:ext cx="47625" cy="12700"/>
          </a:xfrm>
          <a:prstGeom prst="rect">
            <a:avLst/>
          </a:prstGeom>
          <a:solidFill>
            <a:srgbClr val="0000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89" name="Rectangle 249"/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5881688" y="4581525"/>
            <a:ext cx="30162" cy="17463"/>
          </a:xfrm>
          <a:prstGeom prst="rect">
            <a:avLst/>
          </a:prstGeom>
          <a:solidFill>
            <a:srgbClr val="0000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90" name="Rectangle 250"/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5910263" y="4598988"/>
            <a:ext cx="30162" cy="23812"/>
          </a:xfrm>
          <a:prstGeom prst="rect">
            <a:avLst/>
          </a:prstGeom>
          <a:solidFill>
            <a:srgbClr val="0000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91" name="Rectangle 251"/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5834063" y="4581525"/>
            <a:ext cx="12700" cy="14288"/>
          </a:xfrm>
          <a:prstGeom prst="rect">
            <a:avLst/>
          </a:prstGeom>
          <a:solidFill>
            <a:srgbClr val="0000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92" name="Rectangle 252"/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816600" y="4594225"/>
            <a:ext cx="19050" cy="28575"/>
          </a:xfrm>
          <a:prstGeom prst="rect">
            <a:avLst/>
          </a:prstGeom>
          <a:solidFill>
            <a:srgbClr val="0000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93" name="Rectangle 253"/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6005513" y="4394200"/>
            <a:ext cx="46037" cy="19050"/>
          </a:xfrm>
          <a:prstGeom prst="rect">
            <a:avLst/>
          </a:prstGeom>
          <a:solidFill>
            <a:srgbClr val="000000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94" name="Rectangle 254"/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6019800" y="4468813"/>
            <a:ext cx="19050" cy="71437"/>
          </a:xfrm>
          <a:prstGeom prst="rect">
            <a:avLst/>
          </a:prstGeom>
          <a:solidFill>
            <a:srgbClr val="DADADA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95" name="Rectangle 255"/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5935663" y="4521200"/>
            <a:ext cx="90487" cy="19050"/>
          </a:xfrm>
          <a:prstGeom prst="rect">
            <a:avLst/>
          </a:prstGeom>
          <a:solidFill>
            <a:srgbClr val="DADADA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96" name="Rectangle 256"/>
          <p:cNvSpPr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5953125" y="4551363"/>
            <a:ext cx="15875" cy="68262"/>
          </a:xfrm>
          <a:prstGeom prst="rect">
            <a:avLst/>
          </a:prstGeom>
          <a:solidFill>
            <a:srgbClr val="DADADA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97" name="Rectangle 257"/>
          <p:cNvSpPr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5940425" y="4611688"/>
            <a:ext cx="30163" cy="17462"/>
          </a:xfrm>
          <a:prstGeom prst="rect">
            <a:avLst/>
          </a:prstGeom>
          <a:solidFill>
            <a:srgbClr val="0000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98" name="Rectangle 258"/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5994400" y="4586288"/>
            <a:ext cx="66675" cy="34925"/>
          </a:xfrm>
          <a:prstGeom prst="rect">
            <a:avLst/>
          </a:prstGeom>
          <a:solidFill>
            <a:srgbClr val="3366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99" name="Rectangle 259"/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5834063" y="4619625"/>
            <a:ext cx="223837" cy="19050"/>
          </a:xfrm>
          <a:prstGeom prst="rect">
            <a:avLst/>
          </a:prstGeom>
          <a:solidFill>
            <a:srgbClr val="0000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100" name="Rectangle 260"/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5967413" y="4581525"/>
            <a:ext cx="30162" cy="41275"/>
          </a:xfrm>
          <a:prstGeom prst="rect">
            <a:avLst/>
          </a:prstGeom>
          <a:solidFill>
            <a:srgbClr val="0000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101" name="Rectangle 261"/>
          <p:cNvSpPr>
            <a:spLocks noChangeArrowheads="1"/>
          </p:cNvSpPr>
          <p:nvPr>
            <p:custDataLst>
              <p:tags r:id="rId56"/>
            </p:custDataLst>
          </p:nvPr>
        </p:nvSpPr>
        <p:spPr bwMode="auto">
          <a:xfrm flipH="1">
            <a:off x="5995988" y="4540250"/>
            <a:ext cx="17462" cy="49213"/>
          </a:xfrm>
          <a:prstGeom prst="rect">
            <a:avLst/>
          </a:prstGeom>
          <a:solidFill>
            <a:srgbClr val="0000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102" name="Rectangle 262"/>
          <p:cNvSpPr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5951538" y="4535488"/>
            <a:ext cx="44450" cy="17462"/>
          </a:xfrm>
          <a:prstGeom prst="rect">
            <a:avLst/>
          </a:prstGeom>
          <a:solidFill>
            <a:srgbClr val="000000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103" name="Rectangle 263"/>
          <p:cNvSpPr>
            <a:spLocks noChangeArrowheads="1"/>
          </p:cNvSpPr>
          <p:nvPr>
            <p:custDataLst>
              <p:tags r:id="rId58"/>
            </p:custDataLst>
          </p:nvPr>
        </p:nvSpPr>
        <p:spPr bwMode="auto">
          <a:xfrm flipV="1">
            <a:off x="6011863" y="4570413"/>
            <a:ext cx="33337" cy="19050"/>
          </a:xfrm>
          <a:prstGeom prst="rect">
            <a:avLst/>
          </a:prstGeom>
          <a:solidFill>
            <a:srgbClr val="0000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104" name="Rectangle 264"/>
          <p:cNvSpPr>
            <a:spLocks noChangeArrowheads="1"/>
          </p:cNvSpPr>
          <p:nvPr>
            <p:custDataLst>
              <p:tags r:id="rId59"/>
            </p:custDataLst>
          </p:nvPr>
        </p:nvSpPr>
        <p:spPr bwMode="auto">
          <a:xfrm flipV="1">
            <a:off x="6043613" y="4587875"/>
            <a:ext cx="17462" cy="17463"/>
          </a:xfrm>
          <a:prstGeom prst="rect">
            <a:avLst/>
          </a:prstGeom>
          <a:solidFill>
            <a:srgbClr val="0000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105" name="Rectangle 265"/>
          <p:cNvSpPr>
            <a:spLocks noChangeArrowheads="1"/>
          </p:cNvSpPr>
          <p:nvPr>
            <p:custDataLst>
              <p:tags r:id="rId60"/>
            </p:custDataLst>
          </p:nvPr>
        </p:nvSpPr>
        <p:spPr bwMode="auto">
          <a:xfrm flipV="1">
            <a:off x="6057900" y="4603750"/>
            <a:ext cx="19050" cy="17463"/>
          </a:xfrm>
          <a:prstGeom prst="rect">
            <a:avLst/>
          </a:prstGeom>
          <a:solidFill>
            <a:srgbClr val="0000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106" name="Rectangle 266"/>
          <p:cNvSpPr>
            <a:spLocks noChangeArrowheads="1"/>
          </p:cNvSpPr>
          <p:nvPr>
            <p:custDataLst>
              <p:tags r:id="rId61"/>
            </p:custDataLst>
          </p:nvPr>
        </p:nvSpPr>
        <p:spPr bwMode="auto">
          <a:xfrm>
            <a:off x="6032500" y="4476750"/>
            <a:ext cx="19050" cy="61913"/>
          </a:xfrm>
          <a:prstGeom prst="rect">
            <a:avLst/>
          </a:prstGeom>
          <a:solidFill>
            <a:srgbClr val="000000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107" name="Rectangle 267"/>
          <p:cNvSpPr>
            <a:spLocks noChangeArrowheads="1"/>
          </p:cNvSpPr>
          <p:nvPr>
            <p:custDataLst>
              <p:tags r:id="rId62"/>
            </p:custDataLst>
          </p:nvPr>
        </p:nvSpPr>
        <p:spPr bwMode="auto">
          <a:xfrm>
            <a:off x="6032500" y="4464050"/>
            <a:ext cx="39688" cy="17463"/>
          </a:xfrm>
          <a:prstGeom prst="rect">
            <a:avLst/>
          </a:prstGeom>
          <a:solidFill>
            <a:srgbClr val="000000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108" name="Rectangle 268"/>
          <p:cNvSpPr>
            <a:spLocks noChangeArrowheads="1"/>
          </p:cNvSpPr>
          <p:nvPr>
            <p:custDataLst>
              <p:tags r:id="rId63"/>
            </p:custDataLst>
          </p:nvPr>
        </p:nvSpPr>
        <p:spPr bwMode="auto">
          <a:xfrm flipV="1">
            <a:off x="5994400" y="4535488"/>
            <a:ext cx="39688" cy="17462"/>
          </a:xfrm>
          <a:prstGeom prst="rect">
            <a:avLst/>
          </a:prstGeom>
          <a:solidFill>
            <a:srgbClr val="0000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20022" name="Rectangle 182"/>
          <p:cNvSpPr>
            <a:spLocks noChangeArrowheads="1"/>
          </p:cNvSpPr>
          <p:nvPr/>
        </p:nvSpPr>
        <p:spPr bwMode="auto">
          <a:xfrm>
            <a:off x="942975" y="4937125"/>
            <a:ext cx="1971675" cy="654050"/>
          </a:xfrm>
          <a:prstGeom prst="rect">
            <a:avLst/>
          </a:prstGeom>
          <a:solidFill>
            <a:srgbClr val="BBCDE3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419925" name="Rectangle 85"/>
          <p:cNvSpPr>
            <a:spLocks noChangeArrowheads="1"/>
          </p:cNvSpPr>
          <p:nvPr/>
        </p:nvSpPr>
        <p:spPr bwMode="auto">
          <a:xfrm>
            <a:off x="792163" y="5254625"/>
            <a:ext cx="7513637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pPr marL="342900" indent="-342900">
              <a:lnSpc>
                <a:spcPct val="90000"/>
              </a:lnSpc>
              <a:spcBef>
                <a:spcPct val="40000"/>
              </a:spcBef>
              <a:buSzPct val="70000"/>
            </a:pPr>
            <a:r>
              <a:rPr lang="de-DE" sz="2200">
                <a:solidFill>
                  <a:srgbClr val="000000"/>
                </a:solidFill>
              </a:rPr>
              <a:t>CN=Laura Bartoli,OU=Ventes,OU=Finances,DC=contoso,DC=msft</a:t>
            </a:r>
            <a:endParaRPr lang="en-US" sz="2200"/>
          </a:p>
        </p:txBody>
      </p:sp>
      <p:sp>
        <p:nvSpPr>
          <p:cNvPr id="420109" name="AutoShape 269"/>
          <p:cNvSpPr>
            <a:spLocks noChangeArrowheads="1"/>
          </p:cNvSpPr>
          <p:nvPr/>
        </p:nvSpPr>
        <p:spPr bwMode="auto">
          <a:xfrm>
            <a:off x="877888" y="4578350"/>
            <a:ext cx="2089150" cy="44450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8DACD0"/>
              </a:gs>
              <a:gs pos="100000">
                <a:srgbClr val="DEE7F1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de-DE">
                <a:solidFill>
                  <a:srgbClr val="000000"/>
                </a:solidFill>
                <a:cs typeface="Arial" charset="0"/>
              </a:rPr>
              <a:t>Nom unique relatif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20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420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1000"/>
                                        <p:tgtEl>
                                          <p:spTgt spid="420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1000"/>
                                        <p:tgtEl>
                                          <p:spTgt spid="420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1000"/>
                                        <p:tgtEl>
                                          <p:spTgt spid="420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420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1000"/>
                                        <p:tgtEl>
                                          <p:spTgt spid="420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1000"/>
                                        <p:tgtEl>
                                          <p:spTgt spid="420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1000"/>
                                        <p:tgtEl>
                                          <p:spTgt spid="420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1000"/>
                                        <p:tgtEl>
                                          <p:spTgt spid="420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1000"/>
                                        <p:tgtEl>
                                          <p:spTgt spid="420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1000"/>
                                        <p:tgtEl>
                                          <p:spTgt spid="420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1000"/>
                                        <p:tgtEl>
                                          <p:spTgt spid="420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1000"/>
                                        <p:tgtEl>
                                          <p:spTgt spid="420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1000"/>
                                        <p:tgtEl>
                                          <p:spTgt spid="420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1000"/>
                                        <p:tgtEl>
                                          <p:spTgt spid="420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1000"/>
                                        <p:tgtEl>
                                          <p:spTgt spid="420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1000"/>
                                        <p:tgtEl>
                                          <p:spTgt spid="420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1000"/>
                                        <p:tgtEl>
                                          <p:spTgt spid="420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1000"/>
                                        <p:tgtEl>
                                          <p:spTgt spid="42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1000"/>
                                        <p:tgtEl>
                                          <p:spTgt spid="42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0" dur="1000"/>
                                        <p:tgtEl>
                                          <p:spTgt spid="42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3" dur="1000"/>
                                        <p:tgtEl>
                                          <p:spTgt spid="42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1000"/>
                                        <p:tgtEl>
                                          <p:spTgt spid="42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9" dur="1000"/>
                                        <p:tgtEl>
                                          <p:spTgt spid="42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1000"/>
                                        <p:tgtEl>
                                          <p:spTgt spid="420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5" dur="1000"/>
                                        <p:tgtEl>
                                          <p:spTgt spid="420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1000"/>
                                        <p:tgtEl>
                                          <p:spTgt spid="420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1" dur="1000"/>
                                        <p:tgtEl>
                                          <p:spTgt spid="420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4" dur="1000"/>
                                        <p:tgtEl>
                                          <p:spTgt spid="420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7" dur="1000"/>
                                        <p:tgtEl>
                                          <p:spTgt spid="420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0" dur="1000"/>
                                        <p:tgtEl>
                                          <p:spTgt spid="420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3" dur="1000"/>
                                        <p:tgtEl>
                                          <p:spTgt spid="420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6" dur="1000"/>
                                        <p:tgtEl>
                                          <p:spTgt spid="420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9" dur="1000"/>
                                        <p:tgtEl>
                                          <p:spTgt spid="420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2" dur="1000"/>
                                        <p:tgtEl>
                                          <p:spTgt spid="420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5" dur="1000"/>
                                        <p:tgtEl>
                                          <p:spTgt spid="42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8" dur="1000"/>
                                        <p:tgtEl>
                                          <p:spTgt spid="420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1" dur="1000"/>
                                        <p:tgtEl>
                                          <p:spTgt spid="420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4" dur="1000"/>
                                        <p:tgtEl>
                                          <p:spTgt spid="420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7" dur="1000"/>
                                        <p:tgtEl>
                                          <p:spTgt spid="420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0" dur="1000"/>
                                        <p:tgtEl>
                                          <p:spTgt spid="420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3" dur="1000"/>
                                        <p:tgtEl>
                                          <p:spTgt spid="420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6" dur="1000"/>
                                        <p:tgtEl>
                                          <p:spTgt spid="42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9" dur="1000"/>
                                        <p:tgtEl>
                                          <p:spTgt spid="420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2" dur="1000"/>
                                        <p:tgtEl>
                                          <p:spTgt spid="420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5" dur="1000"/>
                                        <p:tgtEl>
                                          <p:spTgt spid="420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8" dur="1000"/>
                                        <p:tgtEl>
                                          <p:spTgt spid="420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1" dur="1000"/>
                                        <p:tgtEl>
                                          <p:spTgt spid="420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4" dur="1000"/>
                                        <p:tgtEl>
                                          <p:spTgt spid="420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7" dur="1000"/>
                                        <p:tgtEl>
                                          <p:spTgt spid="420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0" dur="1000"/>
                                        <p:tgtEl>
                                          <p:spTgt spid="420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3" dur="1000"/>
                                        <p:tgtEl>
                                          <p:spTgt spid="420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6" dur="1000"/>
                                        <p:tgtEl>
                                          <p:spTgt spid="420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9" dur="1000"/>
                                        <p:tgtEl>
                                          <p:spTgt spid="420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2" dur="1000"/>
                                        <p:tgtEl>
                                          <p:spTgt spid="420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5" dur="1000"/>
                                        <p:tgtEl>
                                          <p:spTgt spid="420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8" dur="1000"/>
                                        <p:tgtEl>
                                          <p:spTgt spid="420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1" dur="1000"/>
                                        <p:tgtEl>
                                          <p:spTgt spid="420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4" dur="1000"/>
                                        <p:tgtEl>
                                          <p:spTgt spid="420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7" dur="1000"/>
                                        <p:tgtEl>
                                          <p:spTgt spid="420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0" dur="1000"/>
                                        <p:tgtEl>
                                          <p:spTgt spid="420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3" dur="1000"/>
                                        <p:tgtEl>
                                          <p:spTgt spid="420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6" dur="1000"/>
                                        <p:tgtEl>
                                          <p:spTgt spid="420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9" dur="1000"/>
                                        <p:tgtEl>
                                          <p:spTgt spid="420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2" dur="1000"/>
                                        <p:tgtEl>
                                          <p:spTgt spid="420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5" dur="1000"/>
                                        <p:tgtEl>
                                          <p:spTgt spid="420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8" dur="1000"/>
                                        <p:tgtEl>
                                          <p:spTgt spid="420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1" dur="1000"/>
                                        <p:tgtEl>
                                          <p:spTgt spid="420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4" dur="1000"/>
                                        <p:tgtEl>
                                          <p:spTgt spid="419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7" dur="1000"/>
                                        <p:tgtEl>
                                          <p:spTgt spid="420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028" grpId="0" animBg="1"/>
      <p:bldP spid="420029" grpId="0" animBg="1"/>
      <p:bldP spid="420030" grpId="0"/>
      <p:bldP spid="420031" grpId="0" animBg="1"/>
      <p:bldP spid="420034" grpId="0" animBg="1"/>
      <p:bldP spid="420035" grpId="0" animBg="1"/>
      <p:bldP spid="420036" grpId="0" animBg="1"/>
      <p:bldP spid="420037" grpId="0" animBg="1"/>
      <p:bldP spid="420038" grpId="0" animBg="1"/>
      <p:bldP spid="420039" grpId="0" animBg="1"/>
      <p:bldP spid="420041" grpId="0" animBg="1"/>
      <p:bldP spid="420042" grpId="0" animBg="1"/>
      <p:bldP spid="420043" grpId="0" animBg="1"/>
      <p:bldP spid="420044" grpId="0" animBg="1"/>
      <p:bldP spid="420045" grpId="0" animBg="1"/>
      <p:bldP spid="420046" grpId="0" animBg="1"/>
      <p:bldP spid="420048" grpId="0" animBg="1"/>
      <p:bldP spid="420049" grpId="0" animBg="1"/>
      <p:bldP spid="420050" grpId="0" animBg="1"/>
      <p:bldP spid="420051" grpId="0" animBg="1"/>
      <p:bldP spid="420052" grpId="0" animBg="1"/>
      <p:bldP spid="420053" grpId="0" animBg="1"/>
      <p:bldP spid="420055" grpId="0" animBg="1"/>
      <p:bldP spid="420057" grpId="0" animBg="1"/>
      <p:bldP spid="420058" grpId="0" animBg="1"/>
      <p:bldP spid="420059" grpId="0" animBg="1"/>
      <p:bldP spid="420060" grpId="0" animBg="1"/>
      <p:bldP spid="420061" grpId="0"/>
      <p:bldP spid="420063" grpId="0" animBg="1"/>
      <p:bldP spid="420069" grpId="0"/>
      <p:bldP spid="420070" grpId="0"/>
      <p:bldP spid="420072" grpId="0" animBg="1"/>
      <p:bldP spid="420073" grpId="0" animBg="1"/>
      <p:bldP spid="420074" grpId="0" animBg="1"/>
      <p:bldP spid="420075" grpId="0" animBg="1"/>
      <p:bldP spid="420076" grpId="0" animBg="1"/>
      <p:bldP spid="420078" grpId="0" animBg="1"/>
      <p:bldP spid="420079" grpId="0" animBg="1"/>
      <p:bldP spid="420080" grpId="0" animBg="1"/>
      <p:bldP spid="420081" grpId="0" animBg="1"/>
      <p:bldP spid="420082" grpId="0" animBg="1"/>
      <p:bldP spid="420083" grpId="0" animBg="1"/>
      <p:bldP spid="420084" grpId="0" animBg="1"/>
      <p:bldP spid="420085" grpId="0" animBg="1"/>
      <p:bldP spid="420086" grpId="0" animBg="1"/>
      <p:bldP spid="420087" grpId="0" animBg="1"/>
      <p:bldP spid="420088" grpId="0" animBg="1"/>
      <p:bldP spid="420089" grpId="0" animBg="1"/>
      <p:bldP spid="420090" grpId="0" animBg="1"/>
      <p:bldP spid="420091" grpId="0" animBg="1"/>
      <p:bldP spid="420092" grpId="0" animBg="1"/>
      <p:bldP spid="420093" grpId="0" animBg="1"/>
      <p:bldP spid="420094" grpId="0" animBg="1"/>
      <p:bldP spid="420095" grpId="0" animBg="1"/>
      <p:bldP spid="420096" grpId="0" animBg="1"/>
      <p:bldP spid="420097" grpId="0" animBg="1"/>
      <p:bldP spid="420098" grpId="0" animBg="1"/>
      <p:bldP spid="420099" grpId="0" animBg="1"/>
      <p:bldP spid="420100" grpId="0" animBg="1"/>
      <p:bldP spid="420101" grpId="0" animBg="1"/>
      <p:bldP spid="420102" grpId="0" animBg="1"/>
      <p:bldP spid="420103" grpId="0" animBg="1"/>
      <p:bldP spid="420104" grpId="0" animBg="1"/>
      <p:bldP spid="420105" grpId="0" animBg="1"/>
      <p:bldP spid="420106" grpId="0" animBg="1"/>
      <p:bldP spid="420107" grpId="0" animBg="1"/>
      <p:bldP spid="420108" grpId="0" animBg="1"/>
      <p:bldP spid="420022" grpId="0" animBg="1"/>
      <p:bldP spid="419925" grpId="0"/>
      <p:bldP spid="42010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72370"/>
            <a:ext cx="8726714" cy="684212"/>
          </a:xfrm>
        </p:spPr>
        <p:txBody>
          <a:bodyPr/>
          <a:lstStyle/>
          <a:p>
            <a:r>
              <a:rPr lang="de-DE" b="1" dirty="0" smtClean="0">
                <a:solidFill>
                  <a:srgbClr val="000000"/>
                </a:solidFill>
              </a:rPr>
              <a:t>3. Analyse </a:t>
            </a:r>
            <a:r>
              <a:rPr lang="de-DE" b="1" dirty="0" err="1">
                <a:solidFill>
                  <a:srgbClr val="000000"/>
                </a:solidFill>
              </a:rPr>
              <a:t>d'Active</a:t>
            </a:r>
            <a:r>
              <a:rPr lang="de-DE" b="1" dirty="0">
                <a:solidFill>
                  <a:srgbClr val="000000"/>
                </a:solidFill>
              </a:rPr>
              <a:t> Directory</a:t>
            </a:r>
            <a:endParaRPr lang="en-US" b="1" dirty="0">
              <a:solidFill>
                <a:srgbClr val="000000"/>
              </a:solidFill>
            </a:endParaRPr>
          </a:p>
        </p:txBody>
      </p:sp>
      <p:sp>
        <p:nvSpPr>
          <p:cNvPr id="35840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2100943"/>
            <a:ext cx="7953829" cy="2514600"/>
          </a:xfrm>
        </p:spPr>
        <p:txBody>
          <a:bodyPr/>
          <a:lstStyle/>
          <a:p>
            <a:r>
              <a:rPr lang="de-DE" dirty="0" err="1">
                <a:solidFill>
                  <a:srgbClr val="000000"/>
                </a:solidFill>
              </a:rPr>
              <a:t>Gestion</a:t>
            </a:r>
            <a:r>
              <a:rPr lang="de-DE" dirty="0">
                <a:solidFill>
                  <a:srgbClr val="000000"/>
                </a:solidFill>
              </a:rPr>
              <a:t> </a:t>
            </a:r>
            <a:r>
              <a:rPr lang="de-DE" dirty="0" err="1">
                <a:solidFill>
                  <a:srgbClr val="000000"/>
                </a:solidFill>
              </a:rPr>
              <a:t>d'Active</a:t>
            </a:r>
            <a:r>
              <a:rPr lang="de-DE" dirty="0">
                <a:solidFill>
                  <a:srgbClr val="000000"/>
                </a:solidFill>
              </a:rPr>
              <a:t> Directory</a:t>
            </a:r>
            <a:endParaRPr lang="en-US" dirty="0"/>
          </a:p>
          <a:p>
            <a:r>
              <a:rPr lang="fr-FR" dirty="0">
                <a:solidFill>
                  <a:srgbClr val="000000"/>
                </a:solidFill>
              </a:rPr>
              <a:t>Outils et composants logiciels enfichables d'administration d'Active </a:t>
            </a:r>
            <a:r>
              <a:rPr lang="fr-FR" dirty="0" smtClean="0">
                <a:solidFill>
                  <a:srgbClr val="000000"/>
                </a:solidFill>
              </a:rPr>
              <a:t>Directory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78" name="Rectangle 1022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7023100" y="3740150"/>
            <a:ext cx="11113" cy="11113"/>
          </a:xfrm>
          <a:prstGeom prst="rect">
            <a:avLst/>
          </a:prstGeom>
          <a:solidFill>
            <a:srgbClr val="0000FF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fr-FR"/>
          </a:p>
        </p:txBody>
      </p:sp>
      <p:sp>
        <p:nvSpPr>
          <p:cNvPr id="360450" name="Rectangle 2"/>
          <p:cNvSpPr>
            <a:spLocks noGrp="1" noChangeArrowheads="1"/>
          </p:cNvSpPr>
          <p:nvPr>
            <p:ph type="title"/>
          </p:nvPr>
        </p:nvSpPr>
        <p:spPr>
          <a:xfrm>
            <a:off x="257629" y="342674"/>
            <a:ext cx="8654142" cy="684212"/>
          </a:xfrm>
        </p:spPr>
        <p:txBody>
          <a:bodyPr/>
          <a:lstStyle/>
          <a:p>
            <a:r>
              <a:rPr lang="de-DE" b="1" dirty="0" err="1">
                <a:solidFill>
                  <a:srgbClr val="C00000"/>
                </a:solidFill>
              </a:rPr>
              <a:t>Gestion</a:t>
            </a:r>
            <a:r>
              <a:rPr lang="de-DE" b="1" dirty="0">
                <a:solidFill>
                  <a:srgbClr val="C00000"/>
                </a:solidFill>
              </a:rPr>
              <a:t> </a:t>
            </a:r>
            <a:r>
              <a:rPr lang="de-DE" b="1" dirty="0" err="1">
                <a:solidFill>
                  <a:srgbClr val="C00000"/>
                </a:solidFill>
              </a:rPr>
              <a:t>d'Active</a:t>
            </a:r>
            <a:r>
              <a:rPr lang="de-DE" b="1" dirty="0">
                <a:solidFill>
                  <a:srgbClr val="C00000"/>
                </a:solidFill>
              </a:rPr>
              <a:t> Directory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45610" name="AutoShape 170"/>
          <p:cNvSpPr>
            <a:spLocks noChangeArrowheads="1"/>
          </p:cNvSpPr>
          <p:nvPr/>
        </p:nvSpPr>
        <p:spPr bwMode="auto">
          <a:xfrm>
            <a:off x="1062038" y="1227138"/>
            <a:ext cx="6951662" cy="3068637"/>
          </a:xfrm>
          <a:prstGeom prst="roundRect">
            <a:avLst>
              <a:gd name="adj" fmla="val 2931"/>
            </a:avLst>
          </a:prstGeom>
          <a:gradFill rotWithShape="1">
            <a:gsLst>
              <a:gs pos="0">
                <a:srgbClr val="FFFFFF"/>
              </a:gs>
              <a:gs pos="100000">
                <a:srgbClr val="EEEFD7"/>
              </a:gs>
            </a:gsLst>
            <a:lin ang="5400000" scaled="1"/>
          </a:gradFill>
          <a:ln w="6350" algn="ctr">
            <a:noFill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pic>
        <p:nvPicPr>
          <p:cNvPr id="445611" name="Picture 171" descr="UserWithDesktopComputer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74763" y="2573338"/>
            <a:ext cx="1208087" cy="1427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45612" name="Group 172"/>
          <p:cNvGrpSpPr>
            <a:grpSpLocks/>
          </p:cNvGrpSpPr>
          <p:nvPr/>
        </p:nvGrpSpPr>
        <p:grpSpPr bwMode="auto">
          <a:xfrm>
            <a:off x="985838" y="4170363"/>
            <a:ext cx="7096125" cy="2287587"/>
            <a:chOff x="683" y="2613"/>
            <a:chExt cx="4324" cy="1441"/>
          </a:xfrm>
        </p:grpSpPr>
        <p:sp>
          <p:nvSpPr>
            <p:cNvPr id="445613" name="AutoShape 173"/>
            <p:cNvSpPr>
              <a:spLocks noChangeArrowheads="1"/>
            </p:cNvSpPr>
            <p:nvPr/>
          </p:nvSpPr>
          <p:spPr bwMode="auto">
            <a:xfrm>
              <a:off x="683" y="2613"/>
              <a:ext cx="4324" cy="1441"/>
            </a:xfrm>
            <a:prstGeom prst="roundRect">
              <a:avLst>
                <a:gd name="adj" fmla="val 4167"/>
              </a:avLst>
            </a:prstGeom>
            <a:solidFill>
              <a:srgbClr val="B3C8DF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/>
            <a:lstStyle/>
            <a:p>
              <a:pPr algn="l">
                <a:lnSpc>
                  <a:spcPct val="100000"/>
                </a:lnSpc>
                <a:buClrTx/>
                <a:buFontTx/>
                <a:buNone/>
              </a:pPr>
              <a:r>
                <a:rPr lang="de-DE" dirty="0" err="1">
                  <a:solidFill>
                    <a:srgbClr val="000000"/>
                  </a:solidFill>
                  <a:cs typeface="Arial" charset="0"/>
                </a:rPr>
                <a:t>Gestion</a:t>
              </a:r>
              <a:r>
                <a:rPr lang="de-DE" dirty="0">
                  <a:solidFill>
                    <a:srgbClr val="000000"/>
                  </a:solidFill>
                  <a:cs typeface="Arial" charset="0"/>
                </a:rPr>
                <a:t> </a:t>
              </a:r>
              <a:r>
                <a:rPr lang="de-DE" dirty="0" err="1" smtClean="0">
                  <a:solidFill>
                    <a:srgbClr val="000000"/>
                  </a:solidFill>
                  <a:cs typeface="Arial" charset="0"/>
                </a:rPr>
                <a:t>centralisée</a:t>
              </a:r>
              <a:endParaRPr lang="en-US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445614" name="AutoShape 174"/>
            <p:cNvSpPr>
              <a:spLocks noChangeArrowheads="1"/>
            </p:cNvSpPr>
            <p:nvPr/>
          </p:nvSpPr>
          <p:spPr bwMode="auto">
            <a:xfrm>
              <a:off x="783" y="2866"/>
              <a:ext cx="4124" cy="1114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tIns="91440" anchor="ctr"/>
            <a:lstStyle/>
            <a:p>
              <a:pPr marL="225425" indent="-225425" algn="l">
                <a:spcBef>
                  <a:spcPct val="30000"/>
                </a:spcBef>
                <a:buClrTx/>
                <a:buSzPct val="80000"/>
                <a:buFontTx/>
                <a:buBlip>
                  <a:blip r:embed="rId5"/>
                </a:buBlip>
              </a:pPr>
              <a:r>
                <a:rPr lang="de-DE">
                  <a:solidFill>
                    <a:srgbClr val="000000"/>
                  </a:solidFill>
                  <a:cs typeface="Arial" charset="0"/>
                </a:rPr>
                <a:t>Permet </a:t>
              </a:r>
              <a:r>
                <a:rPr lang="fr-FR">
                  <a:solidFill>
                    <a:srgbClr val="000000"/>
                  </a:solidFill>
                  <a:cs typeface="Arial" charset="0"/>
                </a:rPr>
                <a:t>à un administrateur unique de gérer les ressources de </a:t>
              </a:r>
              <a:br>
                <a:rPr lang="fr-FR">
                  <a:solidFill>
                    <a:srgbClr val="000000"/>
                  </a:solidFill>
                  <a:cs typeface="Arial" charset="0"/>
                </a:rPr>
              </a:br>
              <a:r>
                <a:rPr lang="fr-FR">
                  <a:solidFill>
                    <a:srgbClr val="000000"/>
                  </a:solidFill>
                  <a:cs typeface="Arial" charset="0"/>
                </a:rPr>
                <a:t>mani</a:t>
              </a:r>
              <a:r>
                <a:rPr lang="de-DE">
                  <a:solidFill>
                    <a:srgbClr val="000000"/>
                  </a:solidFill>
                  <a:cs typeface="Arial" charset="0"/>
                </a:rPr>
                <a:t>ère centrale</a:t>
              </a:r>
              <a:endParaRPr lang="en-US"/>
            </a:p>
            <a:p>
              <a:pPr marL="225425" indent="-225425" algn="l">
                <a:spcBef>
                  <a:spcPct val="30000"/>
                </a:spcBef>
                <a:buClrTx/>
                <a:buSzPct val="80000"/>
                <a:buFontTx/>
                <a:buBlip>
                  <a:blip r:embed="rId5"/>
                </a:buBlip>
              </a:pPr>
              <a:r>
                <a:rPr lang="fr-FR">
                  <a:solidFill>
                    <a:srgbClr val="000000"/>
                  </a:solidFill>
                  <a:cs typeface="Arial" charset="0"/>
                </a:rPr>
                <a:t>Permet aux administrateurs de localiser les informations et les objets de groupe</a:t>
              </a:r>
              <a:r>
                <a:rPr lang="en-US"/>
                <a:t> </a:t>
              </a:r>
            </a:p>
            <a:p>
              <a:pPr marL="225425" indent="-225425" algn="l">
                <a:spcBef>
                  <a:spcPct val="30000"/>
                </a:spcBef>
                <a:buClrTx/>
                <a:buSzPct val="80000"/>
                <a:buFontTx/>
                <a:buBlip>
                  <a:blip r:embed="rId5"/>
                </a:buBlip>
              </a:pPr>
              <a:r>
                <a:rPr lang="de-DE">
                  <a:solidFill>
                    <a:srgbClr val="000000"/>
                  </a:solidFill>
                  <a:cs typeface="Arial" charset="0"/>
                </a:rPr>
                <a:t>Utilise la strat</a:t>
              </a:r>
              <a:r>
                <a:rPr lang="fr-FR">
                  <a:solidFill>
                    <a:srgbClr val="000000"/>
                  </a:solidFill>
                  <a:cs typeface="Arial" charset="0"/>
                </a:rPr>
                <a:t>égie de groupe pour d</a:t>
              </a:r>
              <a:r>
                <a:rPr lang="de-DE">
                  <a:solidFill>
                    <a:srgbClr val="000000"/>
                  </a:solidFill>
                  <a:cs typeface="Arial" charset="0"/>
                </a:rPr>
                <a:t>éfinir des paramètres et contrôler l'environnement utilisateur</a:t>
              </a:r>
              <a:endParaRPr lang="en-US">
                <a:solidFill>
                  <a:srgbClr val="000000"/>
                </a:solidFill>
                <a:cs typeface="Arial" charset="0"/>
              </a:endParaRPr>
            </a:p>
          </p:txBody>
        </p:sp>
      </p:grpSp>
      <p:grpSp>
        <p:nvGrpSpPr>
          <p:cNvPr id="445615" name="Group 175"/>
          <p:cNvGrpSpPr>
            <a:grpSpLocks/>
          </p:cNvGrpSpPr>
          <p:nvPr/>
        </p:nvGrpSpPr>
        <p:grpSpPr bwMode="auto">
          <a:xfrm>
            <a:off x="5741988" y="1466850"/>
            <a:ext cx="2195512" cy="2811463"/>
            <a:chOff x="3617" y="780"/>
            <a:chExt cx="1383" cy="1771"/>
          </a:xfrm>
        </p:grpSpPr>
        <p:sp>
          <p:nvSpPr>
            <p:cNvPr id="445616" name="AutoShape 176"/>
            <p:cNvSpPr>
              <a:spLocks noChangeArrowheads="1"/>
            </p:cNvSpPr>
            <p:nvPr/>
          </p:nvSpPr>
          <p:spPr bwMode="auto">
            <a:xfrm>
              <a:off x="3617" y="780"/>
              <a:ext cx="1338" cy="1770"/>
            </a:xfrm>
            <a:prstGeom prst="roundRect">
              <a:avLst>
                <a:gd name="adj" fmla="val 3995"/>
              </a:avLst>
            </a:prstGeom>
            <a:solidFill>
              <a:schemeClr val="accent1"/>
            </a:solidFill>
            <a:ln w="9525" algn="ctr">
              <a:solidFill>
                <a:srgbClr val="808080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anchor="ctr"/>
            <a:lstStyle/>
            <a:p>
              <a:endParaRPr lang="fr-FR"/>
            </a:p>
          </p:txBody>
        </p:sp>
        <p:grpSp>
          <p:nvGrpSpPr>
            <p:cNvPr id="445617" name="Group 177"/>
            <p:cNvGrpSpPr>
              <a:grpSpLocks/>
            </p:cNvGrpSpPr>
            <p:nvPr/>
          </p:nvGrpSpPr>
          <p:grpSpPr bwMode="auto">
            <a:xfrm>
              <a:off x="3677" y="816"/>
              <a:ext cx="1323" cy="1735"/>
              <a:chOff x="3619" y="879"/>
              <a:chExt cx="1323" cy="1735"/>
            </a:xfrm>
          </p:grpSpPr>
          <p:sp>
            <p:nvSpPr>
              <p:cNvPr id="445618" name="Freeform 178"/>
              <p:cNvSpPr>
                <a:spLocks/>
              </p:cNvSpPr>
              <p:nvPr/>
            </p:nvSpPr>
            <p:spPr bwMode="auto">
              <a:xfrm>
                <a:off x="4150" y="1689"/>
                <a:ext cx="155" cy="1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80"/>
                  </a:cxn>
                  <a:cxn ang="0">
                    <a:pos x="240" y="480"/>
                  </a:cxn>
                </a:cxnLst>
                <a:rect l="0" t="0" r="r" b="b"/>
                <a:pathLst>
                  <a:path w="240" h="480">
                    <a:moveTo>
                      <a:pt x="0" y="0"/>
                    </a:moveTo>
                    <a:lnTo>
                      <a:pt x="0" y="480"/>
                    </a:lnTo>
                    <a:lnTo>
                      <a:pt x="240" y="480"/>
                    </a:lnTo>
                  </a:path>
                </a:pathLst>
              </a:custGeom>
              <a:noFill/>
              <a:ln w="12700" cap="flat" cmpd="sng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45619" name="Freeform 179"/>
              <p:cNvSpPr>
                <a:spLocks/>
              </p:cNvSpPr>
              <p:nvPr/>
            </p:nvSpPr>
            <p:spPr bwMode="auto">
              <a:xfrm>
                <a:off x="4150" y="1363"/>
                <a:ext cx="155" cy="9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80"/>
                  </a:cxn>
                  <a:cxn ang="0">
                    <a:pos x="240" y="480"/>
                  </a:cxn>
                </a:cxnLst>
                <a:rect l="0" t="0" r="r" b="b"/>
                <a:pathLst>
                  <a:path w="240" h="480">
                    <a:moveTo>
                      <a:pt x="0" y="0"/>
                    </a:moveTo>
                    <a:lnTo>
                      <a:pt x="0" y="480"/>
                    </a:lnTo>
                    <a:lnTo>
                      <a:pt x="240" y="480"/>
                    </a:lnTo>
                  </a:path>
                </a:pathLst>
              </a:custGeom>
              <a:noFill/>
              <a:ln w="12700" cap="flat" cmpd="sng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445620" name="Group 180"/>
              <p:cNvGrpSpPr>
                <a:grpSpLocks/>
              </p:cNvGrpSpPr>
              <p:nvPr/>
            </p:nvGrpSpPr>
            <p:grpSpPr bwMode="auto">
              <a:xfrm>
                <a:off x="4252" y="1396"/>
                <a:ext cx="144" cy="139"/>
                <a:chOff x="2371" y="1690"/>
                <a:chExt cx="278" cy="269"/>
              </a:xfrm>
            </p:grpSpPr>
            <p:sp>
              <p:nvSpPr>
                <p:cNvPr id="445621" name="Freeform 181"/>
                <p:cNvSpPr>
                  <a:spLocks/>
                </p:cNvSpPr>
                <p:nvPr/>
              </p:nvSpPr>
              <p:spPr bwMode="auto">
                <a:xfrm>
                  <a:off x="2382" y="1851"/>
                  <a:ext cx="267" cy="108"/>
                </a:xfrm>
                <a:custGeom>
                  <a:avLst/>
                  <a:gdLst/>
                  <a:ahLst/>
                  <a:cxnLst>
                    <a:cxn ang="0">
                      <a:pos x="0" y="157"/>
                    </a:cxn>
                    <a:cxn ang="0">
                      <a:pos x="0" y="448"/>
                    </a:cxn>
                    <a:cxn ang="0">
                      <a:pos x="938" y="448"/>
                    </a:cxn>
                    <a:cxn ang="0">
                      <a:pos x="1116" y="322"/>
                    </a:cxn>
                    <a:cxn ang="0">
                      <a:pos x="1116" y="0"/>
                    </a:cxn>
                    <a:cxn ang="0">
                      <a:pos x="211" y="0"/>
                    </a:cxn>
                    <a:cxn ang="0">
                      <a:pos x="0" y="157"/>
                    </a:cxn>
                  </a:cxnLst>
                  <a:rect l="0" t="0" r="r" b="b"/>
                  <a:pathLst>
                    <a:path w="1117" h="449">
                      <a:moveTo>
                        <a:pt x="0" y="157"/>
                      </a:moveTo>
                      <a:lnTo>
                        <a:pt x="0" y="448"/>
                      </a:lnTo>
                      <a:lnTo>
                        <a:pt x="938" y="448"/>
                      </a:lnTo>
                      <a:lnTo>
                        <a:pt x="1116" y="322"/>
                      </a:lnTo>
                      <a:lnTo>
                        <a:pt x="1116" y="0"/>
                      </a:lnTo>
                      <a:lnTo>
                        <a:pt x="211" y="0"/>
                      </a:lnTo>
                      <a:lnTo>
                        <a:pt x="0" y="157"/>
                      </a:lnTo>
                    </a:path>
                  </a:pathLst>
                </a:custGeom>
                <a:solidFill>
                  <a:srgbClr val="333333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45622" name="Freeform 182"/>
                <p:cNvSpPr>
                  <a:spLocks/>
                </p:cNvSpPr>
                <p:nvPr/>
              </p:nvSpPr>
              <p:spPr bwMode="auto">
                <a:xfrm>
                  <a:off x="2371" y="1839"/>
                  <a:ext cx="267" cy="108"/>
                </a:xfrm>
                <a:custGeom>
                  <a:avLst/>
                  <a:gdLst/>
                  <a:ahLst/>
                  <a:cxnLst>
                    <a:cxn ang="0">
                      <a:pos x="0" y="157"/>
                    </a:cxn>
                    <a:cxn ang="0">
                      <a:pos x="0" y="448"/>
                    </a:cxn>
                    <a:cxn ang="0">
                      <a:pos x="938" y="448"/>
                    </a:cxn>
                    <a:cxn ang="0">
                      <a:pos x="1116" y="322"/>
                    </a:cxn>
                    <a:cxn ang="0">
                      <a:pos x="1116" y="0"/>
                    </a:cxn>
                    <a:cxn ang="0">
                      <a:pos x="211" y="0"/>
                    </a:cxn>
                    <a:cxn ang="0">
                      <a:pos x="0" y="157"/>
                    </a:cxn>
                  </a:cxnLst>
                  <a:rect l="0" t="0" r="r" b="b"/>
                  <a:pathLst>
                    <a:path w="1117" h="449">
                      <a:moveTo>
                        <a:pt x="0" y="157"/>
                      </a:moveTo>
                      <a:lnTo>
                        <a:pt x="0" y="448"/>
                      </a:lnTo>
                      <a:lnTo>
                        <a:pt x="938" y="448"/>
                      </a:lnTo>
                      <a:lnTo>
                        <a:pt x="1116" y="322"/>
                      </a:lnTo>
                      <a:lnTo>
                        <a:pt x="1116" y="0"/>
                      </a:lnTo>
                      <a:lnTo>
                        <a:pt x="211" y="0"/>
                      </a:lnTo>
                      <a:lnTo>
                        <a:pt x="0" y="157"/>
                      </a:lnTo>
                    </a:path>
                  </a:pathLst>
                </a:custGeom>
                <a:solidFill>
                  <a:srgbClr val="91919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45623" name="Rectangle 183"/>
                <p:cNvSpPr>
                  <a:spLocks noChangeArrowheads="1"/>
                </p:cNvSpPr>
                <p:nvPr/>
              </p:nvSpPr>
              <p:spPr bwMode="auto">
                <a:xfrm>
                  <a:off x="2384" y="1881"/>
                  <a:ext cx="205" cy="53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24" name="Rectangle 184"/>
                <p:cNvSpPr>
                  <a:spLocks noChangeArrowheads="1"/>
                </p:cNvSpPr>
                <p:nvPr/>
              </p:nvSpPr>
              <p:spPr bwMode="auto">
                <a:xfrm>
                  <a:off x="2395" y="1890"/>
                  <a:ext cx="194" cy="44"/>
                </a:xfrm>
                <a:prstGeom prst="rect">
                  <a:avLst/>
                </a:prstGeom>
                <a:solidFill>
                  <a:schemeClr val="folHlink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25" name="Rectangle 185"/>
                <p:cNvSpPr>
                  <a:spLocks noChangeArrowheads="1"/>
                </p:cNvSpPr>
                <p:nvPr/>
              </p:nvSpPr>
              <p:spPr bwMode="auto">
                <a:xfrm>
                  <a:off x="2512" y="1901"/>
                  <a:ext cx="68" cy="10"/>
                </a:xfrm>
                <a:prstGeom prst="rect">
                  <a:avLst/>
                </a:prstGeom>
                <a:solidFill>
                  <a:schemeClr val="tx1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26" name="Rectangle 186"/>
                <p:cNvSpPr>
                  <a:spLocks noChangeArrowheads="1"/>
                </p:cNvSpPr>
                <p:nvPr/>
              </p:nvSpPr>
              <p:spPr bwMode="auto">
                <a:xfrm>
                  <a:off x="2400" y="1900"/>
                  <a:ext cx="24" cy="14"/>
                </a:xfrm>
                <a:prstGeom prst="rect">
                  <a:avLst/>
                </a:prstGeom>
                <a:solidFill>
                  <a:srgbClr val="037C03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27" name="Freeform 187"/>
                <p:cNvSpPr>
                  <a:spLocks/>
                </p:cNvSpPr>
                <p:nvPr/>
              </p:nvSpPr>
              <p:spPr bwMode="auto">
                <a:xfrm>
                  <a:off x="2407" y="1701"/>
                  <a:ext cx="215" cy="170"/>
                </a:xfrm>
                <a:custGeom>
                  <a:avLst/>
                  <a:gdLst/>
                  <a:ahLst/>
                  <a:cxnLst>
                    <a:cxn ang="0">
                      <a:pos x="0" y="708"/>
                    </a:cxn>
                    <a:cxn ang="0">
                      <a:pos x="740" y="708"/>
                    </a:cxn>
                    <a:cxn ang="0">
                      <a:pos x="898" y="598"/>
                    </a:cxn>
                    <a:cxn ang="0">
                      <a:pos x="898" y="0"/>
                    </a:cxn>
                    <a:cxn ang="0">
                      <a:pos x="126" y="0"/>
                    </a:cxn>
                    <a:cxn ang="0">
                      <a:pos x="0" y="94"/>
                    </a:cxn>
                    <a:cxn ang="0">
                      <a:pos x="0" y="708"/>
                    </a:cxn>
                  </a:cxnLst>
                  <a:rect l="0" t="0" r="r" b="b"/>
                  <a:pathLst>
                    <a:path w="899" h="709">
                      <a:moveTo>
                        <a:pt x="0" y="708"/>
                      </a:moveTo>
                      <a:lnTo>
                        <a:pt x="740" y="708"/>
                      </a:lnTo>
                      <a:lnTo>
                        <a:pt x="898" y="598"/>
                      </a:lnTo>
                      <a:lnTo>
                        <a:pt x="898" y="0"/>
                      </a:lnTo>
                      <a:lnTo>
                        <a:pt x="126" y="0"/>
                      </a:lnTo>
                      <a:lnTo>
                        <a:pt x="0" y="94"/>
                      </a:lnTo>
                      <a:lnTo>
                        <a:pt x="0" y="708"/>
                      </a:lnTo>
                    </a:path>
                  </a:pathLst>
                </a:custGeom>
                <a:solidFill>
                  <a:srgbClr val="333333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grpSp>
              <p:nvGrpSpPr>
                <p:cNvPr id="445628" name="Group 188"/>
                <p:cNvGrpSpPr>
                  <a:grpSpLocks/>
                </p:cNvGrpSpPr>
                <p:nvPr/>
              </p:nvGrpSpPr>
              <p:grpSpPr bwMode="auto">
                <a:xfrm>
                  <a:off x="2395" y="1690"/>
                  <a:ext cx="215" cy="170"/>
                  <a:chOff x="2395" y="1690"/>
                  <a:chExt cx="215" cy="170"/>
                </a:xfrm>
              </p:grpSpPr>
              <p:sp>
                <p:nvSpPr>
                  <p:cNvPr id="445629" name="Freeform 189"/>
                  <p:cNvSpPr>
                    <a:spLocks/>
                  </p:cNvSpPr>
                  <p:nvPr/>
                </p:nvSpPr>
                <p:spPr bwMode="auto">
                  <a:xfrm>
                    <a:off x="2395" y="1690"/>
                    <a:ext cx="215" cy="170"/>
                  </a:xfrm>
                  <a:custGeom>
                    <a:avLst/>
                    <a:gdLst/>
                    <a:ahLst/>
                    <a:cxnLst>
                      <a:cxn ang="0">
                        <a:pos x="0" y="708"/>
                      </a:cxn>
                      <a:cxn ang="0">
                        <a:pos x="740" y="708"/>
                      </a:cxn>
                      <a:cxn ang="0">
                        <a:pos x="898" y="598"/>
                      </a:cxn>
                      <a:cxn ang="0">
                        <a:pos x="898" y="0"/>
                      </a:cxn>
                      <a:cxn ang="0">
                        <a:pos x="126" y="0"/>
                      </a:cxn>
                      <a:cxn ang="0">
                        <a:pos x="0" y="94"/>
                      </a:cxn>
                      <a:cxn ang="0">
                        <a:pos x="0" y="708"/>
                      </a:cxn>
                    </a:cxnLst>
                    <a:rect l="0" t="0" r="r" b="b"/>
                    <a:pathLst>
                      <a:path w="899" h="709">
                        <a:moveTo>
                          <a:pt x="0" y="708"/>
                        </a:moveTo>
                        <a:lnTo>
                          <a:pt x="740" y="708"/>
                        </a:lnTo>
                        <a:lnTo>
                          <a:pt x="898" y="598"/>
                        </a:lnTo>
                        <a:lnTo>
                          <a:pt x="898" y="0"/>
                        </a:lnTo>
                        <a:lnTo>
                          <a:pt x="126" y="0"/>
                        </a:lnTo>
                        <a:lnTo>
                          <a:pt x="0" y="94"/>
                        </a:lnTo>
                        <a:lnTo>
                          <a:pt x="0" y="708"/>
                        </a:lnTo>
                      </a:path>
                    </a:pathLst>
                  </a:custGeom>
                  <a:solidFill>
                    <a:srgbClr val="919191"/>
                  </a:solidFill>
                  <a:ln w="12700" cap="rnd" cmpd="sng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45630" name="Rectangle 190"/>
                  <p:cNvSpPr>
                    <a:spLocks noChangeArrowheads="1"/>
                  </p:cNvSpPr>
                  <p:nvPr/>
                </p:nvSpPr>
                <p:spPr bwMode="auto">
                  <a:xfrm>
                    <a:off x="2407" y="1716"/>
                    <a:ext cx="161" cy="132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631" name="Rectangle 191"/>
                  <p:cNvSpPr>
                    <a:spLocks noChangeArrowheads="1"/>
                  </p:cNvSpPr>
                  <p:nvPr/>
                </p:nvSpPr>
                <p:spPr bwMode="auto">
                  <a:xfrm>
                    <a:off x="2407" y="1716"/>
                    <a:ext cx="150" cy="123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632" name="Rectangle 192"/>
                  <p:cNvSpPr>
                    <a:spLocks noChangeArrowheads="1"/>
                  </p:cNvSpPr>
                  <p:nvPr/>
                </p:nvSpPr>
                <p:spPr bwMode="auto">
                  <a:xfrm>
                    <a:off x="2427" y="1701"/>
                    <a:ext cx="154" cy="13"/>
                  </a:xfrm>
                  <a:prstGeom prst="rect">
                    <a:avLst/>
                  </a:prstGeom>
                  <a:solidFill>
                    <a:schemeClr val="folHlink"/>
                  </a:solidFill>
                  <a:ln w="12700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633" name="Rectangle 193"/>
                  <p:cNvSpPr>
                    <a:spLocks noChangeArrowheads="1"/>
                  </p:cNvSpPr>
                  <p:nvPr/>
                </p:nvSpPr>
                <p:spPr bwMode="auto">
                  <a:xfrm>
                    <a:off x="2415" y="1727"/>
                    <a:ext cx="130" cy="100"/>
                  </a:xfrm>
                  <a:prstGeom prst="rect">
                    <a:avLst/>
                  </a:prstGeom>
                  <a:solidFill>
                    <a:srgbClr val="919191"/>
                  </a:solidFill>
                  <a:ln w="12700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634" name="Rectangle 194"/>
                  <p:cNvSpPr>
                    <a:spLocks noChangeArrowheads="1"/>
                  </p:cNvSpPr>
                  <p:nvPr/>
                </p:nvSpPr>
                <p:spPr bwMode="auto">
                  <a:xfrm>
                    <a:off x="2423" y="1735"/>
                    <a:ext cx="113" cy="83"/>
                  </a:xfrm>
                  <a:prstGeom prst="rect">
                    <a:avLst/>
                  </a:prstGeom>
                  <a:solidFill>
                    <a:schemeClr val="tx1"/>
                  </a:solidFill>
                  <a:ln w="12700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635" name="Rectangle 195"/>
                  <p:cNvSpPr>
                    <a:spLocks noChangeArrowheads="1"/>
                  </p:cNvSpPr>
                  <p:nvPr/>
                </p:nvSpPr>
                <p:spPr bwMode="auto">
                  <a:xfrm>
                    <a:off x="2432" y="1745"/>
                    <a:ext cx="104" cy="73"/>
                  </a:xfrm>
                  <a:prstGeom prst="rect">
                    <a:avLst/>
                  </a:prstGeom>
                  <a:solidFill>
                    <a:srgbClr val="063DE8"/>
                  </a:solidFill>
                  <a:ln w="12700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</p:grpSp>
          </p:grpSp>
          <p:grpSp>
            <p:nvGrpSpPr>
              <p:cNvPr id="445636" name="Group 196"/>
              <p:cNvGrpSpPr>
                <a:grpSpLocks/>
              </p:cNvGrpSpPr>
              <p:nvPr/>
            </p:nvGrpSpPr>
            <p:grpSpPr bwMode="auto">
              <a:xfrm>
                <a:off x="4261" y="1725"/>
                <a:ext cx="118" cy="142"/>
                <a:chOff x="847" y="1168"/>
                <a:chExt cx="747" cy="909"/>
              </a:xfrm>
            </p:grpSpPr>
            <p:sp>
              <p:nvSpPr>
                <p:cNvPr id="445637" name="Freeform 197"/>
                <p:cNvSpPr>
                  <a:spLocks/>
                </p:cNvSpPr>
                <p:nvPr/>
              </p:nvSpPr>
              <p:spPr bwMode="auto">
                <a:xfrm>
                  <a:off x="986" y="1290"/>
                  <a:ext cx="489" cy="733"/>
                </a:xfrm>
                <a:custGeom>
                  <a:avLst/>
                  <a:gdLst/>
                  <a:ahLst/>
                  <a:cxnLst>
                    <a:cxn ang="0">
                      <a:pos x="488" y="14"/>
                    </a:cxn>
                    <a:cxn ang="0">
                      <a:pos x="488" y="497"/>
                    </a:cxn>
                    <a:cxn ang="0">
                      <a:pos x="285" y="497"/>
                    </a:cxn>
                    <a:cxn ang="0">
                      <a:pos x="285" y="732"/>
                    </a:cxn>
                    <a:cxn ang="0">
                      <a:pos x="0" y="732"/>
                    </a:cxn>
                    <a:cxn ang="0">
                      <a:pos x="0" y="0"/>
                    </a:cxn>
                    <a:cxn ang="0">
                      <a:pos x="488" y="14"/>
                    </a:cxn>
                  </a:cxnLst>
                  <a:rect l="0" t="0" r="r" b="b"/>
                  <a:pathLst>
                    <a:path w="489" h="733">
                      <a:moveTo>
                        <a:pt x="488" y="14"/>
                      </a:moveTo>
                      <a:lnTo>
                        <a:pt x="488" y="497"/>
                      </a:lnTo>
                      <a:lnTo>
                        <a:pt x="285" y="497"/>
                      </a:lnTo>
                      <a:lnTo>
                        <a:pt x="285" y="732"/>
                      </a:lnTo>
                      <a:lnTo>
                        <a:pt x="0" y="732"/>
                      </a:lnTo>
                      <a:lnTo>
                        <a:pt x="0" y="0"/>
                      </a:lnTo>
                      <a:lnTo>
                        <a:pt x="488" y="14"/>
                      </a:lnTo>
                    </a:path>
                  </a:pathLst>
                </a:custGeom>
                <a:solidFill>
                  <a:schemeClr val="bg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45638" name="Rectangle 198"/>
                <p:cNvSpPr>
                  <a:spLocks noChangeArrowheads="1"/>
                </p:cNvSpPr>
                <p:nvPr/>
              </p:nvSpPr>
              <p:spPr bwMode="auto">
                <a:xfrm>
                  <a:off x="1282" y="1853"/>
                  <a:ext cx="84" cy="184"/>
                </a:xfrm>
                <a:prstGeom prst="rect">
                  <a:avLst/>
                </a:prstGeom>
                <a:solidFill>
                  <a:srgbClr val="919191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39" name="Rectangle 199"/>
                <p:cNvSpPr>
                  <a:spLocks noChangeArrowheads="1"/>
                </p:cNvSpPr>
                <p:nvPr/>
              </p:nvSpPr>
              <p:spPr bwMode="auto">
                <a:xfrm>
                  <a:off x="1494" y="1590"/>
                  <a:ext cx="53" cy="54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40" name="Rectangle 200"/>
                <p:cNvSpPr>
                  <a:spLocks noChangeArrowheads="1"/>
                </p:cNvSpPr>
                <p:nvPr/>
              </p:nvSpPr>
              <p:spPr bwMode="auto">
                <a:xfrm>
                  <a:off x="1456" y="1339"/>
                  <a:ext cx="48" cy="305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41" name="Rectangle 201"/>
                <p:cNvSpPr>
                  <a:spLocks noChangeArrowheads="1"/>
                </p:cNvSpPr>
                <p:nvPr/>
              </p:nvSpPr>
              <p:spPr bwMode="auto">
                <a:xfrm>
                  <a:off x="936" y="1929"/>
                  <a:ext cx="197" cy="104"/>
                </a:xfrm>
                <a:prstGeom prst="rect">
                  <a:avLst/>
                </a:prstGeom>
                <a:solidFill>
                  <a:srgbClr val="3366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42" name="Freeform 202"/>
                <p:cNvSpPr>
                  <a:spLocks/>
                </p:cNvSpPr>
                <p:nvPr/>
              </p:nvSpPr>
              <p:spPr bwMode="auto">
                <a:xfrm>
                  <a:off x="847" y="1168"/>
                  <a:ext cx="747" cy="740"/>
                </a:xfrm>
                <a:custGeom>
                  <a:avLst/>
                  <a:gdLst/>
                  <a:ahLst/>
                  <a:cxnLst>
                    <a:cxn ang="0">
                      <a:pos x="706" y="214"/>
                    </a:cxn>
                    <a:cxn ang="0">
                      <a:pos x="747" y="214"/>
                    </a:cxn>
                    <a:cxn ang="0">
                      <a:pos x="747" y="83"/>
                    </a:cxn>
                    <a:cxn ang="0">
                      <a:pos x="702" y="83"/>
                    </a:cxn>
                    <a:cxn ang="0">
                      <a:pos x="702" y="42"/>
                    </a:cxn>
                    <a:cxn ang="0">
                      <a:pos x="606" y="42"/>
                    </a:cxn>
                    <a:cxn ang="0">
                      <a:pos x="606" y="0"/>
                    </a:cxn>
                    <a:cxn ang="0">
                      <a:pos x="217" y="0"/>
                    </a:cxn>
                    <a:cxn ang="0">
                      <a:pos x="217" y="38"/>
                    </a:cxn>
                    <a:cxn ang="0">
                      <a:pos x="128" y="38"/>
                    </a:cxn>
                    <a:cxn ang="0">
                      <a:pos x="128" y="86"/>
                    </a:cxn>
                    <a:cxn ang="0">
                      <a:pos x="83" y="86"/>
                    </a:cxn>
                    <a:cxn ang="0">
                      <a:pos x="83" y="126"/>
                    </a:cxn>
                    <a:cxn ang="0">
                      <a:pos x="42" y="126"/>
                    </a:cxn>
                    <a:cxn ang="0">
                      <a:pos x="42" y="216"/>
                    </a:cxn>
                    <a:cxn ang="0">
                      <a:pos x="0" y="216"/>
                    </a:cxn>
                    <a:cxn ang="0">
                      <a:pos x="0" y="521"/>
                    </a:cxn>
                    <a:cxn ang="0">
                      <a:pos x="45" y="521"/>
                    </a:cxn>
                    <a:cxn ang="0">
                      <a:pos x="45" y="611"/>
                    </a:cxn>
                    <a:cxn ang="0">
                      <a:pos x="86" y="611"/>
                    </a:cxn>
                    <a:cxn ang="0">
                      <a:pos x="86" y="690"/>
                    </a:cxn>
                    <a:cxn ang="0">
                      <a:pos x="133" y="690"/>
                    </a:cxn>
                    <a:cxn ang="0">
                      <a:pos x="133" y="740"/>
                    </a:cxn>
                    <a:cxn ang="0">
                      <a:pos x="174" y="740"/>
                    </a:cxn>
                    <a:cxn ang="0">
                      <a:pos x="174" y="692"/>
                    </a:cxn>
                    <a:cxn ang="0">
                      <a:pos x="257" y="692"/>
                    </a:cxn>
                    <a:cxn ang="0">
                      <a:pos x="257" y="605"/>
                    </a:cxn>
                    <a:cxn ang="0">
                      <a:pos x="303" y="605"/>
                    </a:cxn>
                    <a:cxn ang="0">
                      <a:pos x="303" y="561"/>
                    </a:cxn>
                    <a:cxn ang="0">
                      <a:pos x="337" y="560"/>
                    </a:cxn>
                    <a:cxn ang="0">
                      <a:pos x="337" y="522"/>
                    </a:cxn>
                    <a:cxn ang="0">
                      <a:pos x="303" y="523"/>
                    </a:cxn>
                    <a:cxn ang="0">
                      <a:pos x="303" y="480"/>
                    </a:cxn>
                    <a:cxn ang="0">
                      <a:pos x="260" y="480"/>
                    </a:cxn>
                    <a:cxn ang="0">
                      <a:pos x="260" y="395"/>
                    </a:cxn>
                    <a:cxn ang="0">
                      <a:pos x="303" y="395"/>
                    </a:cxn>
                    <a:cxn ang="0">
                      <a:pos x="303" y="347"/>
                    </a:cxn>
                    <a:cxn ang="0">
                      <a:pos x="391" y="347"/>
                    </a:cxn>
                    <a:cxn ang="0">
                      <a:pos x="391" y="302"/>
                    </a:cxn>
                    <a:cxn ang="0">
                      <a:pos x="437" y="302"/>
                    </a:cxn>
                    <a:cxn ang="0">
                      <a:pos x="437" y="263"/>
                    </a:cxn>
                    <a:cxn ang="0">
                      <a:pos x="489" y="263"/>
                    </a:cxn>
                    <a:cxn ang="0">
                      <a:pos x="489" y="214"/>
                    </a:cxn>
                    <a:cxn ang="0">
                      <a:pos x="532" y="214"/>
                    </a:cxn>
                    <a:cxn ang="0">
                      <a:pos x="532" y="178"/>
                    </a:cxn>
                    <a:cxn ang="0">
                      <a:pos x="656" y="178"/>
                    </a:cxn>
                    <a:cxn ang="0">
                      <a:pos x="656" y="250"/>
                    </a:cxn>
                    <a:cxn ang="0">
                      <a:pos x="706" y="252"/>
                    </a:cxn>
                    <a:cxn ang="0">
                      <a:pos x="706" y="214"/>
                    </a:cxn>
                  </a:cxnLst>
                  <a:rect l="0" t="0" r="r" b="b"/>
                  <a:pathLst>
                    <a:path w="747" h="740">
                      <a:moveTo>
                        <a:pt x="706" y="214"/>
                      </a:moveTo>
                      <a:lnTo>
                        <a:pt x="747" y="214"/>
                      </a:lnTo>
                      <a:lnTo>
                        <a:pt x="747" y="83"/>
                      </a:lnTo>
                      <a:lnTo>
                        <a:pt x="702" y="83"/>
                      </a:lnTo>
                      <a:lnTo>
                        <a:pt x="702" y="42"/>
                      </a:lnTo>
                      <a:lnTo>
                        <a:pt x="606" y="42"/>
                      </a:lnTo>
                      <a:lnTo>
                        <a:pt x="606" y="0"/>
                      </a:lnTo>
                      <a:lnTo>
                        <a:pt x="217" y="0"/>
                      </a:lnTo>
                      <a:lnTo>
                        <a:pt x="217" y="38"/>
                      </a:lnTo>
                      <a:lnTo>
                        <a:pt x="128" y="38"/>
                      </a:lnTo>
                      <a:lnTo>
                        <a:pt x="128" y="86"/>
                      </a:lnTo>
                      <a:lnTo>
                        <a:pt x="83" y="86"/>
                      </a:lnTo>
                      <a:lnTo>
                        <a:pt x="83" y="126"/>
                      </a:lnTo>
                      <a:lnTo>
                        <a:pt x="42" y="126"/>
                      </a:lnTo>
                      <a:lnTo>
                        <a:pt x="42" y="216"/>
                      </a:lnTo>
                      <a:lnTo>
                        <a:pt x="0" y="216"/>
                      </a:lnTo>
                      <a:lnTo>
                        <a:pt x="0" y="521"/>
                      </a:lnTo>
                      <a:lnTo>
                        <a:pt x="45" y="521"/>
                      </a:lnTo>
                      <a:lnTo>
                        <a:pt x="45" y="611"/>
                      </a:lnTo>
                      <a:lnTo>
                        <a:pt x="86" y="611"/>
                      </a:lnTo>
                      <a:lnTo>
                        <a:pt x="86" y="690"/>
                      </a:lnTo>
                      <a:lnTo>
                        <a:pt x="133" y="690"/>
                      </a:lnTo>
                      <a:lnTo>
                        <a:pt x="133" y="740"/>
                      </a:lnTo>
                      <a:lnTo>
                        <a:pt x="174" y="740"/>
                      </a:lnTo>
                      <a:lnTo>
                        <a:pt x="174" y="692"/>
                      </a:lnTo>
                      <a:lnTo>
                        <a:pt x="257" y="692"/>
                      </a:lnTo>
                      <a:lnTo>
                        <a:pt x="257" y="605"/>
                      </a:lnTo>
                      <a:lnTo>
                        <a:pt x="303" y="605"/>
                      </a:lnTo>
                      <a:lnTo>
                        <a:pt x="303" y="561"/>
                      </a:lnTo>
                      <a:lnTo>
                        <a:pt x="337" y="560"/>
                      </a:lnTo>
                      <a:lnTo>
                        <a:pt x="337" y="522"/>
                      </a:lnTo>
                      <a:lnTo>
                        <a:pt x="303" y="523"/>
                      </a:lnTo>
                      <a:lnTo>
                        <a:pt x="303" y="480"/>
                      </a:lnTo>
                      <a:lnTo>
                        <a:pt x="260" y="480"/>
                      </a:lnTo>
                      <a:lnTo>
                        <a:pt x="260" y="395"/>
                      </a:lnTo>
                      <a:lnTo>
                        <a:pt x="303" y="395"/>
                      </a:lnTo>
                      <a:lnTo>
                        <a:pt x="303" y="347"/>
                      </a:lnTo>
                      <a:lnTo>
                        <a:pt x="391" y="347"/>
                      </a:lnTo>
                      <a:lnTo>
                        <a:pt x="391" y="302"/>
                      </a:lnTo>
                      <a:lnTo>
                        <a:pt x="437" y="302"/>
                      </a:lnTo>
                      <a:lnTo>
                        <a:pt x="437" y="263"/>
                      </a:lnTo>
                      <a:lnTo>
                        <a:pt x="489" y="263"/>
                      </a:lnTo>
                      <a:lnTo>
                        <a:pt x="489" y="214"/>
                      </a:lnTo>
                      <a:lnTo>
                        <a:pt x="532" y="214"/>
                      </a:lnTo>
                      <a:lnTo>
                        <a:pt x="532" y="178"/>
                      </a:lnTo>
                      <a:lnTo>
                        <a:pt x="656" y="178"/>
                      </a:lnTo>
                      <a:lnTo>
                        <a:pt x="656" y="250"/>
                      </a:lnTo>
                      <a:lnTo>
                        <a:pt x="706" y="252"/>
                      </a:lnTo>
                      <a:lnTo>
                        <a:pt x="706" y="214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45643" name="Rectangle 203"/>
                <p:cNvSpPr>
                  <a:spLocks noChangeArrowheads="1"/>
                </p:cNvSpPr>
                <p:nvPr/>
              </p:nvSpPr>
              <p:spPr bwMode="auto">
                <a:xfrm>
                  <a:off x="1460" y="1419"/>
                  <a:ext cx="47" cy="79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44" name="Rectangle 204"/>
                <p:cNvSpPr>
                  <a:spLocks noChangeArrowheads="1"/>
                </p:cNvSpPr>
                <p:nvPr/>
              </p:nvSpPr>
              <p:spPr bwMode="auto">
                <a:xfrm flipH="1">
                  <a:off x="1376" y="1495"/>
                  <a:ext cx="47" cy="47"/>
                </a:xfrm>
                <a:prstGeom prst="rect">
                  <a:avLst/>
                </a:prstGeom>
                <a:solidFill>
                  <a:srgbClr val="063DE8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45" name="Rectangle 205"/>
                <p:cNvSpPr>
                  <a:spLocks noChangeArrowheads="1"/>
                </p:cNvSpPr>
                <p:nvPr/>
              </p:nvSpPr>
              <p:spPr bwMode="auto">
                <a:xfrm flipH="1">
                  <a:off x="1502" y="1499"/>
                  <a:ext cx="47" cy="94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46" name="Rectangle 206"/>
                <p:cNvSpPr>
                  <a:spLocks noChangeArrowheads="1"/>
                </p:cNvSpPr>
                <p:nvPr/>
              </p:nvSpPr>
              <p:spPr bwMode="auto">
                <a:xfrm>
                  <a:off x="1545" y="1593"/>
                  <a:ext cx="47" cy="48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47" name="Rectangle 207"/>
                <p:cNvSpPr>
                  <a:spLocks noChangeArrowheads="1"/>
                </p:cNvSpPr>
                <p:nvPr/>
              </p:nvSpPr>
              <p:spPr bwMode="auto">
                <a:xfrm>
                  <a:off x="935" y="1902"/>
                  <a:ext cx="125" cy="31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48" name="Rectangle 208"/>
                <p:cNvSpPr>
                  <a:spLocks noChangeArrowheads="1"/>
                </p:cNvSpPr>
                <p:nvPr/>
              </p:nvSpPr>
              <p:spPr bwMode="auto">
                <a:xfrm>
                  <a:off x="1058" y="1929"/>
                  <a:ext cx="7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49" name="Rectangle 209"/>
                <p:cNvSpPr>
                  <a:spLocks noChangeArrowheads="1"/>
                </p:cNvSpPr>
                <p:nvPr/>
              </p:nvSpPr>
              <p:spPr bwMode="auto">
                <a:xfrm>
                  <a:off x="1132" y="1974"/>
                  <a:ext cx="77" cy="61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50" name="Rectangle 210"/>
                <p:cNvSpPr>
                  <a:spLocks noChangeArrowheads="1"/>
                </p:cNvSpPr>
                <p:nvPr/>
              </p:nvSpPr>
              <p:spPr bwMode="auto">
                <a:xfrm>
                  <a:off x="935" y="1931"/>
                  <a:ext cx="34" cy="35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51" name="Rectangle 211"/>
                <p:cNvSpPr>
                  <a:spLocks noChangeArrowheads="1"/>
                </p:cNvSpPr>
                <p:nvPr/>
              </p:nvSpPr>
              <p:spPr bwMode="auto">
                <a:xfrm>
                  <a:off x="893" y="1962"/>
                  <a:ext cx="47" cy="73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52" name="Rectangle 212"/>
                <p:cNvSpPr>
                  <a:spLocks noChangeArrowheads="1"/>
                </p:cNvSpPr>
                <p:nvPr/>
              </p:nvSpPr>
              <p:spPr bwMode="auto">
                <a:xfrm>
                  <a:off x="1375" y="1451"/>
                  <a:ext cx="119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53" name="Rectangle 213"/>
                <p:cNvSpPr>
                  <a:spLocks noChangeArrowheads="1"/>
                </p:cNvSpPr>
                <p:nvPr/>
              </p:nvSpPr>
              <p:spPr bwMode="auto">
                <a:xfrm>
                  <a:off x="1412" y="1639"/>
                  <a:ext cx="47" cy="185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54" name="Rectangle 214"/>
                <p:cNvSpPr>
                  <a:spLocks noChangeArrowheads="1"/>
                </p:cNvSpPr>
                <p:nvPr/>
              </p:nvSpPr>
              <p:spPr bwMode="auto">
                <a:xfrm>
                  <a:off x="1196" y="1777"/>
                  <a:ext cx="231" cy="47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55" name="Rectangle 215"/>
                <p:cNvSpPr>
                  <a:spLocks noChangeArrowheads="1"/>
                </p:cNvSpPr>
                <p:nvPr/>
              </p:nvSpPr>
              <p:spPr bwMode="auto">
                <a:xfrm>
                  <a:off x="1240" y="1853"/>
                  <a:ext cx="42" cy="176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56" name="Rectangle 216"/>
                <p:cNvSpPr>
                  <a:spLocks noChangeArrowheads="1"/>
                </p:cNvSpPr>
                <p:nvPr/>
              </p:nvSpPr>
              <p:spPr bwMode="auto">
                <a:xfrm>
                  <a:off x="1208" y="2007"/>
                  <a:ext cx="7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57" name="Rectangle 217"/>
                <p:cNvSpPr>
                  <a:spLocks noChangeArrowheads="1"/>
                </p:cNvSpPr>
                <p:nvPr/>
              </p:nvSpPr>
              <p:spPr bwMode="auto">
                <a:xfrm>
                  <a:off x="1348" y="1943"/>
                  <a:ext cx="169" cy="90"/>
                </a:xfrm>
                <a:prstGeom prst="rect">
                  <a:avLst/>
                </a:prstGeom>
                <a:solidFill>
                  <a:srgbClr val="3366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58" name="Rectangle 218"/>
                <p:cNvSpPr>
                  <a:spLocks noChangeArrowheads="1"/>
                </p:cNvSpPr>
                <p:nvPr/>
              </p:nvSpPr>
              <p:spPr bwMode="auto">
                <a:xfrm>
                  <a:off x="935" y="2030"/>
                  <a:ext cx="573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59" name="Rectangle 219"/>
                <p:cNvSpPr>
                  <a:spLocks noChangeArrowheads="1"/>
                </p:cNvSpPr>
                <p:nvPr/>
              </p:nvSpPr>
              <p:spPr bwMode="auto">
                <a:xfrm>
                  <a:off x="1276" y="1932"/>
                  <a:ext cx="77" cy="103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60" name="Rectangle 220"/>
                <p:cNvSpPr>
                  <a:spLocks noChangeArrowheads="1"/>
                </p:cNvSpPr>
                <p:nvPr/>
              </p:nvSpPr>
              <p:spPr bwMode="auto">
                <a:xfrm flipH="1">
                  <a:off x="1349" y="1825"/>
                  <a:ext cx="47" cy="125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61" name="Rectangle 221"/>
                <p:cNvSpPr>
                  <a:spLocks noChangeArrowheads="1"/>
                </p:cNvSpPr>
                <p:nvPr/>
              </p:nvSpPr>
              <p:spPr bwMode="auto">
                <a:xfrm>
                  <a:off x="1237" y="1811"/>
                  <a:ext cx="113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62" name="Rectangle 222"/>
                <p:cNvSpPr>
                  <a:spLocks noChangeArrowheads="1"/>
                </p:cNvSpPr>
                <p:nvPr/>
              </p:nvSpPr>
              <p:spPr bwMode="auto">
                <a:xfrm flipV="1">
                  <a:off x="1393" y="1903"/>
                  <a:ext cx="83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63" name="Rectangle 223"/>
                <p:cNvSpPr>
                  <a:spLocks noChangeArrowheads="1"/>
                </p:cNvSpPr>
                <p:nvPr/>
              </p:nvSpPr>
              <p:spPr bwMode="auto">
                <a:xfrm flipV="1">
                  <a:off x="1471" y="1945"/>
                  <a:ext cx="4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64" name="Rectangle 224"/>
                <p:cNvSpPr>
                  <a:spLocks noChangeArrowheads="1"/>
                </p:cNvSpPr>
                <p:nvPr/>
              </p:nvSpPr>
              <p:spPr bwMode="auto">
                <a:xfrm flipV="1">
                  <a:off x="1509" y="1987"/>
                  <a:ext cx="4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65" name="Rectangle 225"/>
                <p:cNvSpPr>
                  <a:spLocks noChangeArrowheads="1"/>
                </p:cNvSpPr>
                <p:nvPr/>
              </p:nvSpPr>
              <p:spPr bwMode="auto">
                <a:xfrm>
                  <a:off x="1445" y="1663"/>
                  <a:ext cx="49" cy="156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66" name="Rectangle 226"/>
                <p:cNvSpPr>
                  <a:spLocks noChangeArrowheads="1"/>
                </p:cNvSpPr>
                <p:nvPr/>
              </p:nvSpPr>
              <p:spPr bwMode="auto">
                <a:xfrm>
                  <a:off x="1445" y="1627"/>
                  <a:ext cx="101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667" name="Rectangle 227"/>
                <p:cNvSpPr>
                  <a:spLocks noChangeArrowheads="1"/>
                </p:cNvSpPr>
                <p:nvPr/>
              </p:nvSpPr>
              <p:spPr bwMode="auto">
                <a:xfrm flipV="1">
                  <a:off x="1347" y="1811"/>
                  <a:ext cx="99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445668" name="Text Box 228"/>
              <p:cNvSpPr txBox="1">
                <a:spLocks noChangeArrowheads="1"/>
              </p:cNvSpPr>
              <p:nvPr/>
            </p:nvSpPr>
            <p:spPr bwMode="auto">
              <a:xfrm>
                <a:off x="3836" y="933"/>
                <a:ext cx="432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sz="1200" b="0"/>
                  <a:t>Domaine</a:t>
                </a:r>
              </a:p>
            </p:txBody>
          </p:sp>
          <p:sp>
            <p:nvSpPr>
              <p:cNvPr id="445669" name="Line 229"/>
              <p:cNvSpPr>
                <a:spLocks noChangeShapeType="1"/>
              </p:cNvSpPr>
              <p:nvPr/>
            </p:nvSpPr>
            <p:spPr bwMode="auto">
              <a:xfrm>
                <a:off x="3731" y="1180"/>
                <a:ext cx="156" cy="0"/>
              </a:xfrm>
              <a:prstGeom prst="line">
                <a:avLst/>
              </a:prstGeom>
              <a:noFill/>
              <a:ln w="12700">
                <a:solidFill>
                  <a:srgbClr val="333333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45670" name="Freeform 230"/>
              <p:cNvSpPr>
                <a:spLocks/>
              </p:cNvSpPr>
              <p:nvPr/>
            </p:nvSpPr>
            <p:spPr bwMode="auto">
              <a:xfrm>
                <a:off x="3728" y="1110"/>
                <a:ext cx="152" cy="803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80"/>
                  </a:cxn>
                  <a:cxn ang="0">
                    <a:pos x="240" y="480"/>
                  </a:cxn>
                </a:cxnLst>
                <a:rect l="0" t="0" r="r" b="b"/>
                <a:pathLst>
                  <a:path w="240" h="480">
                    <a:moveTo>
                      <a:pt x="0" y="0"/>
                    </a:moveTo>
                    <a:lnTo>
                      <a:pt x="0" y="480"/>
                    </a:lnTo>
                    <a:lnTo>
                      <a:pt x="240" y="480"/>
                    </a:lnTo>
                  </a:path>
                </a:pathLst>
              </a:custGeom>
              <a:noFill/>
              <a:ln w="12700" cap="flat" cmpd="sng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445671" name="Group 231"/>
              <p:cNvGrpSpPr>
                <a:grpSpLocks/>
              </p:cNvGrpSpPr>
              <p:nvPr/>
            </p:nvGrpSpPr>
            <p:grpSpPr bwMode="auto">
              <a:xfrm>
                <a:off x="3619" y="879"/>
                <a:ext cx="226" cy="233"/>
                <a:chOff x="3084" y="1449"/>
                <a:chExt cx="387" cy="397"/>
              </a:xfrm>
            </p:grpSpPr>
            <p:grpSp>
              <p:nvGrpSpPr>
                <p:cNvPr id="445672" name="Group 232"/>
                <p:cNvGrpSpPr>
                  <a:grpSpLocks/>
                </p:cNvGrpSpPr>
                <p:nvPr/>
              </p:nvGrpSpPr>
              <p:grpSpPr bwMode="auto">
                <a:xfrm>
                  <a:off x="3276" y="1449"/>
                  <a:ext cx="195" cy="325"/>
                  <a:chOff x="3276" y="1449"/>
                  <a:chExt cx="195" cy="325"/>
                </a:xfrm>
              </p:grpSpPr>
              <p:sp>
                <p:nvSpPr>
                  <p:cNvPr id="445673" name="Freeform 233"/>
                  <p:cNvSpPr>
                    <a:spLocks/>
                  </p:cNvSpPr>
                  <p:nvPr/>
                </p:nvSpPr>
                <p:spPr bwMode="auto">
                  <a:xfrm>
                    <a:off x="3285" y="1458"/>
                    <a:ext cx="186" cy="316"/>
                  </a:xfrm>
                  <a:custGeom>
                    <a:avLst/>
                    <a:gdLst/>
                    <a:ahLst/>
                    <a:cxnLst>
                      <a:cxn ang="0">
                        <a:pos x="46" y="1"/>
                      </a:cxn>
                      <a:cxn ang="0">
                        <a:pos x="0" y="43"/>
                      </a:cxn>
                      <a:cxn ang="0">
                        <a:pos x="0" y="318"/>
                      </a:cxn>
                      <a:cxn ang="0">
                        <a:pos x="133" y="318"/>
                      </a:cxn>
                      <a:cxn ang="0">
                        <a:pos x="184" y="267"/>
                      </a:cxn>
                      <a:cxn ang="0">
                        <a:pos x="184" y="0"/>
                      </a:cxn>
                      <a:cxn ang="0">
                        <a:pos x="46" y="1"/>
                      </a:cxn>
                    </a:cxnLst>
                    <a:rect l="0" t="0" r="r" b="b"/>
                    <a:pathLst>
                      <a:path w="184" h="318">
                        <a:moveTo>
                          <a:pt x="46" y="1"/>
                        </a:moveTo>
                        <a:lnTo>
                          <a:pt x="0" y="43"/>
                        </a:lnTo>
                        <a:lnTo>
                          <a:pt x="0" y="318"/>
                        </a:lnTo>
                        <a:lnTo>
                          <a:pt x="133" y="318"/>
                        </a:lnTo>
                        <a:lnTo>
                          <a:pt x="184" y="267"/>
                        </a:lnTo>
                        <a:lnTo>
                          <a:pt x="184" y="0"/>
                        </a:lnTo>
                        <a:lnTo>
                          <a:pt x="46" y="1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 cap="flat" cmpd="sng">
                    <a:noFill/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674" name="Freeform 234"/>
                  <p:cNvSpPr>
                    <a:spLocks/>
                  </p:cNvSpPr>
                  <p:nvPr/>
                </p:nvSpPr>
                <p:spPr bwMode="auto">
                  <a:xfrm>
                    <a:off x="3276" y="1449"/>
                    <a:ext cx="182" cy="314"/>
                  </a:xfrm>
                  <a:custGeom>
                    <a:avLst/>
                    <a:gdLst/>
                    <a:ahLst/>
                    <a:cxnLst>
                      <a:cxn ang="0">
                        <a:pos x="46" y="1"/>
                      </a:cxn>
                      <a:cxn ang="0">
                        <a:pos x="0" y="43"/>
                      </a:cxn>
                      <a:cxn ang="0">
                        <a:pos x="0" y="318"/>
                      </a:cxn>
                      <a:cxn ang="0">
                        <a:pos x="133" y="318"/>
                      </a:cxn>
                      <a:cxn ang="0">
                        <a:pos x="184" y="267"/>
                      </a:cxn>
                      <a:cxn ang="0">
                        <a:pos x="184" y="0"/>
                      </a:cxn>
                      <a:cxn ang="0">
                        <a:pos x="46" y="1"/>
                      </a:cxn>
                    </a:cxnLst>
                    <a:rect l="0" t="0" r="r" b="b"/>
                    <a:pathLst>
                      <a:path w="184" h="318">
                        <a:moveTo>
                          <a:pt x="46" y="1"/>
                        </a:moveTo>
                        <a:lnTo>
                          <a:pt x="0" y="43"/>
                        </a:lnTo>
                        <a:lnTo>
                          <a:pt x="0" y="318"/>
                        </a:lnTo>
                        <a:lnTo>
                          <a:pt x="133" y="318"/>
                        </a:lnTo>
                        <a:lnTo>
                          <a:pt x="184" y="267"/>
                        </a:lnTo>
                        <a:lnTo>
                          <a:pt x="184" y="0"/>
                        </a:lnTo>
                        <a:lnTo>
                          <a:pt x="46" y="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9525" cap="flat" cmpd="sng">
                    <a:solidFill>
                      <a:srgbClr val="808080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675" name="Rectangle 235"/>
                  <p:cNvSpPr>
                    <a:spLocks noChangeArrowheads="1"/>
                  </p:cNvSpPr>
                  <p:nvPr/>
                </p:nvSpPr>
                <p:spPr bwMode="auto">
                  <a:xfrm>
                    <a:off x="3279" y="1495"/>
                    <a:ext cx="127" cy="261"/>
                  </a:xfrm>
                  <a:prstGeom prst="rect">
                    <a:avLst/>
                  </a:prstGeom>
                  <a:solidFill>
                    <a:srgbClr val="EAEAEA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676" name="Freeform 236"/>
                  <p:cNvSpPr>
                    <a:spLocks/>
                  </p:cNvSpPr>
                  <p:nvPr/>
                </p:nvSpPr>
                <p:spPr bwMode="auto">
                  <a:xfrm>
                    <a:off x="3278" y="1454"/>
                    <a:ext cx="175" cy="40"/>
                  </a:xfrm>
                  <a:custGeom>
                    <a:avLst/>
                    <a:gdLst/>
                    <a:ahLst/>
                    <a:cxnLst>
                      <a:cxn ang="0">
                        <a:pos x="0" y="40"/>
                      </a:cxn>
                      <a:cxn ang="0">
                        <a:pos x="131" y="40"/>
                      </a:cxn>
                      <a:cxn ang="0">
                        <a:pos x="177" y="0"/>
                      </a:cxn>
                    </a:cxnLst>
                    <a:rect l="0" t="0" r="r" b="b"/>
                    <a:pathLst>
                      <a:path w="177" h="40">
                        <a:moveTo>
                          <a:pt x="0" y="40"/>
                        </a:moveTo>
                        <a:lnTo>
                          <a:pt x="131" y="40"/>
                        </a:lnTo>
                        <a:lnTo>
                          <a:pt x="177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677" name="Freeform 237"/>
                  <p:cNvSpPr>
                    <a:spLocks/>
                  </p:cNvSpPr>
                  <p:nvPr/>
                </p:nvSpPr>
                <p:spPr bwMode="auto">
                  <a:xfrm>
                    <a:off x="3278" y="1546"/>
                    <a:ext cx="175" cy="39"/>
                  </a:xfrm>
                  <a:custGeom>
                    <a:avLst/>
                    <a:gdLst/>
                    <a:ahLst/>
                    <a:cxnLst>
                      <a:cxn ang="0">
                        <a:pos x="0" y="40"/>
                      </a:cxn>
                      <a:cxn ang="0">
                        <a:pos x="131" y="40"/>
                      </a:cxn>
                      <a:cxn ang="0">
                        <a:pos x="177" y="0"/>
                      </a:cxn>
                    </a:cxnLst>
                    <a:rect l="0" t="0" r="r" b="b"/>
                    <a:pathLst>
                      <a:path w="177" h="40">
                        <a:moveTo>
                          <a:pt x="0" y="40"/>
                        </a:moveTo>
                        <a:lnTo>
                          <a:pt x="131" y="40"/>
                        </a:lnTo>
                        <a:lnTo>
                          <a:pt x="177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rgbClr val="808080"/>
                    </a:solidFill>
                    <a:prstDash val="solid"/>
                    <a:round/>
                    <a:headEnd/>
                    <a:tailEnd/>
                  </a:ln>
                  <a:effectLst>
                    <a:outerShdw dist="12700" dir="5400000" algn="ctr" rotWithShape="0">
                      <a:schemeClr val="bg1"/>
                    </a:outerShdw>
                  </a:effectLst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678" name="Line 238"/>
                  <p:cNvSpPr>
                    <a:spLocks noChangeShapeType="1"/>
                  </p:cNvSpPr>
                  <p:nvPr/>
                </p:nvSpPr>
                <p:spPr bwMode="auto">
                  <a:xfrm>
                    <a:off x="3354" y="1732"/>
                    <a:ext cx="3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445679" name="Group 239"/>
                <p:cNvGrpSpPr>
                  <a:grpSpLocks/>
                </p:cNvGrpSpPr>
                <p:nvPr/>
              </p:nvGrpSpPr>
              <p:grpSpPr bwMode="auto">
                <a:xfrm>
                  <a:off x="3084" y="1473"/>
                  <a:ext cx="195" cy="325"/>
                  <a:chOff x="3276" y="1449"/>
                  <a:chExt cx="195" cy="325"/>
                </a:xfrm>
              </p:grpSpPr>
              <p:sp>
                <p:nvSpPr>
                  <p:cNvPr id="445680" name="Freeform 240"/>
                  <p:cNvSpPr>
                    <a:spLocks/>
                  </p:cNvSpPr>
                  <p:nvPr/>
                </p:nvSpPr>
                <p:spPr bwMode="auto">
                  <a:xfrm>
                    <a:off x="3285" y="1458"/>
                    <a:ext cx="186" cy="316"/>
                  </a:xfrm>
                  <a:custGeom>
                    <a:avLst/>
                    <a:gdLst/>
                    <a:ahLst/>
                    <a:cxnLst>
                      <a:cxn ang="0">
                        <a:pos x="46" y="1"/>
                      </a:cxn>
                      <a:cxn ang="0">
                        <a:pos x="0" y="43"/>
                      </a:cxn>
                      <a:cxn ang="0">
                        <a:pos x="0" y="318"/>
                      </a:cxn>
                      <a:cxn ang="0">
                        <a:pos x="133" y="318"/>
                      </a:cxn>
                      <a:cxn ang="0">
                        <a:pos x="184" y="267"/>
                      </a:cxn>
                      <a:cxn ang="0">
                        <a:pos x="184" y="0"/>
                      </a:cxn>
                      <a:cxn ang="0">
                        <a:pos x="46" y="1"/>
                      </a:cxn>
                    </a:cxnLst>
                    <a:rect l="0" t="0" r="r" b="b"/>
                    <a:pathLst>
                      <a:path w="184" h="318">
                        <a:moveTo>
                          <a:pt x="46" y="1"/>
                        </a:moveTo>
                        <a:lnTo>
                          <a:pt x="0" y="43"/>
                        </a:lnTo>
                        <a:lnTo>
                          <a:pt x="0" y="318"/>
                        </a:lnTo>
                        <a:lnTo>
                          <a:pt x="133" y="318"/>
                        </a:lnTo>
                        <a:lnTo>
                          <a:pt x="184" y="267"/>
                        </a:lnTo>
                        <a:lnTo>
                          <a:pt x="184" y="0"/>
                        </a:lnTo>
                        <a:lnTo>
                          <a:pt x="46" y="1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 cap="flat" cmpd="sng">
                    <a:noFill/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681" name="Freeform 241"/>
                  <p:cNvSpPr>
                    <a:spLocks/>
                  </p:cNvSpPr>
                  <p:nvPr/>
                </p:nvSpPr>
                <p:spPr bwMode="auto">
                  <a:xfrm>
                    <a:off x="3276" y="1449"/>
                    <a:ext cx="182" cy="314"/>
                  </a:xfrm>
                  <a:custGeom>
                    <a:avLst/>
                    <a:gdLst/>
                    <a:ahLst/>
                    <a:cxnLst>
                      <a:cxn ang="0">
                        <a:pos x="46" y="1"/>
                      </a:cxn>
                      <a:cxn ang="0">
                        <a:pos x="0" y="43"/>
                      </a:cxn>
                      <a:cxn ang="0">
                        <a:pos x="0" y="318"/>
                      </a:cxn>
                      <a:cxn ang="0">
                        <a:pos x="133" y="318"/>
                      </a:cxn>
                      <a:cxn ang="0">
                        <a:pos x="184" y="267"/>
                      </a:cxn>
                      <a:cxn ang="0">
                        <a:pos x="184" y="0"/>
                      </a:cxn>
                      <a:cxn ang="0">
                        <a:pos x="46" y="1"/>
                      </a:cxn>
                    </a:cxnLst>
                    <a:rect l="0" t="0" r="r" b="b"/>
                    <a:pathLst>
                      <a:path w="184" h="318">
                        <a:moveTo>
                          <a:pt x="46" y="1"/>
                        </a:moveTo>
                        <a:lnTo>
                          <a:pt x="0" y="43"/>
                        </a:lnTo>
                        <a:lnTo>
                          <a:pt x="0" y="318"/>
                        </a:lnTo>
                        <a:lnTo>
                          <a:pt x="133" y="318"/>
                        </a:lnTo>
                        <a:lnTo>
                          <a:pt x="184" y="267"/>
                        </a:lnTo>
                        <a:lnTo>
                          <a:pt x="184" y="0"/>
                        </a:lnTo>
                        <a:lnTo>
                          <a:pt x="46" y="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9525" cap="flat" cmpd="sng">
                    <a:solidFill>
                      <a:srgbClr val="808080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682" name="Rectangle 242"/>
                  <p:cNvSpPr>
                    <a:spLocks noChangeArrowheads="1"/>
                  </p:cNvSpPr>
                  <p:nvPr/>
                </p:nvSpPr>
                <p:spPr bwMode="auto">
                  <a:xfrm>
                    <a:off x="3279" y="1495"/>
                    <a:ext cx="127" cy="261"/>
                  </a:xfrm>
                  <a:prstGeom prst="rect">
                    <a:avLst/>
                  </a:prstGeom>
                  <a:solidFill>
                    <a:srgbClr val="EAEAEA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683" name="Freeform 243"/>
                  <p:cNvSpPr>
                    <a:spLocks/>
                  </p:cNvSpPr>
                  <p:nvPr/>
                </p:nvSpPr>
                <p:spPr bwMode="auto">
                  <a:xfrm>
                    <a:off x="3278" y="1454"/>
                    <a:ext cx="175" cy="40"/>
                  </a:xfrm>
                  <a:custGeom>
                    <a:avLst/>
                    <a:gdLst/>
                    <a:ahLst/>
                    <a:cxnLst>
                      <a:cxn ang="0">
                        <a:pos x="0" y="40"/>
                      </a:cxn>
                      <a:cxn ang="0">
                        <a:pos x="131" y="40"/>
                      </a:cxn>
                      <a:cxn ang="0">
                        <a:pos x="177" y="0"/>
                      </a:cxn>
                    </a:cxnLst>
                    <a:rect l="0" t="0" r="r" b="b"/>
                    <a:pathLst>
                      <a:path w="177" h="40">
                        <a:moveTo>
                          <a:pt x="0" y="40"/>
                        </a:moveTo>
                        <a:lnTo>
                          <a:pt x="131" y="40"/>
                        </a:lnTo>
                        <a:lnTo>
                          <a:pt x="177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684" name="Freeform 244"/>
                  <p:cNvSpPr>
                    <a:spLocks/>
                  </p:cNvSpPr>
                  <p:nvPr/>
                </p:nvSpPr>
                <p:spPr bwMode="auto">
                  <a:xfrm>
                    <a:off x="3278" y="1546"/>
                    <a:ext cx="175" cy="39"/>
                  </a:xfrm>
                  <a:custGeom>
                    <a:avLst/>
                    <a:gdLst/>
                    <a:ahLst/>
                    <a:cxnLst>
                      <a:cxn ang="0">
                        <a:pos x="0" y="40"/>
                      </a:cxn>
                      <a:cxn ang="0">
                        <a:pos x="131" y="40"/>
                      </a:cxn>
                      <a:cxn ang="0">
                        <a:pos x="177" y="0"/>
                      </a:cxn>
                    </a:cxnLst>
                    <a:rect l="0" t="0" r="r" b="b"/>
                    <a:pathLst>
                      <a:path w="177" h="40">
                        <a:moveTo>
                          <a:pt x="0" y="40"/>
                        </a:moveTo>
                        <a:lnTo>
                          <a:pt x="131" y="40"/>
                        </a:lnTo>
                        <a:lnTo>
                          <a:pt x="177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rgbClr val="808080"/>
                    </a:solidFill>
                    <a:prstDash val="solid"/>
                    <a:round/>
                    <a:headEnd/>
                    <a:tailEnd/>
                  </a:ln>
                  <a:effectLst>
                    <a:outerShdw dist="12700" dir="5400000" algn="ctr" rotWithShape="0">
                      <a:schemeClr val="bg1"/>
                    </a:outerShdw>
                  </a:effectLst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685" name="Line 245"/>
                  <p:cNvSpPr>
                    <a:spLocks noChangeShapeType="1"/>
                  </p:cNvSpPr>
                  <p:nvPr/>
                </p:nvSpPr>
                <p:spPr bwMode="auto">
                  <a:xfrm>
                    <a:off x="3354" y="1732"/>
                    <a:ext cx="3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445686" name="Group 246"/>
                <p:cNvGrpSpPr>
                  <a:grpSpLocks/>
                </p:cNvGrpSpPr>
                <p:nvPr/>
              </p:nvGrpSpPr>
              <p:grpSpPr bwMode="auto">
                <a:xfrm>
                  <a:off x="3195" y="1561"/>
                  <a:ext cx="166" cy="285"/>
                  <a:chOff x="2808" y="1601"/>
                  <a:chExt cx="159" cy="270"/>
                </a:xfrm>
              </p:grpSpPr>
              <p:sp>
                <p:nvSpPr>
                  <p:cNvPr id="445687" name="Freeform 247"/>
                  <p:cNvSpPr>
                    <a:spLocks/>
                  </p:cNvSpPr>
                  <p:nvPr/>
                </p:nvSpPr>
                <p:spPr bwMode="auto">
                  <a:xfrm>
                    <a:off x="2814" y="1610"/>
                    <a:ext cx="153" cy="261"/>
                  </a:xfrm>
                  <a:custGeom>
                    <a:avLst/>
                    <a:gdLst/>
                    <a:ahLst/>
                    <a:cxnLst>
                      <a:cxn ang="0">
                        <a:pos x="46" y="1"/>
                      </a:cxn>
                      <a:cxn ang="0">
                        <a:pos x="0" y="43"/>
                      </a:cxn>
                      <a:cxn ang="0">
                        <a:pos x="0" y="318"/>
                      </a:cxn>
                      <a:cxn ang="0">
                        <a:pos x="133" y="318"/>
                      </a:cxn>
                      <a:cxn ang="0">
                        <a:pos x="184" y="267"/>
                      </a:cxn>
                      <a:cxn ang="0">
                        <a:pos x="184" y="0"/>
                      </a:cxn>
                      <a:cxn ang="0">
                        <a:pos x="46" y="1"/>
                      </a:cxn>
                    </a:cxnLst>
                    <a:rect l="0" t="0" r="r" b="b"/>
                    <a:pathLst>
                      <a:path w="184" h="318">
                        <a:moveTo>
                          <a:pt x="46" y="1"/>
                        </a:moveTo>
                        <a:lnTo>
                          <a:pt x="0" y="43"/>
                        </a:lnTo>
                        <a:lnTo>
                          <a:pt x="0" y="318"/>
                        </a:lnTo>
                        <a:lnTo>
                          <a:pt x="133" y="318"/>
                        </a:lnTo>
                        <a:lnTo>
                          <a:pt x="184" y="267"/>
                        </a:lnTo>
                        <a:lnTo>
                          <a:pt x="184" y="0"/>
                        </a:lnTo>
                        <a:lnTo>
                          <a:pt x="46" y="1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 cap="flat" cmpd="sng">
                    <a:noFill/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688" name="Freeform 248"/>
                  <p:cNvSpPr>
                    <a:spLocks/>
                  </p:cNvSpPr>
                  <p:nvPr/>
                </p:nvSpPr>
                <p:spPr bwMode="auto">
                  <a:xfrm>
                    <a:off x="2808" y="1601"/>
                    <a:ext cx="150" cy="259"/>
                  </a:xfrm>
                  <a:custGeom>
                    <a:avLst/>
                    <a:gdLst/>
                    <a:ahLst/>
                    <a:cxnLst>
                      <a:cxn ang="0">
                        <a:pos x="46" y="1"/>
                      </a:cxn>
                      <a:cxn ang="0">
                        <a:pos x="0" y="43"/>
                      </a:cxn>
                      <a:cxn ang="0">
                        <a:pos x="0" y="318"/>
                      </a:cxn>
                      <a:cxn ang="0">
                        <a:pos x="133" y="318"/>
                      </a:cxn>
                      <a:cxn ang="0">
                        <a:pos x="184" y="267"/>
                      </a:cxn>
                      <a:cxn ang="0">
                        <a:pos x="184" y="0"/>
                      </a:cxn>
                      <a:cxn ang="0">
                        <a:pos x="46" y="1"/>
                      </a:cxn>
                    </a:cxnLst>
                    <a:rect l="0" t="0" r="r" b="b"/>
                    <a:pathLst>
                      <a:path w="184" h="318">
                        <a:moveTo>
                          <a:pt x="46" y="1"/>
                        </a:moveTo>
                        <a:lnTo>
                          <a:pt x="0" y="43"/>
                        </a:lnTo>
                        <a:lnTo>
                          <a:pt x="0" y="318"/>
                        </a:lnTo>
                        <a:lnTo>
                          <a:pt x="133" y="318"/>
                        </a:lnTo>
                        <a:lnTo>
                          <a:pt x="184" y="267"/>
                        </a:lnTo>
                        <a:lnTo>
                          <a:pt x="184" y="0"/>
                        </a:lnTo>
                        <a:lnTo>
                          <a:pt x="46" y="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9525" cap="flat" cmpd="sng">
                    <a:solidFill>
                      <a:srgbClr val="808080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689" name="Rectangle 249"/>
                  <p:cNvSpPr>
                    <a:spLocks noChangeArrowheads="1"/>
                  </p:cNvSpPr>
                  <p:nvPr/>
                </p:nvSpPr>
                <p:spPr bwMode="auto">
                  <a:xfrm>
                    <a:off x="2810" y="1639"/>
                    <a:ext cx="105" cy="216"/>
                  </a:xfrm>
                  <a:prstGeom prst="rect">
                    <a:avLst/>
                  </a:prstGeom>
                  <a:solidFill>
                    <a:srgbClr val="EAEAEA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690" name="Freeform 250"/>
                  <p:cNvSpPr>
                    <a:spLocks/>
                  </p:cNvSpPr>
                  <p:nvPr/>
                </p:nvSpPr>
                <p:spPr bwMode="auto">
                  <a:xfrm>
                    <a:off x="2810" y="1605"/>
                    <a:ext cx="144" cy="33"/>
                  </a:xfrm>
                  <a:custGeom>
                    <a:avLst/>
                    <a:gdLst/>
                    <a:ahLst/>
                    <a:cxnLst>
                      <a:cxn ang="0">
                        <a:pos x="0" y="40"/>
                      </a:cxn>
                      <a:cxn ang="0">
                        <a:pos x="131" y="40"/>
                      </a:cxn>
                      <a:cxn ang="0">
                        <a:pos x="177" y="0"/>
                      </a:cxn>
                    </a:cxnLst>
                    <a:rect l="0" t="0" r="r" b="b"/>
                    <a:pathLst>
                      <a:path w="177" h="40">
                        <a:moveTo>
                          <a:pt x="0" y="40"/>
                        </a:moveTo>
                        <a:lnTo>
                          <a:pt x="131" y="40"/>
                        </a:lnTo>
                        <a:lnTo>
                          <a:pt x="177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691" name="Freeform 251"/>
                  <p:cNvSpPr>
                    <a:spLocks/>
                  </p:cNvSpPr>
                  <p:nvPr/>
                </p:nvSpPr>
                <p:spPr bwMode="auto">
                  <a:xfrm>
                    <a:off x="2810" y="1681"/>
                    <a:ext cx="144" cy="33"/>
                  </a:xfrm>
                  <a:custGeom>
                    <a:avLst/>
                    <a:gdLst/>
                    <a:ahLst/>
                    <a:cxnLst>
                      <a:cxn ang="0">
                        <a:pos x="0" y="40"/>
                      </a:cxn>
                      <a:cxn ang="0">
                        <a:pos x="131" y="40"/>
                      </a:cxn>
                      <a:cxn ang="0">
                        <a:pos x="177" y="0"/>
                      </a:cxn>
                    </a:cxnLst>
                    <a:rect l="0" t="0" r="r" b="b"/>
                    <a:pathLst>
                      <a:path w="177" h="40">
                        <a:moveTo>
                          <a:pt x="0" y="40"/>
                        </a:moveTo>
                        <a:lnTo>
                          <a:pt x="131" y="40"/>
                        </a:lnTo>
                        <a:lnTo>
                          <a:pt x="177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rgbClr val="808080"/>
                    </a:solidFill>
                    <a:prstDash val="solid"/>
                    <a:round/>
                    <a:headEnd/>
                    <a:tailEnd/>
                  </a:ln>
                  <a:effectLst>
                    <a:outerShdw dist="12700" dir="5400000" algn="ctr" rotWithShape="0">
                      <a:schemeClr val="bg1"/>
                    </a:outerShdw>
                  </a:effectLst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445692" name="Freeform 252"/>
              <p:cNvSpPr>
                <a:spLocks/>
              </p:cNvSpPr>
              <p:nvPr/>
            </p:nvSpPr>
            <p:spPr bwMode="auto">
              <a:xfrm>
                <a:off x="3958" y="1213"/>
                <a:ext cx="155" cy="10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80"/>
                  </a:cxn>
                  <a:cxn ang="0">
                    <a:pos x="240" y="480"/>
                  </a:cxn>
                </a:cxnLst>
                <a:rect l="0" t="0" r="r" b="b"/>
                <a:pathLst>
                  <a:path w="240" h="480">
                    <a:moveTo>
                      <a:pt x="0" y="0"/>
                    </a:moveTo>
                    <a:lnTo>
                      <a:pt x="0" y="480"/>
                    </a:lnTo>
                    <a:lnTo>
                      <a:pt x="240" y="480"/>
                    </a:lnTo>
                  </a:path>
                </a:pathLst>
              </a:custGeom>
              <a:noFill/>
              <a:ln w="12700" cap="flat" cmpd="sng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445693" name="Group 253"/>
              <p:cNvGrpSpPr>
                <a:grpSpLocks/>
              </p:cNvGrpSpPr>
              <p:nvPr/>
            </p:nvGrpSpPr>
            <p:grpSpPr bwMode="auto">
              <a:xfrm>
                <a:off x="3881" y="1112"/>
                <a:ext cx="145" cy="117"/>
                <a:chOff x="4267" y="1108"/>
                <a:chExt cx="290" cy="233"/>
              </a:xfrm>
            </p:grpSpPr>
            <p:sp>
              <p:nvSpPr>
                <p:cNvPr id="445694" name="Freeform 254"/>
                <p:cNvSpPr>
                  <a:spLocks/>
                </p:cNvSpPr>
                <p:nvPr/>
              </p:nvSpPr>
              <p:spPr bwMode="auto">
                <a:xfrm>
                  <a:off x="4267" y="1108"/>
                  <a:ext cx="290" cy="233"/>
                </a:xfrm>
                <a:custGeom>
                  <a:avLst/>
                  <a:gdLst/>
                  <a:ahLst/>
                  <a:cxnLst>
                    <a:cxn ang="0">
                      <a:pos x="0" y="996"/>
                    </a:cxn>
                    <a:cxn ang="0">
                      <a:pos x="0" y="94"/>
                    </a:cxn>
                    <a:cxn ang="0">
                      <a:pos x="79" y="0"/>
                    </a:cxn>
                    <a:cxn ang="0">
                      <a:pos x="467" y="0"/>
                    </a:cxn>
                    <a:cxn ang="0">
                      <a:pos x="526" y="93"/>
                    </a:cxn>
                    <a:cxn ang="0">
                      <a:pos x="1248" y="94"/>
                    </a:cxn>
                    <a:cxn ang="0">
                      <a:pos x="1248" y="996"/>
                    </a:cxn>
                    <a:cxn ang="0">
                      <a:pos x="0" y="996"/>
                    </a:cxn>
                  </a:cxnLst>
                  <a:rect l="0" t="0" r="r" b="b"/>
                  <a:pathLst>
                    <a:path w="1248" h="996">
                      <a:moveTo>
                        <a:pt x="0" y="996"/>
                      </a:moveTo>
                      <a:lnTo>
                        <a:pt x="0" y="94"/>
                      </a:lnTo>
                      <a:lnTo>
                        <a:pt x="79" y="0"/>
                      </a:lnTo>
                      <a:lnTo>
                        <a:pt x="467" y="0"/>
                      </a:lnTo>
                      <a:lnTo>
                        <a:pt x="526" y="93"/>
                      </a:lnTo>
                      <a:lnTo>
                        <a:pt x="1248" y="94"/>
                      </a:lnTo>
                      <a:lnTo>
                        <a:pt x="1248" y="996"/>
                      </a:lnTo>
                      <a:lnTo>
                        <a:pt x="0" y="996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3175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rgbClr val="C0C0C0"/>
                  </a:outerShdw>
                </a:effectLst>
              </p:spPr>
              <p:txBody>
                <a:bodyPr/>
                <a:lstStyle/>
                <a:p>
                  <a:endParaRPr lang="fr-FR"/>
                </a:p>
              </p:txBody>
            </p:sp>
            <p:grpSp>
              <p:nvGrpSpPr>
                <p:cNvPr id="445695" name="Group 255"/>
                <p:cNvGrpSpPr>
                  <a:grpSpLocks/>
                </p:cNvGrpSpPr>
                <p:nvPr/>
              </p:nvGrpSpPr>
              <p:grpSpPr bwMode="auto">
                <a:xfrm>
                  <a:off x="4300" y="1145"/>
                  <a:ext cx="210" cy="183"/>
                  <a:chOff x="762" y="1114"/>
                  <a:chExt cx="980" cy="855"/>
                </a:xfrm>
              </p:grpSpPr>
              <p:sp>
                <p:nvSpPr>
                  <p:cNvPr id="445696" name="Freeform 256"/>
                  <p:cNvSpPr>
                    <a:spLocks/>
                  </p:cNvSpPr>
                  <p:nvPr/>
                </p:nvSpPr>
                <p:spPr bwMode="auto">
                  <a:xfrm>
                    <a:off x="762" y="1192"/>
                    <a:ext cx="980" cy="777"/>
                  </a:xfrm>
                  <a:custGeom>
                    <a:avLst/>
                    <a:gdLst/>
                    <a:ahLst/>
                    <a:cxnLst>
                      <a:cxn ang="0">
                        <a:pos x="0" y="307"/>
                      </a:cxn>
                      <a:cxn ang="0">
                        <a:pos x="0" y="433"/>
                      </a:cxn>
                      <a:cxn ang="0">
                        <a:pos x="534" y="713"/>
                      </a:cxn>
                      <a:cxn ang="0">
                        <a:pos x="900" y="387"/>
                      </a:cxn>
                      <a:cxn ang="0">
                        <a:pos x="792" y="321"/>
                      </a:cxn>
                      <a:cxn ang="0">
                        <a:pos x="359" y="0"/>
                      </a:cxn>
                    </a:cxnLst>
                    <a:rect l="0" t="0" r="r" b="b"/>
                    <a:pathLst>
                      <a:path w="900" h="713">
                        <a:moveTo>
                          <a:pt x="0" y="307"/>
                        </a:moveTo>
                        <a:lnTo>
                          <a:pt x="0" y="433"/>
                        </a:lnTo>
                        <a:lnTo>
                          <a:pt x="534" y="713"/>
                        </a:lnTo>
                        <a:lnTo>
                          <a:pt x="900" y="387"/>
                        </a:lnTo>
                        <a:lnTo>
                          <a:pt x="792" y="321"/>
                        </a:lnTo>
                        <a:lnTo>
                          <a:pt x="359" y="0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777777"/>
                      </a:gs>
                    </a:gsLst>
                    <a:lin ang="2700000" scaled="1"/>
                  </a:gradFill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45697" name="Freeform 257"/>
                  <p:cNvSpPr>
                    <a:spLocks/>
                  </p:cNvSpPr>
                  <p:nvPr/>
                </p:nvSpPr>
                <p:spPr bwMode="auto">
                  <a:xfrm>
                    <a:off x="808" y="1205"/>
                    <a:ext cx="893" cy="727"/>
                  </a:xfrm>
                  <a:custGeom>
                    <a:avLst/>
                    <a:gdLst/>
                    <a:ahLst/>
                    <a:cxnLst>
                      <a:cxn ang="0">
                        <a:pos x="0" y="288"/>
                      </a:cxn>
                      <a:cxn ang="0">
                        <a:pos x="0" y="409"/>
                      </a:cxn>
                      <a:cxn ang="0">
                        <a:pos x="498" y="667"/>
                      </a:cxn>
                      <a:cxn ang="0">
                        <a:pos x="820" y="379"/>
                      </a:cxn>
                      <a:cxn ang="0">
                        <a:pos x="812" y="327"/>
                      </a:cxn>
                      <a:cxn ang="0">
                        <a:pos x="810" y="285"/>
                      </a:cxn>
                      <a:cxn ang="0">
                        <a:pos x="812" y="235"/>
                      </a:cxn>
                      <a:cxn ang="0">
                        <a:pos x="820" y="187"/>
                      </a:cxn>
                      <a:cxn ang="0">
                        <a:pos x="341" y="0"/>
                      </a:cxn>
                      <a:cxn ang="0">
                        <a:pos x="0" y="288"/>
                      </a:cxn>
                    </a:cxnLst>
                    <a:rect l="0" t="0" r="r" b="b"/>
                    <a:pathLst>
                      <a:path w="820" h="667">
                        <a:moveTo>
                          <a:pt x="0" y="288"/>
                        </a:moveTo>
                        <a:lnTo>
                          <a:pt x="0" y="409"/>
                        </a:lnTo>
                        <a:lnTo>
                          <a:pt x="498" y="667"/>
                        </a:lnTo>
                        <a:lnTo>
                          <a:pt x="820" y="379"/>
                        </a:lnTo>
                        <a:lnTo>
                          <a:pt x="812" y="327"/>
                        </a:lnTo>
                        <a:lnTo>
                          <a:pt x="810" y="285"/>
                        </a:lnTo>
                        <a:lnTo>
                          <a:pt x="812" y="235"/>
                        </a:lnTo>
                        <a:lnTo>
                          <a:pt x="820" y="187"/>
                        </a:lnTo>
                        <a:lnTo>
                          <a:pt x="341" y="0"/>
                        </a:lnTo>
                        <a:lnTo>
                          <a:pt x="0" y="28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FFFCC"/>
                      </a:gs>
                      <a:gs pos="100000">
                        <a:srgbClr val="FFFF66"/>
                      </a:gs>
                    </a:gsLst>
                    <a:lin ang="5400000" scaled="1"/>
                  </a:gradFill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45698" name="Freeform 258"/>
                  <p:cNvSpPr>
                    <a:spLocks/>
                  </p:cNvSpPr>
                  <p:nvPr/>
                </p:nvSpPr>
                <p:spPr bwMode="auto">
                  <a:xfrm>
                    <a:off x="763" y="1114"/>
                    <a:ext cx="883" cy="410"/>
                  </a:xfrm>
                  <a:custGeom>
                    <a:avLst/>
                    <a:gdLst/>
                    <a:ahLst/>
                    <a:cxnLst>
                      <a:cxn ang="0">
                        <a:pos x="367" y="66"/>
                      </a:cxn>
                      <a:cxn ang="0">
                        <a:pos x="0" y="376"/>
                      </a:cxn>
                      <a:cxn ang="0">
                        <a:pos x="432" y="358"/>
                      </a:cxn>
                      <a:cxn ang="0">
                        <a:pos x="811" y="0"/>
                      </a:cxn>
                      <a:cxn ang="0">
                        <a:pos x="367" y="66"/>
                      </a:cxn>
                    </a:cxnLst>
                    <a:rect l="0" t="0" r="r" b="b"/>
                    <a:pathLst>
                      <a:path w="811" h="376">
                        <a:moveTo>
                          <a:pt x="367" y="66"/>
                        </a:moveTo>
                        <a:lnTo>
                          <a:pt x="0" y="376"/>
                        </a:lnTo>
                        <a:lnTo>
                          <a:pt x="432" y="358"/>
                        </a:lnTo>
                        <a:lnTo>
                          <a:pt x="811" y="0"/>
                        </a:lnTo>
                        <a:lnTo>
                          <a:pt x="367" y="6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777777"/>
                      </a:gs>
                    </a:gsLst>
                    <a:lin ang="2700000" scaled="1"/>
                  </a:gradFill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45699" name="Freeform 259"/>
                  <p:cNvSpPr>
                    <a:spLocks/>
                  </p:cNvSpPr>
                  <p:nvPr/>
                </p:nvSpPr>
                <p:spPr bwMode="auto">
                  <a:xfrm>
                    <a:off x="840" y="1412"/>
                    <a:ext cx="854" cy="337"/>
                  </a:xfrm>
                  <a:custGeom>
                    <a:avLst/>
                    <a:gdLst/>
                    <a:ahLst/>
                    <a:cxnLst>
                      <a:cxn ang="0">
                        <a:pos x="784" y="0"/>
                      </a:cxn>
                      <a:cxn ang="0">
                        <a:pos x="463" y="309"/>
                      </a:cxn>
                      <a:cxn ang="0">
                        <a:pos x="0" y="100"/>
                      </a:cxn>
                    </a:cxnLst>
                    <a:rect l="0" t="0" r="r" b="b"/>
                    <a:pathLst>
                      <a:path w="784" h="309">
                        <a:moveTo>
                          <a:pt x="784" y="0"/>
                        </a:moveTo>
                        <a:lnTo>
                          <a:pt x="463" y="309"/>
                        </a:lnTo>
                        <a:lnTo>
                          <a:pt x="0" y="100"/>
                        </a:lnTo>
                      </a:path>
                    </a:pathLst>
                  </a:custGeom>
                  <a:noFill/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445700" name="Text Box 260"/>
              <p:cNvSpPr txBox="1">
                <a:spLocks noChangeArrowheads="1"/>
              </p:cNvSpPr>
              <p:nvPr/>
            </p:nvSpPr>
            <p:spPr bwMode="auto">
              <a:xfrm>
                <a:off x="4010" y="1088"/>
                <a:ext cx="278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sz="1200" b="0"/>
                  <a:t>OU1</a:t>
                </a:r>
              </a:p>
            </p:txBody>
          </p:sp>
          <p:grpSp>
            <p:nvGrpSpPr>
              <p:cNvPr id="445701" name="Group 261"/>
              <p:cNvGrpSpPr>
                <a:grpSpLocks/>
              </p:cNvGrpSpPr>
              <p:nvPr/>
            </p:nvGrpSpPr>
            <p:grpSpPr bwMode="auto">
              <a:xfrm>
                <a:off x="4076" y="1249"/>
                <a:ext cx="146" cy="117"/>
                <a:chOff x="4267" y="1108"/>
                <a:chExt cx="290" cy="233"/>
              </a:xfrm>
            </p:grpSpPr>
            <p:sp>
              <p:nvSpPr>
                <p:cNvPr id="445702" name="Freeform 262"/>
                <p:cNvSpPr>
                  <a:spLocks/>
                </p:cNvSpPr>
                <p:nvPr/>
              </p:nvSpPr>
              <p:spPr bwMode="auto">
                <a:xfrm>
                  <a:off x="4267" y="1108"/>
                  <a:ext cx="290" cy="233"/>
                </a:xfrm>
                <a:custGeom>
                  <a:avLst/>
                  <a:gdLst/>
                  <a:ahLst/>
                  <a:cxnLst>
                    <a:cxn ang="0">
                      <a:pos x="0" y="996"/>
                    </a:cxn>
                    <a:cxn ang="0">
                      <a:pos x="0" y="94"/>
                    </a:cxn>
                    <a:cxn ang="0">
                      <a:pos x="79" y="0"/>
                    </a:cxn>
                    <a:cxn ang="0">
                      <a:pos x="467" y="0"/>
                    </a:cxn>
                    <a:cxn ang="0">
                      <a:pos x="526" y="93"/>
                    </a:cxn>
                    <a:cxn ang="0">
                      <a:pos x="1248" y="94"/>
                    </a:cxn>
                    <a:cxn ang="0">
                      <a:pos x="1248" y="996"/>
                    </a:cxn>
                    <a:cxn ang="0">
                      <a:pos x="0" y="996"/>
                    </a:cxn>
                  </a:cxnLst>
                  <a:rect l="0" t="0" r="r" b="b"/>
                  <a:pathLst>
                    <a:path w="1248" h="996">
                      <a:moveTo>
                        <a:pt x="0" y="996"/>
                      </a:moveTo>
                      <a:lnTo>
                        <a:pt x="0" y="94"/>
                      </a:lnTo>
                      <a:lnTo>
                        <a:pt x="79" y="0"/>
                      </a:lnTo>
                      <a:lnTo>
                        <a:pt x="467" y="0"/>
                      </a:lnTo>
                      <a:lnTo>
                        <a:pt x="526" y="93"/>
                      </a:lnTo>
                      <a:lnTo>
                        <a:pt x="1248" y="94"/>
                      </a:lnTo>
                      <a:lnTo>
                        <a:pt x="1248" y="996"/>
                      </a:lnTo>
                      <a:lnTo>
                        <a:pt x="0" y="996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3175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rgbClr val="C0C0C0"/>
                  </a:outerShdw>
                </a:effectLst>
              </p:spPr>
              <p:txBody>
                <a:bodyPr/>
                <a:lstStyle/>
                <a:p>
                  <a:endParaRPr lang="fr-FR"/>
                </a:p>
              </p:txBody>
            </p:sp>
            <p:grpSp>
              <p:nvGrpSpPr>
                <p:cNvPr id="445703" name="Group 263"/>
                <p:cNvGrpSpPr>
                  <a:grpSpLocks/>
                </p:cNvGrpSpPr>
                <p:nvPr/>
              </p:nvGrpSpPr>
              <p:grpSpPr bwMode="auto">
                <a:xfrm>
                  <a:off x="4300" y="1145"/>
                  <a:ext cx="210" cy="183"/>
                  <a:chOff x="762" y="1114"/>
                  <a:chExt cx="980" cy="855"/>
                </a:xfrm>
              </p:grpSpPr>
              <p:sp>
                <p:nvSpPr>
                  <p:cNvPr id="445704" name="Freeform 264"/>
                  <p:cNvSpPr>
                    <a:spLocks/>
                  </p:cNvSpPr>
                  <p:nvPr/>
                </p:nvSpPr>
                <p:spPr bwMode="auto">
                  <a:xfrm>
                    <a:off x="762" y="1192"/>
                    <a:ext cx="980" cy="777"/>
                  </a:xfrm>
                  <a:custGeom>
                    <a:avLst/>
                    <a:gdLst/>
                    <a:ahLst/>
                    <a:cxnLst>
                      <a:cxn ang="0">
                        <a:pos x="0" y="307"/>
                      </a:cxn>
                      <a:cxn ang="0">
                        <a:pos x="0" y="433"/>
                      </a:cxn>
                      <a:cxn ang="0">
                        <a:pos x="534" y="713"/>
                      </a:cxn>
                      <a:cxn ang="0">
                        <a:pos x="900" y="387"/>
                      </a:cxn>
                      <a:cxn ang="0">
                        <a:pos x="792" y="321"/>
                      </a:cxn>
                      <a:cxn ang="0">
                        <a:pos x="359" y="0"/>
                      </a:cxn>
                    </a:cxnLst>
                    <a:rect l="0" t="0" r="r" b="b"/>
                    <a:pathLst>
                      <a:path w="900" h="713">
                        <a:moveTo>
                          <a:pt x="0" y="307"/>
                        </a:moveTo>
                        <a:lnTo>
                          <a:pt x="0" y="433"/>
                        </a:lnTo>
                        <a:lnTo>
                          <a:pt x="534" y="713"/>
                        </a:lnTo>
                        <a:lnTo>
                          <a:pt x="900" y="387"/>
                        </a:lnTo>
                        <a:lnTo>
                          <a:pt x="792" y="321"/>
                        </a:lnTo>
                        <a:lnTo>
                          <a:pt x="359" y="0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777777"/>
                      </a:gs>
                    </a:gsLst>
                    <a:lin ang="2700000" scaled="1"/>
                  </a:gradFill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45705" name="Freeform 265"/>
                  <p:cNvSpPr>
                    <a:spLocks/>
                  </p:cNvSpPr>
                  <p:nvPr/>
                </p:nvSpPr>
                <p:spPr bwMode="auto">
                  <a:xfrm>
                    <a:off x="808" y="1205"/>
                    <a:ext cx="893" cy="727"/>
                  </a:xfrm>
                  <a:custGeom>
                    <a:avLst/>
                    <a:gdLst/>
                    <a:ahLst/>
                    <a:cxnLst>
                      <a:cxn ang="0">
                        <a:pos x="0" y="288"/>
                      </a:cxn>
                      <a:cxn ang="0">
                        <a:pos x="0" y="409"/>
                      </a:cxn>
                      <a:cxn ang="0">
                        <a:pos x="498" y="667"/>
                      </a:cxn>
                      <a:cxn ang="0">
                        <a:pos x="820" y="379"/>
                      </a:cxn>
                      <a:cxn ang="0">
                        <a:pos x="812" y="327"/>
                      </a:cxn>
                      <a:cxn ang="0">
                        <a:pos x="810" y="285"/>
                      </a:cxn>
                      <a:cxn ang="0">
                        <a:pos x="812" y="235"/>
                      </a:cxn>
                      <a:cxn ang="0">
                        <a:pos x="820" y="187"/>
                      </a:cxn>
                      <a:cxn ang="0">
                        <a:pos x="341" y="0"/>
                      </a:cxn>
                      <a:cxn ang="0">
                        <a:pos x="0" y="288"/>
                      </a:cxn>
                    </a:cxnLst>
                    <a:rect l="0" t="0" r="r" b="b"/>
                    <a:pathLst>
                      <a:path w="820" h="667">
                        <a:moveTo>
                          <a:pt x="0" y="288"/>
                        </a:moveTo>
                        <a:lnTo>
                          <a:pt x="0" y="409"/>
                        </a:lnTo>
                        <a:lnTo>
                          <a:pt x="498" y="667"/>
                        </a:lnTo>
                        <a:lnTo>
                          <a:pt x="820" y="379"/>
                        </a:lnTo>
                        <a:lnTo>
                          <a:pt x="812" y="327"/>
                        </a:lnTo>
                        <a:lnTo>
                          <a:pt x="810" y="285"/>
                        </a:lnTo>
                        <a:lnTo>
                          <a:pt x="812" y="235"/>
                        </a:lnTo>
                        <a:lnTo>
                          <a:pt x="820" y="187"/>
                        </a:lnTo>
                        <a:lnTo>
                          <a:pt x="341" y="0"/>
                        </a:lnTo>
                        <a:lnTo>
                          <a:pt x="0" y="28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FFFCC"/>
                      </a:gs>
                      <a:gs pos="100000">
                        <a:srgbClr val="FFFF66"/>
                      </a:gs>
                    </a:gsLst>
                    <a:lin ang="5400000" scaled="1"/>
                  </a:gradFill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45706" name="Freeform 266"/>
                  <p:cNvSpPr>
                    <a:spLocks/>
                  </p:cNvSpPr>
                  <p:nvPr/>
                </p:nvSpPr>
                <p:spPr bwMode="auto">
                  <a:xfrm>
                    <a:off x="763" y="1114"/>
                    <a:ext cx="883" cy="410"/>
                  </a:xfrm>
                  <a:custGeom>
                    <a:avLst/>
                    <a:gdLst/>
                    <a:ahLst/>
                    <a:cxnLst>
                      <a:cxn ang="0">
                        <a:pos x="367" y="66"/>
                      </a:cxn>
                      <a:cxn ang="0">
                        <a:pos x="0" y="376"/>
                      </a:cxn>
                      <a:cxn ang="0">
                        <a:pos x="432" y="358"/>
                      </a:cxn>
                      <a:cxn ang="0">
                        <a:pos x="811" y="0"/>
                      </a:cxn>
                      <a:cxn ang="0">
                        <a:pos x="367" y="66"/>
                      </a:cxn>
                    </a:cxnLst>
                    <a:rect l="0" t="0" r="r" b="b"/>
                    <a:pathLst>
                      <a:path w="811" h="376">
                        <a:moveTo>
                          <a:pt x="367" y="66"/>
                        </a:moveTo>
                        <a:lnTo>
                          <a:pt x="0" y="376"/>
                        </a:lnTo>
                        <a:lnTo>
                          <a:pt x="432" y="358"/>
                        </a:lnTo>
                        <a:lnTo>
                          <a:pt x="811" y="0"/>
                        </a:lnTo>
                        <a:lnTo>
                          <a:pt x="367" y="6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777777"/>
                      </a:gs>
                    </a:gsLst>
                    <a:lin ang="2700000" scaled="1"/>
                  </a:gradFill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45707" name="Freeform 267"/>
                  <p:cNvSpPr>
                    <a:spLocks/>
                  </p:cNvSpPr>
                  <p:nvPr/>
                </p:nvSpPr>
                <p:spPr bwMode="auto">
                  <a:xfrm>
                    <a:off x="840" y="1412"/>
                    <a:ext cx="854" cy="337"/>
                  </a:xfrm>
                  <a:custGeom>
                    <a:avLst/>
                    <a:gdLst/>
                    <a:ahLst/>
                    <a:cxnLst>
                      <a:cxn ang="0">
                        <a:pos x="784" y="0"/>
                      </a:cxn>
                      <a:cxn ang="0">
                        <a:pos x="463" y="309"/>
                      </a:cxn>
                      <a:cxn ang="0">
                        <a:pos x="0" y="100"/>
                      </a:cxn>
                    </a:cxnLst>
                    <a:rect l="0" t="0" r="r" b="b"/>
                    <a:pathLst>
                      <a:path w="784" h="309">
                        <a:moveTo>
                          <a:pt x="784" y="0"/>
                        </a:moveTo>
                        <a:lnTo>
                          <a:pt x="463" y="309"/>
                        </a:lnTo>
                        <a:lnTo>
                          <a:pt x="0" y="100"/>
                        </a:lnTo>
                      </a:path>
                    </a:pathLst>
                  </a:custGeom>
                  <a:noFill/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445708" name="Text Box 268"/>
              <p:cNvSpPr txBox="1">
                <a:spLocks noChangeArrowheads="1"/>
              </p:cNvSpPr>
              <p:nvPr/>
            </p:nvSpPr>
            <p:spPr bwMode="auto">
              <a:xfrm>
                <a:off x="4200" y="1237"/>
                <a:ext cx="527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100000"/>
                  </a:lnSpc>
                  <a:buClrTx/>
                  <a:buFontTx/>
                  <a:buNone/>
                </a:pPr>
                <a:r>
                  <a:rPr lang="de-DE" sz="1200" b="0">
                    <a:solidFill>
                      <a:srgbClr val="000000"/>
                    </a:solidFill>
                    <a:cs typeface="Arial" charset="0"/>
                  </a:rPr>
                  <a:t>Ordinateurs</a:t>
                </a:r>
                <a:endParaRPr lang="en-US" sz="1200" b="0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445709" name="Text Box 269"/>
              <p:cNvSpPr txBox="1">
                <a:spLocks noChangeArrowheads="1"/>
              </p:cNvSpPr>
              <p:nvPr/>
            </p:nvSpPr>
            <p:spPr bwMode="auto">
              <a:xfrm>
                <a:off x="4365" y="1385"/>
                <a:ext cx="554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100000"/>
                  </a:lnSpc>
                  <a:buClrTx/>
                  <a:buFontTx/>
                  <a:buNone/>
                </a:pPr>
                <a:r>
                  <a:rPr lang="de-DE" sz="1200" b="0">
                    <a:solidFill>
                      <a:srgbClr val="000000"/>
                    </a:solidFill>
                    <a:cs typeface="Arial" charset="0"/>
                  </a:rPr>
                  <a:t>Ordinateur</a:t>
                </a:r>
                <a:r>
                  <a:rPr lang="en-US" sz="1200" b="0"/>
                  <a:t> 1</a:t>
                </a:r>
              </a:p>
            </p:txBody>
          </p:sp>
          <p:sp>
            <p:nvSpPr>
              <p:cNvPr id="445710" name="Freeform 270"/>
              <p:cNvSpPr>
                <a:spLocks/>
              </p:cNvSpPr>
              <p:nvPr/>
            </p:nvSpPr>
            <p:spPr bwMode="auto">
              <a:xfrm>
                <a:off x="3958" y="1314"/>
                <a:ext cx="155" cy="3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80"/>
                  </a:cxn>
                  <a:cxn ang="0">
                    <a:pos x="240" y="480"/>
                  </a:cxn>
                </a:cxnLst>
                <a:rect l="0" t="0" r="r" b="b"/>
                <a:pathLst>
                  <a:path w="240" h="480">
                    <a:moveTo>
                      <a:pt x="0" y="0"/>
                    </a:moveTo>
                    <a:lnTo>
                      <a:pt x="0" y="480"/>
                    </a:lnTo>
                    <a:lnTo>
                      <a:pt x="240" y="480"/>
                    </a:lnTo>
                  </a:path>
                </a:pathLst>
              </a:custGeom>
              <a:noFill/>
              <a:ln w="12700" cap="flat" cmpd="sng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445711" name="Group 271"/>
              <p:cNvGrpSpPr>
                <a:grpSpLocks/>
              </p:cNvGrpSpPr>
              <p:nvPr/>
            </p:nvGrpSpPr>
            <p:grpSpPr bwMode="auto">
              <a:xfrm>
                <a:off x="4076" y="1575"/>
                <a:ext cx="146" cy="118"/>
                <a:chOff x="4267" y="1108"/>
                <a:chExt cx="290" cy="233"/>
              </a:xfrm>
            </p:grpSpPr>
            <p:sp>
              <p:nvSpPr>
                <p:cNvPr id="445712" name="Freeform 272"/>
                <p:cNvSpPr>
                  <a:spLocks/>
                </p:cNvSpPr>
                <p:nvPr/>
              </p:nvSpPr>
              <p:spPr bwMode="auto">
                <a:xfrm>
                  <a:off x="4267" y="1108"/>
                  <a:ext cx="290" cy="233"/>
                </a:xfrm>
                <a:custGeom>
                  <a:avLst/>
                  <a:gdLst/>
                  <a:ahLst/>
                  <a:cxnLst>
                    <a:cxn ang="0">
                      <a:pos x="0" y="996"/>
                    </a:cxn>
                    <a:cxn ang="0">
                      <a:pos x="0" y="94"/>
                    </a:cxn>
                    <a:cxn ang="0">
                      <a:pos x="79" y="0"/>
                    </a:cxn>
                    <a:cxn ang="0">
                      <a:pos x="467" y="0"/>
                    </a:cxn>
                    <a:cxn ang="0">
                      <a:pos x="526" y="93"/>
                    </a:cxn>
                    <a:cxn ang="0">
                      <a:pos x="1248" y="94"/>
                    </a:cxn>
                    <a:cxn ang="0">
                      <a:pos x="1248" y="996"/>
                    </a:cxn>
                    <a:cxn ang="0">
                      <a:pos x="0" y="996"/>
                    </a:cxn>
                  </a:cxnLst>
                  <a:rect l="0" t="0" r="r" b="b"/>
                  <a:pathLst>
                    <a:path w="1248" h="996">
                      <a:moveTo>
                        <a:pt x="0" y="996"/>
                      </a:moveTo>
                      <a:lnTo>
                        <a:pt x="0" y="94"/>
                      </a:lnTo>
                      <a:lnTo>
                        <a:pt x="79" y="0"/>
                      </a:lnTo>
                      <a:lnTo>
                        <a:pt x="467" y="0"/>
                      </a:lnTo>
                      <a:lnTo>
                        <a:pt x="526" y="93"/>
                      </a:lnTo>
                      <a:lnTo>
                        <a:pt x="1248" y="94"/>
                      </a:lnTo>
                      <a:lnTo>
                        <a:pt x="1248" y="996"/>
                      </a:lnTo>
                      <a:lnTo>
                        <a:pt x="0" y="996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3175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rgbClr val="C0C0C0"/>
                  </a:outerShdw>
                </a:effectLst>
              </p:spPr>
              <p:txBody>
                <a:bodyPr/>
                <a:lstStyle/>
                <a:p>
                  <a:endParaRPr lang="fr-FR"/>
                </a:p>
              </p:txBody>
            </p:sp>
            <p:grpSp>
              <p:nvGrpSpPr>
                <p:cNvPr id="445713" name="Group 273"/>
                <p:cNvGrpSpPr>
                  <a:grpSpLocks/>
                </p:cNvGrpSpPr>
                <p:nvPr/>
              </p:nvGrpSpPr>
              <p:grpSpPr bwMode="auto">
                <a:xfrm>
                  <a:off x="4300" y="1145"/>
                  <a:ext cx="210" cy="183"/>
                  <a:chOff x="762" y="1114"/>
                  <a:chExt cx="980" cy="855"/>
                </a:xfrm>
              </p:grpSpPr>
              <p:sp>
                <p:nvSpPr>
                  <p:cNvPr id="445714" name="Freeform 274"/>
                  <p:cNvSpPr>
                    <a:spLocks/>
                  </p:cNvSpPr>
                  <p:nvPr/>
                </p:nvSpPr>
                <p:spPr bwMode="auto">
                  <a:xfrm>
                    <a:off x="762" y="1192"/>
                    <a:ext cx="980" cy="777"/>
                  </a:xfrm>
                  <a:custGeom>
                    <a:avLst/>
                    <a:gdLst/>
                    <a:ahLst/>
                    <a:cxnLst>
                      <a:cxn ang="0">
                        <a:pos x="0" y="307"/>
                      </a:cxn>
                      <a:cxn ang="0">
                        <a:pos x="0" y="433"/>
                      </a:cxn>
                      <a:cxn ang="0">
                        <a:pos x="534" y="713"/>
                      </a:cxn>
                      <a:cxn ang="0">
                        <a:pos x="900" y="387"/>
                      </a:cxn>
                      <a:cxn ang="0">
                        <a:pos x="792" y="321"/>
                      </a:cxn>
                      <a:cxn ang="0">
                        <a:pos x="359" y="0"/>
                      </a:cxn>
                    </a:cxnLst>
                    <a:rect l="0" t="0" r="r" b="b"/>
                    <a:pathLst>
                      <a:path w="900" h="713">
                        <a:moveTo>
                          <a:pt x="0" y="307"/>
                        </a:moveTo>
                        <a:lnTo>
                          <a:pt x="0" y="433"/>
                        </a:lnTo>
                        <a:lnTo>
                          <a:pt x="534" y="713"/>
                        </a:lnTo>
                        <a:lnTo>
                          <a:pt x="900" y="387"/>
                        </a:lnTo>
                        <a:lnTo>
                          <a:pt x="792" y="321"/>
                        </a:lnTo>
                        <a:lnTo>
                          <a:pt x="359" y="0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777777"/>
                      </a:gs>
                    </a:gsLst>
                    <a:lin ang="2700000" scaled="1"/>
                  </a:gradFill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45715" name="Freeform 275"/>
                  <p:cNvSpPr>
                    <a:spLocks/>
                  </p:cNvSpPr>
                  <p:nvPr/>
                </p:nvSpPr>
                <p:spPr bwMode="auto">
                  <a:xfrm>
                    <a:off x="808" y="1205"/>
                    <a:ext cx="893" cy="727"/>
                  </a:xfrm>
                  <a:custGeom>
                    <a:avLst/>
                    <a:gdLst/>
                    <a:ahLst/>
                    <a:cxnLst>
                      <a:cxn ang="0">
                        <a:pos x="0" y="288"/>
                      </a:cxn>
                      <a:cxn ang="0">
                        <a:pos x="0" y="409"/>
                      </a:cxn>
                      <a:cxn ang="0">
                        <a:pos x="498" y="667"/>
                      </a:cxn>
                      <a:cxn ang="0">
                        <a:pos x="820" y="379"/>
                      </a:cxn>
                      <a:cxn ang="0">
                        <a:pos x="812" y="327"/>
                      </a:cxn>
                      <a:cxn ang="0">
                        <a:pos x="810" y="285"/>
                      </a:cxn>
                      <a:cxn ang="0">
                        <a:pos x="812" y="235"/>
                      </a:cxn>
                      <a:cxn ang="0">
                        <a:pos x="820" y="187"/>
                      </a:cxn>
                      <a:cxn ang="0">
                        <a:pos x="341" y="0"/>
                      </a:cxn>
                      <a:cxn ang="0">
                        <a:pos x="0" y="288"/>
                      </a:cxn>
                    </a:cxnLst>
                    <a:rect l="0" t="0" r="r" b="b"/>
                    <a:pathLst>
                      <a:path w="820" h="667">
                        <a:moveTo>
                          <a:pt x="0" y="288"/>
                        </a:moveTo>
                        <a:lnTo>
                          <a:pt x="0" y="409"/>
                        </a:lnTo>
                        <a:lnTo>
                          <a:pt x="498" y="667"/>
                        </a:lnTo>
                        <a:lnTo>
                          <a:pt x="820" y="379"/>
                        </a:lnTo>
                        <a:lnTo>
                          <a:pt x="812" y="327"/>
                        </a:lnTo>
                        <a:lnTo>
                          <a:pt x="810" y="285"/>
                        </a:lnTo>
                        <a:lnTo>
                          <a:pt x="812" y="235"/>
                        </a:lnTo>
                        <a:lnTo>
                          <a:pt x="820" y="187"/>
                        </a:lnTo>
                        <a:lnTo>
                          <a:pt x="341" y="0"/>
                        </a:lnTo>
                        <a:lnTo>
                          <a:pt x="0" y="28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FFFCC"/>
                      </a:gs>
                      <a:gs pos="100000">
                        <a:srgbClr val="FFFF66"/>
                      </a:gs>
                    </a:gsLst>
                    <a:lin ang="5400000" scaled="1"/>
                  </a:gradFill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45716" name="Freeform 276"/>
                  <p:cNvSpPr>
                    <a:spLocks/>
                  </p:cNvSpPr>
                  <p:nvPr/>
                </p:nvSpPr>
                <p:spPr bwMode="auto">
                  <a:xfrm>
                    <a:off x="763" y="1114"/>
                    <a:ext cx="883" cy="410"/>
                  </a:xfrm>
                  <a:custGeom>
                    <a:avLst/>
                    <a:gdLst/>
                    <a:ahLst/>
                    <a:cxnLst>
                      <a:cxn ang="0">
                        <a:pos x="367" y="66"/>
                      </a:cxn>
                      <a:cxn ang="0">
                        <a:pos x="0" y="376"/>
                      </a:cxn>
                      <a:cxn ang="0">
                        <a:pos x="432" y="358"/>
                      </a:cxn>
                      <a:cxn ang="0">
                        <a:pos x="811" y="0"/>
                      </a:cxn>
                      <a:cxn ang="0">
                        <a:pos x="367" y="66"/>
                      </a:cxn>
                    </a:cxnLst>
                    <a:rect l="0" t="0" r="r" b="b"/>
                    <a:pathLst>
                      <a:path w="811" h="376">
                        <a:moveTo>
                          <a:pt x="367" y="66"/>
                        </a:moveTo>
                        <a:lnTo>
                          <a:pt x="0" y="376"/>
                        </a:lnTo>
                        <a:lnTo>
                          <a:pt x="432" y="358"/>
                        </a:lnTo>
                        <a:lnTo>
                          <a:pt x="811" y="0"/>
                        </a:lnTo>
                        <a:lnTo>
                          <a:pt x="367" y="6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777777"/>
                      </a:gs>
                    </a:gsLst>
                    <a:lin ang="2700000" scaled="1"/>
                  </a:gradFill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45717" name="Freeform 277"/>
                  <p:cNvSpPr>
                    <a:spLocks/>
                  </p:cNvSpPr>
                  <p:nvPr/>
                </p:nvSpPr>
                <p:spPr bwMode="auto">
                  <a:xfrm>
                    <a:off x="840" y="1412"/>
                    <a:ext cx="854" cy="337"/>
                  </a:xfrm>
                  <a:custGeom>
                    <a:avLst/>
                    <a:gdLst/>
                    <a:ahLst/>
                    <a:cxnLst>
                      <a:cxn ang="0">
                        <a:pos x="784" y="0"/>
                      </a:cxn>
                      <a:cxn ang="0">
                        <a:pos x="463" y="309"/>
                      </a:cxn>
                      <a:cxn ang="0">
                        <a:pos x="0" y="100"/>
                      </a:cxn>
                    </a:cxnLst>
                    <a:rect l="0" t="0" r="r" b="b"/>
                    <a:pathLst>
                      <a:path w="784" h="309">
                        <a:moveTo>
                          <a:pt x="784" y="0"/>
                        </a:moveTo>
                        <a:lnTo>
                          <a:pt x="463" y="309"/>
                        </a:lnTo>
                        <a:lnTo>
                          <a:pt x="0" y="100"/>
                        </a:lnTo>
                      </a:path>
                    </a:pathLst>
                  </a:custGeom>
                  <a:noFill/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445718" name="Text Box 278"/>
              <p:cNvSpPr txBox="1">
                <a:spLocks noChangeArrowheads="1"/>
              </p:cNvSpPr>
              <p:nvPr/>
            </p:nvSpPr>
            <p:spPr bwMode="auto">
              <a:xfrm>
                <a:off x="4200" y="1568"/>
                <a:ext cx="504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100000"/>
                  </a:lnSpc>
                  <a:buClrTx/>
                  <a:buFontTx/>
                  <a:buNone/>
                </a:pPr>
                <a:r>
                  <a:rPr lang="de-DE" sz="1200" b="0">
                    <a:solidFill>
                      <a:srgbClr val="000000"/>
                    </a:solidFill>
                    <a:cs typeface="Arial" charset="0"/>
                  </a:rPr>
                  <a:t>Utilisateurs</a:t>
                </a:r>
                <a:endParaRPr lang="en-US" sz="1200" b="0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445719" name="Text Box 279"/>
              <p:cNvSpPr txBox="1">
                <a:spLocks noChangeArrowheads="1"/>
              </p:cNvSpPr>
              <p:nvPr/>
            </p:nvSpPr>
            <p:spPr bwMode="auto">
              <a:xfrm>
                <a:off x="4365" y="1720"/>
                <a:ext cx="531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100000"/>
                  </a:lnSpc>
                  <a:buClrTx/>
                  <a:buFontTx/>
                  <a:buNone/>
                </a:pPr>
                <a:r>
                  <a:rPr lang="de-DE" sz="1200" b="0">
                    <a:solidFill>
                      <a:srgbClr val="000000"/>
                    </a:solidFill>
                    <a:cs typeface="Arial" charset="0"/>
                  </a:rPr>
                  <a:t>Utilisateur</a:t>
                </a:r>
                <a:r>
                  <a:rPr lang="en-US" sz="1200" b="0"/>
                  <a:t> 1</a:t>
                </a:r>
              </a:p>
            </p:txBody>
          </p:sp>
          <p:sp>
            <p:nvSpPr>
              <p:cNvPr id="445720" name="Freeform 280"/>
              <p:cNvSpPr>
                <a:spLocks/>
              </p:cNvSpPr>
              <p:nvPr/>
            </p:nvSpPr>
            <p:spPr bwMode="auto">
              <a:xfrm>
                <a:off x="4150" y="2437"/>
                <a:ext cx="155" cy="9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80"/>
                  </a:cxn>
                  <a:cxn ang="0">
                    <a:pos x="240" y="480"/>
                  </a:cxn>
                </a:cxnLst>
                <a:rect l="0" t="0" r="r" b="b"/>
                <a:pathLst>
                  <a:path w="240" h="480">
                    <a:moveTo>
                      <a:pt x="0" y="0"/>
                    </a:moveTo>
                    <a:lnTo>
                      <a:pt x="0" y="480"/>
                    </a:lnTo>
                    <a:lnTo>
                      <a:pt x="240" y="480"/>
                    </a:lnTo>
                  </a:path>
                </a:pathLst>
              </a:custGeom>
              <a:noFill/>
              <a:ln w="12700" cap="flat" cmpd="sng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45721" name="Freeform 281"/>
              <p:cNvSpPr>
                <a:spLocks/>
              </p:cNvSpPr>
              <p:nvPr/>
            </p:nvSpPr>
            <p:spPr bwMode="auto">
              <a:xfrm>
                <a:off x="4150" y="2111"/>
                <a:ext cx="155" cy="9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80"/>
                  </a:cxn>
                  <a:cxn ang="0">
                    <a:pos x="240" y="480"/>
                  </a:cxn>
                </a:cxnLst>
                <a:rect l="0" t="0" r="r" b="b"/>
                <a:pathLst>
                  <a:path w="240" h="480">
                    <a:moveTo>
                      <a:pt x="0" y="0"/>
                    </a:moveTo>
                    <a:lnTo>
                      <a:pt x="0" y="480"/>
                    </a:lnTo>
                    <a:lnTo>
                      <a:pt x="240" y="480"/>
                    </a:lnTo>
                  </a:path>
                </a:pathLst>
              </a:custGeom>
              <a:noFill/>
              <a:ln w="12700" cap="flat" cmpd="sng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445722" name="Group 282"/>
              <p:cNvGrpSpPr>
                <a:grpSpLocks/>
              </p:cNvGrpSpPr>
              <p:nvPr/>
            </p:nvGrpSpPr>
            <p:grpSpPr bwMode="auto">
              <a:xfrm>
                <a:off x="4261" y="2154"/>
                <a:ext cx="118" cy="143"/>
                <a:chOff x="847" y="1168"/>
                <a:chExt cx="747" cy="909"/>
              </a:xfrm>
            </p:grpSpPr>
            <p:sp>
              <p:nvSpPr>
                <p:cNvPr id="445723" name="Freeform 283"/>
                <p:cNvSpPr>
                  <a:spLocks/>
                </p:cNvSpPr>
                <p:nvPr/>
              </p:nvSpPr>
              <p:spPr bwMode="auto">
                <a:xfrm>
                  <a:off x="986" y="1290"/>
                  <a:ext cx="489" cy="733"/>
                </a:xfrm>
                <a:custGeom>
                  <a:avLst/>
                  <a:gdLst/>
                  <a:ahLst/>
                  <a:cxnLst>
                    <a:cxn ang="0">
                      <a:pos x="488" y="14"/>
                    </a:cxn>
                    <a:cxn ang="0">
                      <a:pos x="488" y="497"/>
                    </a:cxn>
                    <a:cxn ang="0">
                      <a:pos x="285" y="497"/>
                    </a:cxn>
                    <a:cxn ang="0">
                      <a:pos x="285" y="732"/>
                    </a:cxn>
                    <a:cxn ang="0">
                      <a:pos x="0" y="732"/>
                    </a:cxn>
                    <a:cxn ang="0">
                      <a:pos x="0" y="0"/>
                    </a:cxn>
                    <a:cxn ang="0">
                      <a:pos x="488" y="14"/>
                    </a:cxn>
                  </a:cxnLst>
                  <a:rect l="0" t="0" r="r" b="b"/>
                  <a:pathLst>
                    <a:path w="489" h="733">
                      <a:moveTo>
                        <a:pt x="488" y="14"/>
                      </a:moveTo>
                      <a:lnTo>
                        <a:pt x="488" y="497"/>
                      </a:lnTo>
                      <a:lnTo>
                        <a:pt x="285" y="497"/>
                      </a:lnTo>
                      <a:lnTo>
                        <a:pt x="285" y="732"/>
                      </a:lnTo>
                      <a:lnTo>
                        <a:pt x="0" y="732"/>
                      </a:lnTo>
                      <a:lnTo>
                        <a:pt x="0" y="0"/>
                      </a:lnTo>
                      <a:lnTo>
                        <a:pt x="488" y="14"/>
                      </a:lnTo>
                    </a:path>
                  </a:pathLst>
                </a:custGeom>
                <a:solidFill>
                  <a:schemeClr val="bg1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45724" name="Rectangle 284"/>
                <p:cNvSpPr>
                  <a:spLocks noChangeArrowheads="1"/>
                </p:cNvSpPr>
                <p:nvPr/>
              </p:nvSpPr>
              <p:spPr bwMode="auto">
                <a:xfrm>
                  <a:off x="1282" y="1853"/>
                  <a:ext cx="84" cy="184"/>
                </a:xfrm>
                <a:prstGeom prst="rect">
                  <a:avLst/>
                </a:prstGeom>
                <a:solidFill>
                  <a:srgbClr val="919191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25" name="Rectangle 285"/>
                <p:cNvSpPr>
                  <a:spLocks noChangeArrowheads="1"/>
                </p:cNvSpPr>
                <p:nvPr/>
              </p:nvSpPr>
              <p:spPr bwMode="auto">
                <a:xfrm>
                  <a:off x="1494" y="1590"/>
                  <a:ext cx="53" cy="54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26" name="Rectangle 286"/>
                <p:cNvSpPr>
                  <a:spLocks noChangeArrowheads="1"/>
                </p:cNvSpPr>
                <p:nvPr/>
              </p:nvSpPr>
              <p:spPr bwMode="auto">
                <a:xfrm>
                  <a:off x="1456" y="1339"/>
                  <a:ext cx="48" cy="305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27" name="Rectangle 287"/>
                <p:cNvSpPr>
                  <a:spLocks noChangeArrowheads="1"/>
                </p:cNvSpPr>
                <p:nvPr/>
              </p:nvSpPr>
              <p:spPr bwMode="auto">
                <a:xfrm>
                  <a:off x="936" y="1929"/>
                  <a:ext cx="197" cy="104"/>
                </a:xfrm>
                <a:prstGeom prst="rect">
                  <a:avLst/>
                </a:prstGeom>
                <a:solidFill>
                  <a:srgbClr val="3366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28" name="Freeform 288"/>
                <p:cNvSpPr>
                  <a:spLocks/>
                </p:cNvSpPr>
                <p:nvPr/>
              </p:nvSpPr>
              <p:spPr bwMode="auto">
                <a:xfrm>
                  <a:off x="847" y="1168"/>
                  <a:ext cx="747" cy="740"/>
                </a:xfrm>
                <a:custGeom>
                  <a:avLst/>
                  <a:gdLst/>
                  <a:ahLst/>
                  <a:cxnLst>
                    <a:cxn ang="0">
                      <a:pos x="706" y="214"/>
                    </a:cxn>
                    <a:cxn ang="0">
                      <a:pos x="747" y="214"/>
                    </a:cxn>
                    <a:cxn ang="0">
                      <a:pos x="747" y="83"/>
                    </a:cxn>
                    <a:cxn ang="0">
                      <a:pos x="702" y="83"/>
                    </a:cxn>
                    <a:cxn ang="0">
                      <a:pos x="702" y="42"/>
                    </a:cxn>
                    <a:cxn ang="0">
                      <a:pos x="606" y="42"/>
                    </a:cxn>
                    <a:cxn ang="0">
                      <a:pos x="606" y="0"/>
                    </a:cxn>
                    <a:cxn ang="0">
                      <a:pos x="217" y="0"/>
                    </a:cxn>
                    <a:cxn ang="0">
                      <a:pos x="217" y="38"/>
                    </a:cxn>
                    <a:cxn ang="0">
                      <a:pos x="128" y="38"/>
                    </a:cxn>
                    <a:cxn ang="0">
                      <a:pos x="128" y="86"/>
                    </a:cxn>
                    <a:cxn ang="0">
                      <a:pos x="83" y="86"/>
                    </a:cxn>
                    <a:cxn ang="0">
                      <a:pos x="83" y="126"/>
                    </a:cxn>
                    <a:cxn ang="0">
                      <a:pos x="42" y="126"/>
                    </a:cxn>
                    <a:cxn ang="0">
                      <a:pos x="42" y="216"/>
                    </a:cxn>
                    <a:cxn ang="0">
                      <a:pos x="0" y="216"/>
                    </a:cxn>
                    <a:cxn ang="0">
                      <a:pos x="0" y="521"/>
                    </a:cxn>
                    <a:cxn ang="0">
                      <a:pos x="45" y="521"/>
                    </a:cxn>
                    <a:cxn ang="0">
                      <a:pos x="45" y="611"/>
                    </a:cxn>
                    <a:cxn ang="0">
                      <a:pos x="86" y="611"/>
                    </a:cxn>
                    <a:cxn ang="0">
                      <a:pos x="86" y="690"/>
                    </a:cxn>
                    <a:cxn ang="0">
                      <a:pos x="133" y="690"/>
                    </a:cxn>
                    <a:cxn ang="0">
                      <a:pos x="133" y="740"/>
                    </a:cxn>
                    <a:cxn ang="0">
                      <a:pos x="174" y="740"/>
                    </a:cxn>
                    <a:cxn ang="0">
                      <a:pos x="174" y="692"/>
                    </a:cxn>
                    <a:cxn ang="0">
                      <a:pos x="257" y="692"/>
                    </a:cxn>
                    <a:cxn ang="0">
                      <a:pos x="257" y="605"/>
                    </a:cxn>
                    <a:cxn ang="0">
                      <a:pos x="303" y="605"/>
                    </a:cxn>
                    <a:cxn ang="0">
                      <a:pos x="303" y="561"/>
                    </a:cxn>
                    <a:cxn ang="0">
                      <a:pos x="337" y="560"/>
                    </a:cxn>
                    <a:cxn ang="0">
                      <a:pos x="337" y="522"/>
                    </a:cxn>
                    <a:cxn ang="0">
                      <a:pos x="303" y="523"/>
                    </a:cxn>
                    <a:cxn ang="0">
                      <a:pos x="303" y="480"/>
                    </a:cxn>
                    <a:cxn ang="0">
                      <a:pos x="260" y="480"/>
                    </a:cxn>
                    <a:cxn ang="0">
                      <a:pos x="260" y="395"/>
                    </a:cxn>
                    <a:cxn ang="0">
                      <a:pos x="303" y="395"/>
                    </a:cxn>
                    <a:cxn ang="0">
                      <a:pos x="303" y="347"/>
                    </a:cxn>
                    <a:cxn ang="0">
                      <a:pos x="391" y="347"/>
                    </a:cxn>
                    <a:cxn ang="0">
                      <a:pos x="391" y="302"/>
                    </a:cxn>
                    <a:cxn ang="0">
                      <a:pos x="437" y="302"/>
                    </a:cxn>
                    <a:cxn ang="0">
                      <a:pos x="437" y="263"/>
                    </a:cxn>
                    <a:cxn ang="0">
                      <a:pos x="489" y="263"/>
                    </a:cxn>
                    <a:cxn ang="0">
                      <a:pos x="489" y="214"/>
                    </a:cxn>
                    <a:cxn ang="0">
                      <a:pos x="532" y="214"/>
                    </a:cxn>
                    <a:cxn ang="0">
                      <a:pos x="532" y="178"/>
                    </a:cxn>
                    <a:cxn ang="0">
                      <a:pos x="656" y="178"/>
                    </a:cxn>
                    <a:cxn ang="0">
                      <a:pos x="656" y="250"/>
                    </a:cxn>
                    <a:cxn ang="0">
                      <a:pos x="706" y="252"/>
                    </a:cxn>
                    <a:cxn ang="0">
                      <a:pos x="706" y="214"/>
                    </a:cxn>
                  </a:cxnLst>
                  <a:rect l="0" t="0" r="r" b="b"/>
                  <a:pathLst>
                    <a:path w="747" h="740">
                      <a:moveTo>
                        <a:pt x="706" y="214"/>
                      </a:moveTo>
                      <a:lnTo>
                        <a:pt x="747" y="214"/>
                      </a:lnTo>
                      <a:lnTo>
                        <a:pt x="747" y="83"/>
                      </a:lnTo>
                      <a:lnTo>
                        <a:pt x="702" y="83"/>
                      </a:lnTo>
                      <a:lnTo>
                        <a:pt x="702" y="42"/>
                      </a:lnTo>
                      <a:lnTo>
                        <a:pt x="606" y="42"/>
                      </a:lnTo>
                      <a:lnTo>
                        <a:pt x="606" y="0"/>
                      </a:lnTo>
                      <a:lnTo>
                        <a:pt x="217" y="0"/>
                      </a:lnTo>
                      <a:lnTo>
                        <a:pt x="217" y="38"/>
                      </a:lnTo>
                      <a:lnTo>
                        <a:pt x="128" y="38"/>
                      </a:lnTo>
                      <a:lnTo>
                        <a:pt x="128" y="86"/>
                      </a:lnTo>
                      <a:lnTo>
                        <a:pt x="83" y="86"/>
                      </a:lnTo>
                      <a:lnTo>
                        <a:pt x="83" y="126"/>
                      </a:lnTo>
                      <a:lnTo>
                        <a:pt x="42" y="126"/>
                      </a:lnTo>
                      <a:lnTo>
                        <a:pt x="42" y="216"/>
                      </a:lnTo>
                      <a:lnTo>
                        <a:pt x="0" y="216"/>
                      </a:lnTo>
                      <a:lnTo>
                        <a:pt x="0" y="521"/>
                      </a:lnTo>
                      <a:lnTo>
                        <a:pt x="45" y="521"/>
                      </a:lnTo>
                      <a:lnTo>
                        <a:pt x="45" y="611"/>
                      </a:lnTo>
                      <a:lnTo>
                        <a:pt x="86" y="611"/>
                      </a:lnTo>
                      <a:lnTo>
                        <a:pt x="86" y="690"/>
                      </a:lnTo>
                      <a:lnTo>
                        <a:pt x="133" y="690"/>
                      </a:lnTo>
                      <a:lnTo>
                        <a:pt x="133" y="740"/>
                      </a:lnTo>
                      <a:lnTo>
                        <a:pt x="174" y="740"/>
                      </a:lnTo>
                      <a:lnTo>
                        <a:pt x="174" y="692"/>
                      </a:lnTo>
                      <a:lnTo>
                        <a:pt x="257" y="692"/>
                      </a:lnTo>
                      <a:lnTo>
                        <a:pt x="257" y="605"/>
                      </a:lnTo>
                      <a:lnTo>
                        <a:pt x="303" y="605"/>
                      </a:lnTo>
                      <a:lnTo>
                        <a:pt x="303" y="561"/>
                      </a:lnTo>
                      <a:lnTo>
                        <a:pt x="337" y="560"/>
                      </a:lnTo>
                      <a:lnTo>
                        <a:pt x="337" y="522"/>
                      </a:lnTo>
                      <a:lnTo>
                        <a:pt x="303" y="523"/>
                      </a:lnTo>
                      <a:lnTo>
                        <a:pt x="303" y="480"/>
                      </a:lnTo>
                      <a:lnTo>
                        <a:pt x="260" y="480"/>
                      </a:lnTo>
                      <a:lnTo>
                        <a:pt x="260" y="395"/>
                      </a:lnTo>
                      <a:lnTo>
                        <a:pt x="303" y="395"/>
                      </a:lnTo>
                      <a:lnTo>
                        <a:pt x="303" y="347"/>
                      </a:lnTo>
                      <a:lnTo>
                        <a:pt x="391" y="347"/>
                      </a:lnTo>
                      <a:lnTo>
                        <a:pt x="391" y="302"/>
                      </a:lnTo>
                      <a:lnTo>
                        <a:pt x="437" y="302"/>
                      </a:lnTo>
                      <a:lnTo>
                        <a:pt x="437" y="263"/>
                      </a:lnTo>
                      <a:lnTo>
                        <a:pt x="489" y="263"/>
                      </a:lnTo>
                      <a:lnTo>
                        <a:pt x="489" y="214"/>
                      </a:lnTo>
                      <a:lnTo>
                        <a:pt x="532" y="214"/>
                      </a:lnTo>
                      <a:lnTo>
                        <a:pt x="532" y="178"/>
                      </a:lnTo>
                      <a:lnTo>
                        <a:pt x="656" y="178"/>
                      </a:lnTo>
                      <a:lnTo>
                        <a:pt x="656" y="250"/>
                      </a:lnTo>
                      <a:lnTo>
                        <a:pt x="706" y="252"/>
                      </a:lnTo>
                      <a:lnTo>
                        <a:pt x="706" y="214"/>
                      </a:lnTo>
                    </a:path>
                  </a:pathLst>
                </a:custGeom>
                <a:solidFill>
                  <a:srgbClr val="00000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45729" name="Rectangle 289"/>
                <p:cNvSpPr>
                  <a:spLocks noChangeArrowheads="1"/>
                </p:cNvSpPr>
                <p:nvPr/>
              </p:nvSpPr>
              <p:spPr bwMode="auto">
                <a:xfrm>
                  <a:off x="1460" y="1419"/>
                  <a:ext cx="47" cy="79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30" name="Rectangle 290"/>
                <p:cNvSpPr>
                  <a:spLocks noChangeArrowheads="1"/>
                </p:cNvSpPr>
                <p:nvPr/>
              </p:nvSpPr>
              <p:spPr bwMode="auto">
                <a:xfrm flipH="1">
                  <a:off x="1376" y="1495"/>
                  <a:ext cx="47" cy="47"/>
                </a:xfrm>
                <a:prstGeom prst="rect">
                  <a:avLst/>
                </a:prstGeom>
                <a:solidFill>
                  <a:srgbClr val="063DE8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31" name="Rectangle 291"/>
                <p:cNvSpPr>
                  <a:spLocks noChangeArrowheads="1"/>
                </p:cNvSpPr>
                <p:nvPr/>
              </p:nvSpPr>
              <p:spPr bwMode="auto">
                <a:xfrm flipH="1">
                  <a:off x="1502" y="1499"/>
                  <a:ext cx="47" cy="94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32" name="Rectangle 292"/>
                <p:cNvSpPr>
                  <a:spLocks noChangeArrowheads="1"/>
                </p:cNvSpPr>
                <p:nvPr/>
              </p:nvSpPr>
              <p:spPr bwMode="auto">
                <a:xfrm>
                  <a:off x="1545" y="1593"/>
                  <a:ext cx="47" cy="48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33" name="Rectangle 293"/>
                <p:cNvSpPr>
                  <a:spLocks noChangeArrowheads="1"/>
                </p:cNvSpPr>
                <p:nvPr/>
              </p:nvSpPr>
              <p:spPr bwMode="auto">
                <a:xfrm>
                  <a:off x="935" y="1902"/>
                  <a:ext cx="125" cy="31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34" name="Rectangle 294"/>
                <p:cNvSpPr>
                  <a:spLocks noChangeArrowheads="1"/>
                </p:cNvSpPr>
                <p:nvPr/>
              </p:nvSpPr>
              <p:spPr bwMode="auto">
                <a:xfrm>
                  <a:off x="1058" y="1929"/>
                  <a:ext cx="7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35" name="Rectangle 295"/>
                <p:cNvSpPr>
                  <a:spLocks noChangeArrowheads="1"/>
                </p:cNvSpPr>
                <p:nvPr/>
              </p:nvSpPr>
              <p:spPr bwMode="auto">
                <a:xfrm>
                  <a:off x="1132" y="1974"/>
                  <a:ext cx="77" cy="61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36" name="Rectangle 296"/>
                <p:cNvSpPr>
                  <a:spLocks noChangeArrowheads="1"/>
                </p:cNvSpPr>
                <p:nvPr/>
              </p:nvSpPr>
              <p:spPr bwMode="auto">
                <a:xfrm>
                  <a:off x="935" y="1931"/>
                  <a:ext cx="34" cy="35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37" name="Rectangle 297"/>
                <p:cNvSpPr>
                  <a:spLocks noChangeArrowheads="1"/>
                </p:cNvSpPr>
                <p:nvPr/>
              </p:nvSpPr>
              <p:spPr bwMode="auto">
                <a:xfrm>
                  <a:off x="893" y="1962"/>
                  <a:ext cx="47" cy="73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38" name="Rectangle 298"/>
                <p:cNvSpPr>
                  <a:spLocks noChangeArrowheads="1"/>
                </p:cNvSpPr>
                <p:nvPr/>
              </p:nvSpPr>
              <p:spPr bwMode="auto">
                <a:xfrm>
                  <a:off x="1375" y="1451"/>
                  <a:ext cx="119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39" name="Rectangle 299"/>
                <p:cNvSpPr>
                  <a:spLocks noChangeArrowheads="1"/>
                </p:cNvSpPr>
                <p:nvPr/>
              </p:nvSpPr>
              <p:spPr bwMode="auto">
                <a:xfrm>
                  <a:off x="1412" y="1639"/>
                  <a:ext cx="47" cy="185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40" name="Rectangle 300"/>
                <p:cNvSpPr>
                  <a:spLocks noChangeArrowheads="1"/>
                </p:cNvSpPr>
                <p:nvPr/>
              </p:nvSpPr>
              <p:spPr bwMode="auto">
                <a:xfrm>
                  <a:off x="1196" y="1777"/>
                  <a:ext cx="231" cy="47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41" name="Rectangle 301"/>
                <p:cNvSpPr>
                  <a:spLocks noChangeArrowheads="1"/>
                </p:cNvSpPr>
                <p:nvPr/>
              </p:nvSpPr>
              <p:spPr bwMode="auto">
                <a:xfrm>
                  <a:off x="1240" y="1853"/>
                  <a:ext cx="42" cy="176"/>
                </a:xfrm>
                <a:prstGeom prst="rect">
                  <a:avLst/>
                </a:prstGeom>
                <a:solidFill>
                  <a:srgbClr val="DADADA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42" name="Rectangle 302"/>
                <p:cNvSpPr>
                  <a:spLocks noChangeArrowheads="1"/>
                </p:cNvSpPr>
                <p:nvPr/>
              </p:nvSpPr>
              <p:spPr bwMode="auto">
                <a:xfrm>
                  <a:off x="1208" y="2007"/>
                  <a:ext cx="7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43" name="Rectangle 303"/>
                <p:cNvSpPr>
                  <a:spLocks noChangeArrowheads="1"/>
                </p:cNvSpPr>
                <p:nvPr/>
              </p:nvSpPr>
              <p:spPr bwMode="auto">
                <a:xfrm>
                  <a:off x="1348" y="1943"/>
                  <a:ext cx="169" cy="90"/>
                </a:xfrm>
                <a:prstGeom prst="rect">
                  <a:avLst/>
                </a:prstGeom>
                <a:solidFill>
                  <a:srgbClr val="3366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44" name="Rectangle 304"/>
                <p:cNvSpPr>
                  <a:spLocks noChangeArrowheads="1"/>
                </p:cNvSpPr>
                <p:nvPr/>
              </p:nvSpPr>
              <p:spPr bwMode="auto">
                <a:xfrm>
                  <a:off x="935" y="2030"/>
                  <a:ext cx="573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45" name="Rectangle 305"/>
                <p:cNvSpPr>
                  <a:spLocks noChangeArrowheads="1"/>
                </p:cNvSpPr>
                <p:nvPr/>
              </p:nvSpPr>
              <p:spPr bwMode="auto">
                <a:xfrm>
                  <a:off x="1276" y="1932"/>
                  <a:ext cx="77" cy="103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46" name="Rectangle 306"/>
                <p:cNvSpPr>
                  <a:spLocks noChangeArrowheads="1"/>
                </p:cNvSpPr>
                <p:nvPr/>
              </p:nvSpPr>
              <p:spPr bwMode="auto">
                <a:xfrm flipH="1">
                  <a:off x="1349" y="1825"/>
                  <a:ext cx="47" cy="125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47" name="Rectangle 307"/>
                <p:cNvSpPr>
                  <a:spLocks noChangeArrowheads="1"/>
                </p:cNvSpPr>
                <p:nvPr/>
              </p:nvSpPr>
              <p:spPr bwMode="auto">
                <a:xfrm>
                  <a:off x="1237" y="1811"/>
                  <a:ext cx="113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48" name="Rectangle 308"/>
                <p:cNvSpPr>
                  <a:spLocks noChangeArrowheads="1"/>
                </p:cNvSpPr>
                <p:nvPr/>
              </p:nvSpPr>
              <p:spPr bwMode="auto">
                <a:xfrm flipV="1">
                  <a:off x="1393" y="1903"/>
                  <a:ext cx="83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49" name="Rectangle 309"/>
                <p:cNvSpPr>
                  <a:spLocks noChangeArrowheads="1"/>
                </p:cNvSpPr>
                <p:nvPr/>
              </p:nvSpPr>
              <p:spPr bwMode="auto">
                <a:xfrm flipV="1">
                  <a:off x="1471" y="1945"/>
                  <a:ext cx="4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50" name="Rectangle 310"/>
                <p:cNvSpPr>
                  <a:spLocks noChangeArrowheads="1"/>
                </p:cNvSpPr>
                <p:nvPr/>
              </p:nvSpPr>
              <p:spPr bwMode="auto">
                <a:xfrm flipV="1">
                  <a:off x="1509" y="1987"/>
                  <a:ext cx="47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51" name="Rectangle 311"/>
                <p:cNvSpPr>
                  <a:spLocks noChangeArrowheads="1"/>
                </p:cNvSpPr>
                <p:nvPr/>
              </p:nvSpPr>
              <p:spPr bwMode="auto">
                <a:xfrm>
                  <a:off x="1445" y="1663"/>
                  <a:ext cx="49" cy="156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52" name="Rectangle 312"/>
                <p:cNvSpPr>
                  <a:spLocks noChangeArrowheads="1"/>
                </p:cNvSpPr>
                <p:nvPr/>
              </p:nvSpPr>
              <p:spPr bwMode="auto">
                <a:xfrm>
                  <a:off x="1445" y="1627"/>
                  <a:ext cx="101" cy="47"/>
                </a:xfrm>
                <a:prstGeom prst="rect">
                  <a:avLst/>
                </a:prstGeom>
                <a:solidFill>
                  <a:srgbClr val="000000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53" name="Rectangle 313"/>
                <p:cNvSpPr>
                  <a:spLocks noChangeArrowheads="1"/>
                </p:cNvSpPr>
                <p:nvPr/>
              </p:nvSpPr>
              <p:spPr bwMode="auto">
                <a:xfrm flipV="1">
                  <a:off x="1347" y="1811"/>
                  <a:ext cx="99" cy="47"/>
                </a:xfrm>
                <a:prstGeom prst="rect">
                  <a:avLst/>
                </a:prstGeom>
                <a:solidFill>
                  <a:srgbClr val="0000FF"/>
                </a:solidFill>
                <a:ln w="12700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445754" name="Freeform 314"/>
              <p:cNvSpPr>
                <a:spLocks/>
              </p:cNvSpPr>
              <p:nvPr/>
            </p:nvSpPr>
            <p:spPr bwMode="auto">
              <a:xfrm>
                <a:off x="3958" y="1921"/>
                <a:ext cx="155" cy="14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80"/>
                  </a:cxn>
                  <a:cxn ang="0">
                    <a:pos x="240" y="480"/>
                  </a:cxn>
                </a:cxnLst>
                <a:rect l="0" t="0" r="r" b="b"/>
                <a:pathLst>
                  <a:path w="240" h="480">
                    <a:moveTo>
                      <a:pt x="0" y="0"/>
                    </a:moveTo>
                    <a:lnTo>
                      <a:pt x="0" y="480"/>
                    </a:lnTo>
                    <a:lnTo>
                      <a:pt x="240" y="480"/>
                    </a:lnTo>
                  </a:path>
                </a:pathLst>
              </a:custGeom>
              <a:noFill/>
              <a:ln w="12700" cap="flat" cmpd="sng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445755" name="Group 315"/>
              <p:cNvGrpSpPr>
                <a:grpSpLocks/>
              </p:cNvGrpSpPr>
              <p:nvPr/>
            </p:nvGrpSpPr>
            <p:grpSpPr bwMode="auto">
              <a:xfrm>
                <a:off x="4076" y="1996"/>
                <a:ext cx="146" cy="117"/>
                <a:chOff x="4267" y="1108"/>
                <a:chExt cx="290" cy="233"/>
              </a:xfrm>
            </p:grpSpPr>
            <p:sp>
              <p:nvSpPr>
                <p:cNvPr id="445756" name="Freeform 316"/>
                <p:cNvSpPr>
                  <a:spLocks/>
                </p:cNvSpPr>
                <p:nvPr/>
              </p:nvSpPr>
              <p:spPr bwMode="auto">
                <a:xfrm>
                  <a:off x="4267" y="1108"/>
                  <a:ext cx="290" cy="233"/>
                </a:xfrm>
                <a:custGeom>
                  <a:avLst/>
                  <a:gdLst/>
                  <a:ahLst/>
                  <a:cxnLst>
                    <a:cxn ang="0">
                      <a:pos x="0" y="996"/>
                    </a:cxn>
                    <a:cxn ang="0">
                      <a:pos x="0" y="94"/>
                    </a:cxn>
                    <a:cxn ang="0">
                      <a:pos x="79" y="0"/>
                    </a:cxn>
                    <a:cxn ang="0">
                      <a:pos x="467" y="0"/>
                    </a:cxn>
                    <a:cxn ang="0">
                      <a:pos x="526" y="93"/>
                    </a:cxn>
                    <a:cxn ang="0">
                      <a:pos x="1248" y="94"/>
                    </a:cxn>
                    <a:cxn ang="0">
                      <a:pos x="1248" y="996"/>
                    </a:cxn>
                    <a:cxn ang="0">
                      <a:pos x="0" y="996"/>
                    </a:cxn>
                  </a:cxnLst>
                  <a:rect l="0" t="0" r="r" b="b"/>
                  <a:pathLst>
                    <a:path w="1248" h="996">
                      <a:moveTo>
                        <a:pt x="0" y="996"/>
                      </a:moveTo>
                      <a:lnTo>
                        <a:pt x="0" y="94"/>
                      </a:lnTo>
                      <a:lnTo>
                        <a:pt x="79" y="0"/>
                      </a:lnTo>
                      <a:lnTo>
                        <a:pt x="467" y="0"/>
                      </a:lnTo>
                      <a:lnTo>
                        <a:pt x="526" y="93"/>
                      </a:lnTo>
                      <a:lnTo>
                        <a:pt x="1248" y="94"/>
                      </a:lnTo>
                      <a:lnTo>
                        <a:pt x="1248" y="996"/>
                      </a:lnTo>
                      <a:lnTo>
                        <a:pt x="0" y="996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3175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rgbClr val="C0C0C0"/>
                  </a:outerShdw>
                </a:effectLst>
              </p:spPr>
              <p:txBody>
                <a:bodyPr/>
                <a:lstStyle/>
                <a:p>
                  <a:endParaRPr lang="fr-FR"/>
                </a:p>
              </p:txBody>
            </p:sp>
            <p:grpSp>
              <p:nvGrpSpPr>
                <p:cNvPr id="445757" name="Group 317"/>
                <p:cNvGrpSpPr>
                  <a:grpSpLocks/>
                </p:cNvGrpSpPr>
                <p:nvPr/>
              </p:nvGrpSpPr>
              <p:grpSpPr bwMode="auto">
                <a:xfrm>
                  <a:off x="4300" y="1145"/>
                  <a:ext cx="210" cy="183"/>
                  <a:chOff x="762" y="1114"/>
                  <a:chExt cx="980" cy="855"/>
                </a:xfrm>
              </p:grpSpPr>
              <p:sp>
                <p:nvSpPr>
                  <p:cNvPr id="445758" name="Freeform 318"/>
                  <p:cNvSpPr>
                    <a:spLocks/>
                  </p:cNvSpPr>
                  <p:nvPr/>
                </p:nvSpPr>
                <p:spPr bwMode="auto">
                  <a:xfrm>
                    <a:off x="762" y="1192"/>
                    <a:ext cx="980" cy="777"/>
                  </a:xfrm>
                  <a:custGeom>
                    <a:avLst/>
                    <a:gdLst/>
                    <a:ahLst/>
                    <a:cxnLst>
                      <a:cxn ang="0">
                        <a:pos x="0" y="307"/>
                      </a:cxn>
                      <a:cxn ang="0">
                        <a:pos x="0" y="433"/>
                      </a:cxn>
                      <a:cxn ang="0">
                        <a:pos x="534" y="713"/>
                      </a:cxn>
                      <a:cxn ang="0">
                        <a:pos x="900" y="387"/>
                      </a:cxn>
                      <a:cxn ang="0">
                        <a:pos x="792" y="321"/>
                      </a:cxn>
                      <a:cxn ang="0">
                        <a:pos x="359" y="0"/>
                      </a:cxn>
                    </a:cxnLst>
                    <a:rect l="0" t="0" r="r" b="b"/>
                    <a:pathLst>
                      <a:path w="900" h="713">
                        <a:moveTo>
                          <a:pt x="0" y="307"/>
                        </a:moveTo>
                        <a:lnTo>
                          <a:pt x="0" y="433"/>
                        </a:lnTo>
                        <a:lnTo>
                          <a:pt x="534" y="713"/>
                        </a:lnTo>
                        <a:lnTo>
                          <a:pt x="900" y="387"/>
                        </a:lnTo>
                        <a:lnTo>
                          <a:pt x="792" y="321"/>
                        </a:lnTo>
                        <a:lnTo>
                          <a:pt x="359" y="0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777777"/>
                      </a:gs>
                    </a:gsLst>
                    <a:lin ang="2700000" scaled="1"/>
                  </a:gradFill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45759" name="Freeform 319"/>
                  <p:cNvSpPr>
                    <a:spLocks/>
                  </p:cNvSpPr>
                  <p:nvPr/>
                </p:nvSpPr>
                <p:spPr bwMode="auto">
                  <a:xfrm>
                    <a:off x="808" y="1205"/>
                    <a:ext cx="893" cy="727"/>
                  </a:xfrm>
                  <a:custGeom>
                    <a:avLst/>
                    <a:gdLst/>
                    <a:ahLst/>
                    <a:cxnLst>
                      <a:cxn ang="0">
                        <a:pos x="0" y="288"/>
                      </a:cxn>
                      <a:cxn ang="0">
                        <a:pos x="0" y="409"/>
                      </a:cxn>
                      <a:cxn ang="0">
                        <a:pos x="498" y="667"/>
                      </a:cxn>
                      <a:cxn ang="0">
                        <a:pos x="820" y="379"/>
                      </a:cxn>
                      <a:cxn ang="0">
                        <a:pos x="812" y="327"/>
                      </a:cxn>
                      <a:cxn ang="0">
                        <a:pos x="810" y="285"/>
                      </a:cxn>
                      <a:cxn ang="0">
                        <a:pos x="812" y="235"/>
                      </a:cxn>
                      <a:cxn ang="0">
                        <a:pos x="820" y="187"/>
                      </a:cxn>
                      <a:cxn ang="0">
                        <a:pos x="341" y="0"/>
                      </a:cxn>
                      <a:cxn ang="0">
                        <a:pos x="0" y="288"/>
                      </a:cxn>
                    </a:cxnLst>
                    <a:rect l="0" t="0" r="r" b="b"/>
                    <a:pathLst>
                      <a:path w="820" h="667">
                        <a:moveTo>
                          <a:pt x="0" y="288"/>
                        </a:moveTo>
                        <a:lnTo>
                          <a:pt x="0" y="409"/>
                        </a:lnTo>
                        <a:lnTo>
                          <a:pt x="498" y="667"/>
                        </a:lnTo>
                        <a:lnTo>
                          <a:pt x="820" y="379"/>
                        </a:lnTo>
                        <a:lnTo>
                          <a:pt x="812" y="327"/>
                        </a:lnTo>
                        <a:lnTo>
                          <a:pt x="810" y="285"/>
                        </a:lnTo>
                        <a:lnTo>
                          <a:pt x="812" y="235"/>
                        </a:lnTo>
                        <a:lnTo>
                          <a:pt x="820" y="187"/>
                        </a:lnTo>
                        <a:lnTo>
                          <a:pt x="341" y="0"/>
                        </a:lnTo>
                        <a:lnTo>
                          <a:pt x="0" y="28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FFFCC"/>
                      </a:gs>
                      <a:gs pos="100000">
                        <a:srgbClr val="FFFF66"/>
                      </a:gs>
                    </a:gsLst>
                    <a:lin ang="5400000" scaled="1"/>
                  </a:gradFill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45760" name="Freeform 320"/>
                  <p:cNvSpPr>
                    <a:spLocks/>
                  </p:cNvSpPr>
                  <p:nvPr/>
                </p:nvSpPr>
                <p:spPr bwMode="auto">
                  <a:xfrm>
                    <a:off x="763" y="1114"/>
                    <a:ext cx="883" cy="410"/>
                  </a:xfrm>
                  <a:custGeom>
                    <a:avLst/>
                    <a:gdLst/>
                    <a:ahLst/>
                    <a:cxnLst>
                      <a:cxn ang="0">
                        <a:pos x="367" y="66"/>
                      </a:cxn>
                      <a:cxn ang="0">
                        <a:pos x="0" y="376"/>
                      </a:cxn>
                      <a:cxn ang="0">
                        <a:pos x="432" y="358"/>
                      </a:cxn>
                      <a:cxn ang="0">
                        <a:pos x="811" y="0"/>
                      </a:cxn>
                      <a:cxn ang="0">
                        <a:pos x="367" y="66"/>
                      </a:cxn>
                    </a:cxnLst>
                    <a:rect l="0" t="0" r="r" b="b"/>
                    <a:pathLst>
                      <a:path w="811" h="376">
                        <a:moveTo>
                          <a:pt x="367" y="66"/>
                        </a:moveTo>
                        <a:lnTo>
                          <a:pt x="0" y="376"/>
                        </a:lnTo>
                        <a:lnTo>
                          <a:pt x="432" y="358"/>
                        </a:lnTo>
                        <a:lnTo>
                          <a:pt x="811" y="0"/>
                        </a:lnTo>
                        <a:lnTo>
                          <a:pt x="367" y="6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777777"/>
                      </a:gs>
                    </a:gsLst>
                    <a:lin ang="2700000" scaled="1"/>
                  </a:gradFill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45761" name="Freeform 321"/>
                  <p:cNvSpPr>
                    <a:spLocks/>
                  </p:cNvSpPr>
                  <p:nvPr/>
                </p:nvSpPr>
                <p:spPr bwMode="auto">
                  <a:xfrm>
                    <a:off x="840" y="1412"/>
                    <a:ext cx="854" cy="337"/>
                  </a:xfrm>
                  <a:custGeom>
                    <a:avLst/>
                    <a:gdLst/>
                    <a:ahLst/>
                    <a:cxnLst>
                      <a:cxn ang="0">
                        <a:pos x="784" y="0"/>
                      </a:cxn>
                      <a:cxn ang="0">
                        <a:pos x="463" y="309"/>
                      </a:cxn>
                      <a:cxn ang="0">
                        <a:pos x="0" y="100"/>
                      </a:cxn>
                    </a:cxnLst>
                    <a:rect l="0" t="0" r="r" b="b"/>
                    <a:pathLst>
                      <a:path w="784" h="309">
                        <a:moveTo>
                          <a:pt x="784" y="0"/>
                        </a:moveTo>
                        <a:lnTo>
                          <a:pt x="463" y="309"/>
                        </a:lnTo>
                        <a:lnTo>
                          <a:pt x="0" y="100"/>
                        </a:lnTo>
                      </a:path>
                    </a:pathLst>
                  </a:custGeom>
                  <a:noFill/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445762" name="Text Box 322"/>
              <p:cNvSpPr txBox="1">
                <a:spLocks noChangeArrowheads="1"/>
              </p:cNvSpPr>
              <p:nvPr/>
            </p:nvSpPr>
            <p:spPr bwMode="auto">
              <a:xfrm>
                <a:off x="4200" y="1973"/>
                <a:ext cx="504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100000"/>
                  </a:lnSpc>
                  <a:buClrTx/>
                  <a:buFontTx/>
                  <a:buNone/>
                </a:pPr>
                <a:r>
                  <a:rPr lang="de-DE" sz="1200" b="0">
                    <a:solidFill>
                      <a:srgbClr val="000000"/>
                    </a:solidFill>
                    <a:cs typeface="Arial" charset="0"/>
                  </a:rPr>
                  <a:t>Utilisateurs</a:t>
                </a:r>
                <a:endParaRPr lang="en-US" sz="1200" b="0">
                  <a:solidFill>
                    <a:srgbClr val="000000"/>
                  </a:solidFill>
                  <a:cs typeface="Arial" charset="0"/>
                </a:endParaRPr>
              </a:p>
            </p:txBody>
          </p:sp>
          <p:sp>
            <p:nvSpPr>
              <p:cNvPr id="445763" name="Freeform 323"/>
              <p:cNvSpPr>
                <a:spLocks/>
              </p:cNvSpPr>
              <p:nvPr/>
            </p:nvSpPr>
            <p:spPr bwMode="auto">
              <a:xfrm>
                <a:off x="3958" y="2061"/>
                <a:ext cx="155" cy="32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80"/>
                  </a:cxn>
                  <a:cxn ang="0">
                    <a:pos x="240" y="480"/>
                  </a:cxn>
                </a:cxnLst>
                <a:rect l="0" t="0" r="r" b="b"/>
                <a:pathLst>
                  <a:path w="240" h="480">
                    <a:moveTo>
                      <a:pt x="0" y="0"/>
                    </a:moveTo>
                    <a:lnTo>
                      <a:pt x="0" y="480"/>
                    </a:lnTo>
                    <a:lnTo>
                      <a:pt x="240" y="480"/>
                    </a:lnTo>
                  </a:path>
                </a:pathLst>
              </a:custGeom>
              <a:noFill/>
              <a:ln w="12700" cap="flat" cmpd="sng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445764" name="Group 324"/>
              <p:cNvGrpSpPr>
                <a:grpSpLocks/>
              </p:cNvGrpSpPr>
              <p:nvPr/>
            </p:nvGrpSpPr>
            <p:grpSpPr bwMode="auto">
              <a:xfrm>
                <a:off x="4076" y="2322"/>
                <a:ext cx="146" cy="117"/>
                <a:chOff x="4267" y="1108"/>
                <a:chExt cx="290" cy="233"/>
              </a:xfrm>
            </p:grpSpPr>
            <p:sp>
              <p:nvSpPr>
                <p:cNvPr id="445765" name="Freeform 325"/>
                <p:cNvSpPr>
                  <a:spLocks/>
                </p:cNvSpPr>
                <p:nvPr/>
              </p:nvSpPr>
              <p:spPr bwMode="auto">
                <a:xfrm>
                  <a:off x="4267" y="1108"/>
                  <a:ext cx="290" cy="233"/>
                </a:xfrm>
                <a:custGeom>
                  <a:avLst/>
                  <a:gdLst/>
                  <a:ahLst/>
                  <a:cxnLst>
                    <a:cxn ang="0">
                      <a:pos x="0" y="996"/>
                    </a:cxn>
                    <a:cxn ang="0">
                      <a:pos x="0" y="94"/>
                    </a:cxn>
                    <a:cxn ang="0">
                      <a:pos x="79" y="0"/>
                    </a:cxn>
                    <a:cxn ang="0">
                      <a:pos x="467" y="0"/>
                    </a:cxn>
                    <a:cxn ang="0">
                      <a:pos x="526" y="93"/>
                    </a:cxn>
                    <a:cxn ang="0">
                      <a:pos x="1248" y="94"/>
                    </a:cxn>
                    <a:cxn ang="0">
                      <a:pos x="1248" y="996"/>
                    </a:cxn>
                    <a:cxn ang="0">
                      <a:pos x="0" y="996"/>
                    </a:cxn>
                  </a:cxnLst>
                  <a:rect l="0" t="0" r="r" b="b"/>
                  <a:pathLst>
                    <a:path w="1248" h="996">
                      <a:moveTo>
                        <a:pt x="0" y="996"/>
                      </a:moveTo>
                      <a:lnTo>
                        <a:pt x="0" y="94"/>
                      </a:lnTo>
                      <a:lnTo>
                        <a:pt x="79" y="0"/>
                      </a:lnTo>
                      <a:lnTo>
                        <a:pt x="467" y="0"/>
                      </a:lnTo>
                      <a:lnTo>
                        <a:pt x="526" y="93"/>
                      </a:lnTo>
                      <a:lnTo>
                        <a:pt x="1248" y="94"/>
                      </a:lnTo>
                      <a:lnTo>
                        <a:pt x="1248" y="996"/>
                      </a:lnTo>
                      <a:lnTo>
                        <a:pt x="0" y="996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3175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rgbClr val="C0C0C0"/>
                  </a:outerShdw>
                </a:effectLst>
              </p:spPr>
              <p:txBody>
                <a:bodyPr/>
                <a:lstStyle/>
                <a:p>
                  <a:endParaRPr lang="fr-FR"/>
                </a:p>
              </p:txBody>
            </p:sp>
            <p:grpSp>
              <p:nvGrpSpPr>
                <p:cNvPr id="445766" name="Group 326"/>
                <p:cNvGrpSpPr>
                  <a:grpSpLocks/>
                </p:cNvGrpSpPr>
                <p:nvPr/>
              </p:nvGrpSpPr>
              <p:grpSpPr bwMode="auto">
                <a:xfrm>
                  <a:off x="4300" y="1145"/>
                  <a:ext cx="210" cy="183"/>
                  <a:chOff x="762" y="1114"/>
                  <a:chExt cx="980" cy="855"/>
                </a:xfrm>
              </p:grpSpPr>
              <p:sp>
                <p:nvSpPr>
                  <p:cNvPr id="445767" name="Freeform 327"/>
                  <p:cNvSpPr>
                    <a:spLocks/>
                  </p:cNvSpPr>
                  <p:nvPr/>
                </p:nvSpPr>
                <p:spPr bwMode="auto">
                  <a:xfrm>
                    <a:off x="762" y="1192"/>
                    <a:ext cx="980" cy="777"/>
                  </a:xfrm>
                  <a:custGeom>
                    <a:avLst/>
                    <a:gdLst/>
                    <a:ahLst/>
                    <a:cxnLst>
                      <a:cxn ang="0">
                        <a:pos x="0" y="307"/>
                      </a:cxn>
                      <a:cxn ang="0">
                        <a:pos x="0" y="433"/>
                      </a:cxn>
                      <a:cxn ang="0">
                        <a:pos x="534" y="713"/>
                      </a:cxn>
                      <a:cxn ang="0">
                        <a:pos x="900" y="387"/>
                      </a:cxn>
                      <a:cxn ang="0">
                        <a:pos x="792" y="321"/>
                      </a:cxn>
                      <a:cxn ang="0">
                        <a:pos x="359" y="0"/>
                      </a:cxn>
                    </a:cxnLst>
                    <a:rect l="0" t="0" r="r" b="b"/>
                    <a:pathLst>
                      <a:path w="900" h="713">
                        <a:moveTo>
                          <a:pt x="0" y="307"/>
                        </a:moveTo>
                        <a:lnTo>
                          <a:pt x="0" y="433"/>
                        </a:lnTo>
                        <a:lnTo>
                          <a:pt x="534" y="713"/>
                        </a:lnTo>
                        <a:lnTo>
                          <a:pt x="900" y="387"/>
                        </a:lnTo>
                        <a:lnTo>
                          <a:pt x="792" y="321"/>
                        </a:lnTo>
                        <a:lnTo>
                          <a:pt x="359" y="0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777777"/>
                      </a:gs>
                    </a:gsLst>
                    <a:lin ang="2700000" scaled="1"/>
                  </a:gradFill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45768" name="Freeform 328"/>
                  <p:cNvSpPr>
                    <a:spLocks/>
                  </p:cNvSpPr>
                  <p:nvPr/>
                </p:nvSpPr>
                <p:spPr bwMode="auto">
                  <a:xfrm>
                    <a:off x="808" y="1205"/>
                    <a:ext cx="893" cy="727"/>
                  </a:xfrm>
                  <a:custGeom>
                    <a:avLst/>
                    <a:gdLst/>
                    <a:ahLst/>
                    <a:cxnLst>
                      <a:cxn ang="0">
                        <a:pos x="0" y="288"/>
                      </a:cxn>
                      <a:cxn ang="0">
                        <a:pos x="0" y="409"/>
                      </a:cxn>
                      <a:cxn ang="0">
                        <a:pos x="498" y="667"/>
                      </a:cxn>
                      <a:cxn ang="0">
                        <a:pos x="820" y="379"/>
                      </a:cxn>
                      <a:cxn ang="0">
                        <a:pos x="812" y="327"/>
                      </a:cxn>
                      <a:cxn ang="0">
                        <a:pos x="810" y="285"/>
                      </a:cxn>
                      <a:cxn ang="0">
                        <a:pos x="812" y="235"/>
                      </a:cxn>
                      <a:cxn ang="0">
                        <a:pos x="820" y="187"/>
                      </a:cxn>
                      <a:cxn ang="0">
                        <a:pos x="341" y="0"/>
                      </a:cxn>
                      <a:cxn ang="0">
                        <a:pos x="0" y="288"/>
                      </a:cxn>
                    </a:cxnLst>
                    <a:rect l="0" t="0" r="r" b="b"/>
                    <a:pathLst>
                      <a:path w="820" h="667">
                        <a:moveTo>
                          <a:pt x="0" y="288"/>
                        </a:moveTo>
                        <a:lnTo>
                          <a:pt x="0" y="409"/>
                        </a:lnTo>
                        <a:lnTo>
                          <a:pt x="498" y="667"/>
                        </a:lnTo>
                        <a:lnTo>
                          <a:pt x="820" y="379"/>
                        </a:lnTo>
                        <a:lnTo>
                          <a:pt x="812" y="327"/>
                        </a:lnTo>
                        <a:lnTo>
                          <a:pt x="810" y="285"/>
                        </a:lnTo>
                        <a:lnTo>
                          <a:pt x="812" y="235"/>
                        </a:lnTo>
                        <a:lnTo>
                          <a:pt x="820" y="187"/>
                        </a:lnTo>
                        <a:lnTo>
                          <a:pt x="341" y="0"/>
                        </a:lnTo>
                        <a:lnTo>
                          <a:pt x="0" y="28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FFFCC"/>
                      </a:gs>
                      <a:gs pos="100000">
                        <a:srgbClr val="FFFF66"/>
                      </a:gs>
                    </a:gsLst>
                    <a:lin ang="5400000" scaled="1"/>
                  </a:gradFill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45769" name="Freeform 329"/>
                  <p:cNvSpPr>
                    <a:spLocks/>
                  </p:cNvSpPr>
                  <p:nvPr/>
                </p:nvSpPr>
                <p:spPr bwMode="auto">
                  <a:xfrm>
                    <a:off x="763" y="1114"/>
                    <a:ext cx="883" cy="410"/>
                  </a:xfrm>
                  <a:custGeom>
                    <a:avLst/>
                    <a:gdLst/>
                    <a:ahLst/>
                    <a:cxnLst>
                      <a:cxn ang="0">
                        <a:pos x="367" y="66"/>
                      </a:cxn>
                      <a:cxn ang="0">
                        <a:pos x="0" y="376"/>
                      </a:cxn>
                      <a:cxn ang="0">
                        <a:pos x="432" y="358"/>
                      </a:cxn>
                      <a:cxn ang="0">
                        <a:pos x="811" y="0"/>
                      </a:cxn>
                      <a:cxn ang="0">
                        <a:pos x="367" y="66"/>
                      </a:cxn>
                    </a:cxnLst>
                    <a:rect l="0" t="0" r="r" b="b"/>
                    <a:pathLst>
                      <a:path w="811" h="376">
                        <a:moveTo>
                          <a:pt x="367" y="66"/>
                        </a:moveTo>
                        <a:lnTo>
                          <a:pt x="0" y="376"/>
                        </a:lnTo>
                        <a:lnTo>
                          <a:pt x="432" y="358"/>
                        </a:lnTo>
                        <a:lnTo>
                          <a:pt x="811" y="0"/>
                        </a:lnTo>
                        <a:lnTo>
                          <a:pt x="367" y="6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777777"/>
                      </a:gs>
                    </a:gsLst>
                    <a:lin ang="2700000" scaled="1"/>
                  </a:gradFill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45770" name="Freeform 330"/>
                  <p:cNvSpPr>
                    <a:spLocks/>
                  </p:cNvSpPr>
                  <p:nvPr/>
                </p:nvSpPr>
                <p:spPr bwMode="auto">
                  <a:xfrm>
                    <a:off x="840" y="1412"/>
                    <a:ext cx="854" cy="337"/>
                  </a:xfrm>
                  <a:custGeom>
                    <a:avLst/>
                    <a:gdLst/>
                    <a:ahLst/>
                    <a:cxnLst>
                      <a:cxn ang="0">
                        <a:pos x="784" y="0"/>
                      </a:cxn>
                      <a:cxn ang="0">
                        <a:pos x="463" y="309"/>
                      </a:cxn>
                      <a:cxn ang="0">
                        <a:pos x="0" y="100"/>
                      </a:cxn>
                    </a:cxnLst>
                    <a:rect l="0" t="0" r="r" b="b"/>
                    <a:pathLst>
                      <a:path w="784" h="309">
                        <a:moveTo>
                          <a:pt x="784" y="0"/>
                        </a:moveTo>
                        <a:lnTo>
                          <a:pt x="463" y="309"/>
                        </a:lnTo>
                        <a:lnTo>
                          <a:pt x="0" y="100"/>
                        </a:lnTo>
                      </a:path>
                    </a:pathLst>
                  </a:custGeom>
                  <a:noFill/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445771" name="Text Box 331"/>
              <p:cNvSpPr txBox="1">
                <a:spLocks noChangeArrowheads="1"/>
              </p:cNvSpPr>
              <p:nvPr/>
            </p:nvSpPr>
            <p:spPr bwMode="auto">
              <a:xfrm>
                <a:off x="4365" y="2155"/>
                <a:ext cx="531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100000"/>
                  </a:lnSpc>
                  <a:buClrTx/>
                  <a:buFontTx/>
                  <a:buNone/>
                </a:pPr>
                <a:r>
                  <a:rPr lang="de-DE" sz="1200" b="0">
                    <a:solidFill>
                      <a:srgbClr val="000000"/>
                    </a:solidFill>
                    <a:cs typeface="Arial" charset="0"/>
                  </a:rPr>
                  <a:t>Utilisateur</a:t>
                </a:r>
                <a:r>
                  <a:rPr lang="en-US" sz="1200" b="0"/>
                  <a:t> 2</a:t>
                </a:r>
              </a:p>
            </p:txBody>
          </p:sp>
          <p:grpSp>
            <p:nvGrpSpPr>
              <p:cNvPr id="445772" name="Group 332"/>
              <p:cNvGrpSpPr>
                <a:grpSpLocks/>
              </p:cNvGrpSpPr>
              <p:nvPr/>
            </p:nvGrpSpPr>
            <p:grpSpPr bwMode="auto">
              <a:xfrm>
                <a:off x="3881" y="1846"/>
                <a:ext cx="145" cy="118"/>
                <a:chOff x="4267" y="1108"/>
                <a:chExt cx="290" cy="233"/>
              </a:xfrm>
            </p:grpSpPr>
            <p:sp>
              <p:nvSpPr>
                <p:cNvPr id="445773" name="Freeform 333"/>
                <p:cNvSpPr>
                  <a:spLocks/>
                </p:cNvSpPr>
                <p:nvPr/>
              </p:nvSpPr>
              <p:spPr bwMode="auto">
                <a:xfrm>
                  <a:off x="4267" y="1108"/>
                  <a:ext cx="290" cy="233"/>
                </a:xfrm>
                <a:custGeom>
                  <a:avLst/>
                  <a:gdLst/>
                  <a:ahLst/>
                  <a:cxnLst>
                    <a:cxn ang="0">
                      <a:pos x="0" y="996"/>
                    </a:cxn>
                    <a:cxn ang="0">
                      <a:pos x="0" y="94"/>
                    </a:cxn>
                    <a:cxn ang="0">
                      <a:pos x="79" y="0"/>
                    </a:cxn>
                    <a:cxn ang="0">
                      <a:pos x="467" y="0"/>
                    </a:cxn>
                    <a:cxn ang="0">
                      <a:pos x="526" y="93"/>
                    </a:cxn>
                    <a:cxn ang="0">
                      <a:pos x="1248" y="94"/>
                    </a:cxn>
                    <a:cxn ang="0">
                      <a:pos x="1248" y="996"/>
                    </a:cxn>
                    <a:cxn ang="0">
                      <a:pos x="0" y="996"/>
                    </a:cxn>
                  </a:cxnLst>
                  <a:rect l="0" t="0" r="r" b="b"/>
                  <a:pathLst>
                    <a:path w="1248" h="996">
                      <a:moveTo>
                        <a:pt x="0" y="996"/>
                      </a:moveTo>
                      <a:lnTo>
                        <a:pt x="0" y="94"/>
                      </a:lnTo>
                      <a:lnTo>
                        <a:pt x="79" y="0"/>
                      </a:lnTo>
                      <a:lnTo>
                        <a:pt x="467" y="0"/>
                      </a:lnTo>
                      <a:lnTo>
                        <a:pt x="526" y="93"/>
                      </a:lnTo>
                      <a:lnTo>
                        <a:pt x="1248" y="94"/>
                      </a:lnTo>
                      <a:lnTo>
                        <a:pt x="1248" y="996"/>
                      </a:lnTo>
                      <a:lnTo>
                        <a:pt x="0" y="996"/>
                      </a:lnTo>
                      <a:close/>
                    </a:path>
                  </a:pathLst>
                </a:custGeom>
                <a:solidFill>
                  <a:srgbClr val="FFFF99"/>
                </a:solidFill>
                <a:ln w="3175" cap="rnd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dist="35921" dir="2700000" algn="ctr" rotWithShape="0">
                    <a:srgbClr val="C0C0C0"/>
                  </a:outerShdw>
                </a:effectLst>
              </p:spPr>
              <p:txBody>
                <a:bodyPr/>
                <a:lstStyle/>
                <a:p>
                  <a:endParaRPr lang="fr-FR"/>
                </a:p>
              </p:txBody>
            </p:sp>
            <p:grpSp>
              <p:nvGrpSpPr>
                <p:cNvPr id="445774" name="Group 334"/>
                <p:cNvGrpSpPr>
                  <a:grpSpLocks/>
                </p:cNvGrpSpPr>
                <p:nvPr/>
              </p:nvGrpSpPr>
              <p:grpSpPr bwMode="auto">
                <a:xfrm>
                  <a:off x="4300" y="1145"/>
                  <a:ext cx="210" cy="183"/>
                  <a:chOff x="762" y="1114"/>
                  <a:chExt cx="980" cy="855"/>
                </a:xfrm>
              </p:grpSpPr>
              <p:sp>
                <p:nvSpPr>
                  <p:cNvPr id="445775" name="Freeform 335"/>
                  <p:cNvSpPr>
                    <a:spLocks/>
                  </p:cNvSpPr>
                  <p:nvPr/>
                </p:nvSpPr>
                <p:spPr bwMode="auto">
                  <a:xfrm>
                    <a:off x="762" y="1192"/>
                    <a:ext cx="980" cy="777"/>
                  </a:xfrm>
                  <a:custGeom>
                    <a:avLst/>
                    <a:gdLst/>
                    <a:ahLst/>
                    <a:cxnLst>
                      <a:cxn ang="0">
                        <a:pos x="0" y="307"/>
                      </a:cxn>
                      <a:cxn ang="0">
                        <a:pos x="0" y="433"/>
                      </a:cxn>
                      <a:cxn ang="0">
                        <a:pos x="534" y="713"/>
                      </a:cxn>
                      <a:cxn ang="0">
                        <a:pos x="900" y="387"/>
                      </a:cxn>
                      <a:cxn ang="0">
                        <a:pos x="792" y="321"/>
                      </a:cxn>
                      <a:cxn ang="0">
                        <a:pos x="359" y="0"/>
                      </a:cxn>
                    </a:cxnLst>
                    <a:rect l="0" t="0" r="r" b="b"/>
                    <a:pathLst>
                      <a:path w="900" h="713">
                        <a:moveTo>
                          <a:pt x="0" y="307"/>
                        </a:moveTo>
                        <a:lnTo>
                          <a:pt x="0" y="433"/>
                        </a:lnTo>
                        <a:lnTo>
                          <a:pt x="534" y="713"/>
                        </a:lnTo>
                        <a:lnTo>
                          <a:pt x="900" y="387"/>
                        </a:lnTo>
                        <a:lnTo>
                          <a:pt x="792" y="321"/>
                        </a:lnTo>
                        <a:lnTo>
                          <a:pt x="359" y="0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C0C0C0"/>
                      </a:gs>
                      <a:gs pos="100000">
                        <a:srgbClr val="777777"/>
                      </a:gs>
                    </a:gsLst>
                    <a:lin ang="2700000" scaled="1"/>
                  </a:gradFill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45776" name="Freeform 336"/>
                  <p:cNvSpPr>
                    <a:spLocks/>
                  </p:cNvSpPr>
                  <p:nvPr/>
                </p:nvSpPr>
                <p:spPr bwMode="auto">
                  <a:xfrm>
                    <a:off x="808" y="1205"/>
                    <a:ext cx="893" cy="727"/>
                  </a:xfrm>
                  <a:custGeom>
                    <a:avLst/>
                    <a:gdLst/>
                    <a:ahLst/>
                    <a:cxnLst>
                      <a:cxn ang="0">
                        <a:pos x="0" y="288"/>
                      </a:cxn>
                      <a:cxn ang="0">
                        <a:pos x="0" y="409"/>
                      </a:cxn>
                      <a:cxn ang="0">
                        <a:pos x="498" y="667"/>
                      </a:cxn>
                      <a:cxn ang="0">
                        <a:pos x="820" y="379"/>
                      </a:cxn>
                      <a:cxn ang="0">
                        <a:pos x="812" y="327"/>
                      </a:cxn>
                      <a:cxn ang="0">
                        <a:pos x="810" y="285"/>
                      </a:cxn>
                      <a:cxn ang="0">
                        <a:pos x="812" y="235"/>
                      </a:cxn>
                      <a:cxn ang="0">
                        <a:pos x="820" y="187"/>
                      </a:cxn>
                      <a:cxn ang="0">
                        <a:pos x="341" y="0"/>
                      </a:cxn>
                      <a:cxn ang="0">
                        <a:pos x="0" y="288"/>
                      </a:cxn>
                    </a:cxnLst>
                    <a:rect l="0" t="0" r="r" b="b"/>
                    <a:pathLst>
                      <a:path w="820" h="667">
                        <a:moveTo>
                          <a:pt x="0" y="288"/>
                        </a:moveTo>
                        <a:lnTo>
                          <a:pt x="0" y="409"/>
                        </a:lnTo>
                        <a:lnTo>
                          <a:pt x="498" y="667"/>
                        </a:lnTo>
                        <a:lnTo>
                          <a:pt x="820" y="379"/>
                        </a:lnTo>
                        <a:lnTo>
                          <a:pt x="812" y="327"/>
                        </a:lnTo>
                        <a:lnTo>
                          <a:pt x="810" y="285"/>
                        </a:lnTo>
                        <a:lnTo>
                          <a:pt x="812" y="235"/>
                        </a:lnTo>
                        <a:lnTo>
                          <a:pt x="820" y="187"/>
                        </a:lnTo>
                        <a:lnTo>
                          <a:pt x="341" y="0"/>
                        </a:lnTo>
                        <a:lnTo>
                          <a:pt x="0" y="288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FFFFCC"/>
                      </a:gs>
                      <a:gs pos="100000">
                        <a:srgbClr val="FFFF66"/>
                      </a:gs>
                    </a:gsLst>
                    <a:lin ang="5400000" scaled="1"/>
                  </a:gradFill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45777" name="Freeform 337"/>
                  <p:cNvSpPr>
                    <a:spLocks/>
                  </p:cNvSpPr>
                  <p:nvPr/>
                </p:nvSpPr>
                <p:spPr bwMode="auto">
                  <a:xfrm>
                    <a:off x="763" y="1114"/>
                    <a:ext cx="883" cy="410"/>
                  </a:xfrm>
                  <a:custGeom>
                    <a:avLst/>
                    <a:gdLst/>
                    <a:ahLst/>
                    <a:cxnLst>
                      <a:cxn ang="0">
                        <a:pos x="367" y="66"/>
                      </a:cxn>
                      <a:cxn ang="0">
                        <a:pos x="0" y="376"/>
                      </a:cxn>
                      <a:cxn ang="0">
                        <a:pos x="432" y="358"/>
                      </a:cxn>
                      <a:cxn ang="0">
                        <a:pos x="811" y="0"/>
                      </a:cxn>
                      <a:cxn ang="0">
                        <a:pos x="367" y="66"/>
                      </a:cxn>
                    </a:cxnLst>
                    <a:rect l="0" t="0" r="r" b="b"/>
                    <a:pathLst>
                      <a:path w="811" h="376">
                        <a:moveTo>
                          <a:pt x="367" y="66"/>
                        </a:moveTo>
                        <a:lnTo>
                          <a:pt x="0" y="376"/>
                        </a:lnTo>
                        <a:lnTo>
                          <a:pt x="432" y="358"/>
                        </a:lnTo>
                        <a:lnTo>
                          <a:pt x="811" y="0"/>
                        </a:lnTo>
                        <a:lnTo>
                          <a:pt x="367" y="66"/>
                        </a:lnTo>
                        <a:close/>
                      </a:path>
                    </a:pathLst>
                  </a:custGeom>
                  <a:gradFill rotWithShape="0">
                    <a:gsLst>
                      <a:gs pos="0">
                        <a:srgbClr val="DDDDDD"/>
                      </a:gs>
                      <a:gs pos="100000">
                        <a:srgbClr val="777777"/>
                      </a:gs>
                    </a:gsLst>
                    <a:lin ang="2700000" scaled="1"/>
                  </a:gradFill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45778" name="Freeform 338"/>
                  <p:cNvSpPr>
                    <a:spLocks/>
                  </p:cNvSpPr>
                  <p:nvPr/>
                </p:nvSpPr>
                <p:spPr bwMode="auto">
                  <a:xfrm>
                    <a:off x="840" y="1412"/>
                    <a:ext cx="854" cy="337"/>
                  </a:xfrm>
                  <a:custGeom>
                    <a:avLst/>
                    <a:gdLst/>
                    <a:ahLst/>
                    <a:cxnLst>
                      <a:cxn ang="0">
                        <a:pos x="784" y="0"/>
                      </a:cxn>
                      <a:cxn ang="0">
                        <a:pos x="463" y="309"/>
                      </a:cxn>
                      <a:cxn ang="0">
                        <a:pos x="0" y="100"/>
                      </a:cxn>
                    </a:cxnLst>
                    <a:rect l="0" t="0" r="r" b="b"/>
                    <a:pathLst>
                      <a:path w="784" h="309">
                        <a:moveTo>
                          <a:pt x="784" y="0"/>
                        </a:moveTo>
                        <a:lnTo>
                          <a:pt x="463" y="309"/>
                        </a:lnTo>
                        <a:lnTo>
                          <a:pt x="0" y="100"/>
                        </a:lnTo>
                      </a:path>
                    </a:pathLst>
                  </a:custGeom>
                  <a:noFill/>
                  <a:ln w="3175" cap="flat" cmpd="sng">
                    <a:solidFill>
                      <a:srgbClr val="80808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wrap="none" tIns="27432" bIns="27432" anchor="ctr">
                    <a:spAutoFit/>
                  </a:bodyPr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445779" name="Text Box 339"/>
              <p:cNvSpPr txBox="1">
                <a:spLocks noChangeArrowheads="1"/>
              </p:cNvSpPr>
              <p:nvPr/>
            </p:nvSpPr>
            <p:spPr bwMode="auto">
              <a:xfrm>
                <a:off x="4010" y="1827"/>
                <a:ext cx="278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sz="1200" b="0"/>
                  <a:t>OU2</a:t>
                </a:r>
              </a:p>
            </p:txBody>
          </p:sp>
          <p:sp>
            <p:nvSpPr>
              <p:cNvPr id="445780" name="Text Box 340"/>
              <p:cNvSpPr txBox="1">
                <a:spLocks noChangeArrowheads="1"/>
              </p:cNvSpPr>
              <p:nvPr/>
            </p:nvSpPr>
            <p:spPr bwMode="auto">
              <a:xfrm>
                <a:off x="4200" y="2310"/>
                <a:ext cx="550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100000"/>
                  </a:lnSpc>
                  <a:buClrTx/>
                  <a:buFontTx/>
                  <a:buNone/>
                </a:pPr>
                <a:r>
                  <a:rPr lang="de-DE" sz="1200" b="0">
                    <a:solidFill>
                      <a:srgbClr val="000000"/>
                    </a:solidFill>
                    <a:cs typeface="Arial" charset="0"/>
                  </a:rPr>
                  <a:t>Imprimantes</a:t>
                </a:r>
                <a:endParaRPr lang="en-US" sz="1200" b="0">
                  <a:solidFill>
                    <a:srgbClr val="000000"/>
                  </a:solidFill>
                  <a:cs typeface="Arial" charset="0"/>
                </a:endParaRPr>
              </a:p>
            </p:txBody>
          </p:sp>
          <p:grpSp>
            <p:nvGrpSpPr>
              <p:cNvPr id="445781" name="Group 341"/>
              <p:cNvGrpSpPr>
                <a:grpSpLocks/>
              </p:cNvGrpSpPr>
              <p:nvPr/>
            </p:nvGrpSpPr>
            <p:grpSpPr bwMode="auto">
              <a:xfrm>
                <a:off x="4225" y="2455"/>
                <a:ext cx="147" cy="124"/>
                <a:chOff x="4676" y="123"/>
                <a:chExt cx="550" cy="458"/>
              </a:xfrm>
            </p:grpSpPr>
            <p:sp>
              <p:nvSpPr>
                <p:cNvPr id="445782" name="Freeform 342"/>
                <p:cNvSpPr>
                  <a:spLocks noChangeAspect="1"/>
                </p:cNvSpPr>
                <p:nvPr/>
              </p:nvSpPr>
              <p:spPr bwMode="auto">
                <a:xfrm>
                  <a:off x="4701" y="381"/>
                  <a:ext cx="496" cy="200"/>
                </a:xfrm>
                <a:custGeom>
                  <a:avLst/>
                  <a:gdLst/>
                  <a:ahLst/>
                  <a:cxnLst>
                    <a:cxn ang="0">
                      <a:pos x="0" y="138"/>
                    </a:cxn>
                    <a:cxn ang="0">
                      <a:pos x="0" y="240"/>
                    </a:cxn>
                    <a:cxn ang="0">
                      <a:pos x="582" y="450"/>
                    </a:cxn>
                    <a:cxn ang="0">
                      <a:pos x="1098" y="156"/>
                    </a:cxn>
                    <a:cxn ang="0">
                      <a:pos x="1098" y="0"/>
                    </a:cxn>
                  </a:cxnLst>
                  <a:rect l="0" t="0" r="r" b="b"/>
                  <a:pathLst>
                    <a:path w="1099" h="451">
                      <a:moveTo>
                        <a:pt x="0" y="138"/>
                      </a:moveTo>
                      <a:lnTo>
                        <a:pt x="0" y="240"/>
                      </a:lnTo>
                      <a:lnTo>
                        <a:pt x="582" y="450"/>
                      </a:lnTo>
                      <a:lnTo>
                        <a:pt x="1098" y="156"/>
                      </a:lnTo>
                      <a:lnTo>
                        <a:pt x="1098" y="0"/>
                      </a:lnTo>
                    </a:path>
                  </a:pathLst>
                </a:custGeom>
                <a:solidFill>
                  <a:srgbClr val="919191"/>
                </a:solidFill>
                <a:ln w="635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45783" name="Freeform 343"/>
                <p:cNvSpPr>
                  <a:spLocks noChangeAspect="1"/>
                </p:cNvSpPr>
                <p:nvPr/>
              </p:nvSpPr>
              <p:spPr bwMode="auto">
                <a:xfrm>
                  <a:off x="4676" y="203"/>
                  <a:ext cx="550" cy="342"/>
                </a:xfrm>
                <a:custGeom>
                  <a:avLst/>
                  <a:gdLst/>
                  <a:ahLst/>
                  <a:cxnLst>
                    <a:cxn ang="0">
                      <a:pos x="648" y="0"/>
                    </a:cxn>
                    <a:cxn ang="0">
                      <a:pos x="0" y="306"/>
                    </a:cxn>
                    <a:cxn ang="0">
                      <a:pos x="0" y="552"/>
                    </a:cxn>
                    <a:cxn ang="0">
                      <a:pos x="606" y="762"/>
                    </a:cxn>
                    <a:cxn ang="0">
                      <a:pos x="1218" y="438"/>
                    </a:cxn>
                    <a:cxn ang="0">
                      <a:pos x="1218" y="180"/>
                    </a:cxn>
                    <a:cxn ang="0">
                      <a:pos x="648" y="0"/>
                    </a:cxn>
                  </a:cxnLst>
                  <a:rect l="0" t="0" r="r" b="b"/>
                  <a:pathLst>
                    <a:path w="1219" h="763">
                      <a:moveTo>
                        <a:pt x="648" y="0"/>
                      </a:moveTo>
                      <a:lnTo>
                        <a:pt x="0" y="306"/>
                      </a:lnTo>
                      <a:lnTo>
                        <a:pt x="0" y="552"/>
                      </a:lnTo>
                      <a:lnTo>
                        <a:pt x="606" y="762"/>
                      </a:lnTo>
                      <a:lnTo>
                        <a:pt x="1218" y="438"/>
                      </a:lnTo>
                      <a:lnTo>
                        <a:pt x="1218" y="180"/>
                      </a:lnTo>
                      <a:lnTo>
                        <a:pt x="648" y="0"/>
                      </a:lnTo>
                    </a:path>
                  </a:pathLst>
                </a:custGeom>
                <a:solidFill>
                  <a:srgbClr val="919191"/>
                </a:solidFill>
                <a:ln w="635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45784" name="Freeform 344"/>
                <p:cNvSpPr>
                  <a:spLocks noChangeAspect="1"/>
                </p:cNvSpPr>
                <p:nvPr/>
              </p:nvSpPr>
              <p:spPr bwMode="auto">
                <a:xfrm>
                  <a:off x="4689" y="218"/>
                  <a:ext cx="522" cy="315"/>
                </a:xfrm>
                <a:custGeom>
                  <a:avLst/>
                  <a:gdLst/>
                  <a:ahLst/>
                  <a:cxnLst>
                    <a:cxn ang="0">
                      <a:pos x="2" y="225"/>
                    </a:cxn>
                    <a:cxn ang="0">
                      <a:pos x="255" y="315"/>
                    </a:cxn>
                    <a:cxn ang="0">
                      <a:pos x="255" y="216"/>
                    </a:cxn>
                    <a:cxn ang="0">
                      <a:pos x="522" y="75"/>
                    </a:cxn>
                    <a:cxn ang="0">
                      <a:pos x="278" y="0"/>
                    </a:cxn>
                    <a:cxn ang="0">
                      <a:pos x="0" y="132"/>
                    </a:cxn>
                  </a:cxnLst>
                  <a:rect l="0" t="0" r="r" b="b"/>
                  <a:pathLst>
                    <a:path w="522" h="315">
                      <a:moveTo>
                        <a:pt x="2" y="225"/>
                      </a:moveTo>
                      <a:lnTo>
                        <a:pt x="255" y="315"/>
                      </a:lnTo>
                      <a:lnTo>
                        <a:pt x="255" y="216"/>
                      </a:lnTo>
                      <a:lnTo>
                        <a:pt x="522" y="75"/>
                      </a:lnTo>
                      <a:lnTo>
                        <a:pt x="278" y="0"/>
                      </a:lnTo>
                      <a:lnTo>
                        <a:pt x="0" y="132"/>
                      </a:lnTo>
                    </a:path>
                  </a:pathLst>
                </a:custGeom>
                <a:solidFill>
                  <a:srgbClr val="C0C0C0"/>
                </a:solidFill>
                <a:ln w="12700" cap="rnd" cmpd="sng">
                  <a:noFill/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45785" name="Freeform 345"/>
                <p:cNvSpPr>
                  <a:spLocks noChangeAspect="1"/>
                </p:cNvSpPr>
                <p:nvPr/>
              </p:nvSpPr>
              <p:spPr bwMode="auto">
                <a:xfrm>
                  <a:off x="4852" y="308"/>
                  <a:ext cx="160" cy="216"/>
                </a:xfrm>
                <a:custGeom>
                  <a:avLst/>
                  <a:gdLst/>
                  <a:ahLst/>
                  <a:cxnLst>
                    <a:cxn ang="0">
                      <a:pos x="96" y="480"/>
                    </a:cxn>
                    <a:cxn ang="0">
                      <a:pos x="96" y="252"/>
                    </a:cxn>
                    <a:cxn ang="0">
                      <a:pos x="354" y="114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355" h="481">
                      <a:moveTo>
                        <a:pt x="96" y="480"/>
                      </a:moveTo>
                      <a:lnTo>
                        <a:pt x="96" y="252"/>
                      </a:lnTo>
                      <a:lnTo>
                        <a:pt x="354" y="114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635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45786" name="Freeform 346"/>
                <p:cNvSpPr>
                  <a:spLocks noChangeAspect="1"/>
                </p:cNvSpPr>
                <p:nvPr/>
              </p:nvSpPr>
              <p:spPr bwMode="auto">
                <a:xfrm>
                  <a:off x="4726" y="230"/>
                  <a:ext cx="292" cy="228"/>
                </a:xfrm>
                <a:custGeom>
                  <a:avLst/>
                  <a:gdLst/>
                  <a:ahLst/>
                  <a:cxnLst>
                    <a:cxn ang="0">
                      <a:pos x="1" y="228"/>
                    </a:cxn>
                    <a:cxn ang="0">
                      <a:pos x="0" y="132"/>
                    </a:cxn>
                    <a:cxn ang="0">
                      <a:pos x="292" y="0"/>
                    </a:cxn>
                  </a:cxnLst>
                  <a:rect l="0" t="0" r="r" b="b"/>
                  <a:pathLst>
                    <a:path w="292" h="228">
                      <a:moveTo>
                        <a:pt x="1" y="228"/>
                      </a:moveTo>
                      <a:lnTo>
                        <a:pt x="0" y="132"/>
                      </a:lnTo>
                      <a:lnTo>
                        <a:pt x="292" y="0"/>
                      </a:lnTo>
                    </a:path>
                  </a:pathLst>
                </a:custGeom>
                <a:noFill/>
                <a:ln w="6350" cap="rnd" cmpd="sng">
                  <a:solidFill>
                    <a:srgbClr val="91919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45787" name="Line 347"/>
                <p:cNvSpPr>
                  <a:spLocks noChangeAspect="1" noChangeShapeType="1"/>
                </p:cNvSpPr>
                <p:nvPr/>
              </p:nvSpPr>
              <p:spPr bwMode="auto">
                <a:xfrm flipH="1" flipV="1">
                  <a:off x="4682" y="348"/>
                  <a:ext cx="261" cy="88"/>
                </a:xfrm>
                <a:prstGeom prst="line">
                  <a:avLst/>
                </a:prstGeom>
                <a:noFill/>
                <a:ln w="6350">
                  <a:solidFill>
                    <a:srgbClr val="91919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88" name="Line 348"/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5010" y="283"/>
                  <a:ext cx="147" cy="79"/>
                </a:xfrm>
                <a:prstGeom prst="line">
                  <a:avLst/>
                </a:prstGeom>
                <a:noFill/>
                <a:ln w="6350">
                  <a:solidFill>
                    <a:srgbClr val="919191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89" name="Freeform 349"/>
                <p:cNvSpPr>
                  <a:spLocks noChangeAspect="1"/>
                </p:cNvSpPr>
                <p:nvPr/>
              </p:nvSpPr>
              <p:spPr bwMode="auto">
                <a:xfrm>
                  <a:off x="4892" y="123"/>
                  <a:ext cx="225" cy="218"/>
                </a:xfrm>
                <a:custGeom>
                  <a:avLst/>
                  <a:gdLst/>
                  <a:ahLst/>
                  <a:cxnLst>
                    <a:cxn ang="0">
                      <a:pos x="0" y="372"/>
                    </a:cxn>
                    <a:cxn ang="0">
                      <a:pos x="20" y="194"/>
                    </a:cxn>
                    <a:cxn ang="0">
                      <a:pos x="36" y="122"/>
                    </a:cxn>
                    <a:cxn ang="0">
                      <a:pos x="64" y="78"/>
                    </a:cxn>
                    <a:cxn ang="0">
                      <a:pos x="104" y="46"/>
                    </a:cxn>
                    <a:cxn ang="0">
                      <a:pos x="176" y="0"/>
                    </a:cxn>
                    <a:cxn ang="0">
                      <a:pos x="500" y="96"/>
                    </a:cxn>
                    <a:cxn ang="0">
                      <a:pos x="452" y="138"/>
                    </a:cxn>
                    <a:cxn ang="0">
                      <a:pos x="410" y="180"/>
                    </a:cxn>
                    <a:cxn ang="0">
                      <a:pos x="386" y="216"/>
                    </a:cxn>
                    <a:cxn ang="0">
                      <a:pos x="374" y="252"/>
                    </a:cxn>
                    <a:cxn ang="0">
                      <a:pos x="344" y="486"/>
                    </a:cxn>
                    <a:cxn ang="0">
                      <a:pos x="0" y="372"/>
                    </a:cxn>
                  </a:cxnLst>
                  <a:rect l="0" t="0" r="r" b="b"/>
                  <a:pathLst>
                    <a:path w="501" h="487">
                      <a:moveTo>
                        <a:pt x="0" y="372"/>
                      </a:moveTo>
                      <a:lnTo>
                        <a:pt x="20" y="194"/>
                      </a:lnTo>
                      <a:lnTo>
                        <a:pt x="36" y="122"/>
                      </a:lnTo>
                      <a:lnTo>
                        <a:pt x="64" y="78"/>
                      </a:lnTo>
                      <a:lnTo>
                        <a:pt x="104" y="46"/>
                      </a:lnTo>
                      <a:lnTo>
                        <a:pt x="176" y="0"/>
                      </a:lnTo>
                      <a:lnTo>
                        <a:pt x="500" y="96"/>
                      </a:lnTo>
                      <a:lnTo>
                        <a:pt x="452" y="138"/>
                      </a:lnTo>
                      <a:lnTo>
                        <a:pt x="410" y="180"/>
                      </a:lnTo>
                      <a:lnTo>
                        <a:pt x="386" y="216"/>
                      </a:lnTo>
                      <a:lnTo>
                        <a:pt x="374" y="252"/>
                      </a:lnTo>
                      <a:lnTo>
                        <a:pt x="344" y="486"/>
                      </a:lnTo>
                      <a:lnTo>
                        <a:pt x="0" y="372"/>
                      </a:lnTo>
                    </a:path>
                  </a:pathLst>
                </a:custGeom>
                <a:solidFill>
                  <a:schemeClr val="bg1"/>
                </a:solidFill>
                <a:ln w="6350" cap="rnd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445790" name="Line 350"/>
                <p:cNvSpPr>
                  <a:spLocks noChangeAspect="1" noChangeShapeType="1"/>
                </p:cNvSpPr>
                <p:nvPr/>
              </p:nvSpPr>
              <p:spPr bwMode="auto">
                <a:xfrm>
                  <a:off x="4966" y="154"/>
                  <a:ext cx="77" cy="21"/>
                </a:xfrm>
                <a:prstGeom prst="line">
                  <a:avLst/>
                </a:prstGeom>
                <a:noFill/>
                <a:ln w="12700">
                  <a:solidFill>
                    <a:srgbClr val="6699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91" name="Line 351"/>
                <p:cNvSpPr>
                  <a:spLocks noChangeAspect="1" noChangeShapeType="1"/>
                </p:cNvSpPr>
                <p:nvPr/>
              </p:nvSpPr>
              <p:spPr bwMode="auto">
                <a:xfrm>
                  <a:off x="4947" y="173"/>
                  <a:ext cx="77" cy="21"/>
                </a:xfrm>
                <a:prstGeom prst="line">
                  <a:avLst/>
                </a:prstGeom>
                <a:noFill/>
                <a:ln w="12700">
                  <a:solidFill>
                    <a:srgbClr val="6699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92" name="Line 352"/>
                <p:cNvSpPr>
                  <a:spLocks noChangeAspect="1" noChangeShapeType="1"/>
                </p:cNvSpPr>
                <p:nvPr/>
              </p:nvSpPr>
              <p:spPr bwMode="auto">
                <a:xfrm>
                  <a:off x="4936" y="199"/>
                  <a:ext cx="76" cy="21"/>
                </a:xfrm>
                <a:prstGeom prst="line">
                  <a:avLst/>
                </a:prstGeom>
                <a:noFill/>
                <a:ln w="12700">
                  <a:solidFill>
                    <a:srgbClr val="6699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93" name="Oval 353"/>
                <p:cNvSpPr>
                  <a:spLocks noChangeAspect="1" noChangeArrowheads="1"/>
                </p:cNvSpPr>
                <p:nvPr/>
              </p:nvSpPr>
              <p:spPr bwMode="auto">
                <a:xfrm>
                  <a:off x="4878" y="348"/>
                  <a:ext cx="39" cy="19"/>
                </a:xfrm>
                <a:prstGeom prst="ellipse">
                  <a:avLst/>
                </a:prstGeom>
                <a:solidFill>
                  <a:schemeClr val="accent2"/>
                </a:solidFill>
                <a:ln w="12700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445794" name="Oval 354"/>
                <p:cNvSpPr>
                  <a:spLocks noChangeAspect="1" noChangeArrowheads="1"/>
                </p:cNvSpPr>
                <p:nvPr/>
              </p:nvSpPr>
              <p:spPr bwMode="auto">
                <a:xfrm>
                  <a:off x="4833" y="333"/>
                  <a:ext cx="38" cy="17"/>
                </a:xfrm>
                <a:prstGeom prst="ellipse">
                  <a:avLst/>
                </a:prstGeom>
                <a:solidFill>
                  <a:srgbClr val="51DC00"/>
                </a:solidFill>
                <a:ln w="12700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sp>
            <p:nvSpPr>
              <p:cNvPr id="445795" name="Text Box 355"/>
              <p:cNvSpPr txBox="1">
                <a:spLocks noChangeArrowheads="1"/>
              </p:cNvSpPr>
              <p:nvPr/>
            </p:nvSpPr>
            <p:spPr bwMode="auto">
              <a:xfrm>
                <a:off x="4365" y="2441"/>
                <a:ext cx="577" cy="17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algn="l">
                  <a:lnSpc>
                    <a:spcPct val="100000"/>
                  </a:lnSpc>
                  <a:buClrTx/>
                  <a:buFontTx/>
                  <a:buNone/>
                </a:pPr>
                <a:r>
                  <a:rPr lang="de-DE" sz="1200" b="0">
                    <a:solidFill>
                      <a:srgbClr val="000000"/>
                    </a:solidFill>
                    <a:cs typeface="Arial" charset="0"/>
                  </a:rPr>
                  <a:t>Imprimante</a:t>
                </a:r>
                <a:r>
                  <a:rPr lang="en-US" sz="1200" b="0"/>
                  <a:t> 1</a:t>
                </a:r>
              </a:p>
            </p:txBody>
          </p:sp>
        </p:grpSp>
      </p:grpSp>
      <p:pic>
        <p:nvPicPr>
          <p:cNvPr id="445797" name="Picture 357" descr="2Domain0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17900" y="1493838"/>
            <a:ext cx="1612900" cy="1446212"/>
          </a:xfrm>
          <a:prstGeom prst="rect">
            <a:avLst/>
          </a:prstGeom>
          <a:noFill/>
        </p:spPr>
      </p:pic>
      <p:sp>
        <p:nvSpPr>
          <p:cNvPr id="445798" name="Freeform 358"/>
          <p:cNvSpPr>
            <a:spLocks/>
          </p:cNvSpPr>
          <p:nvPr/>
        </p:nvSpPr>
        <p:spPr bwMode="auto">
          <a:xfrm>
            <a:off x="3340100" y="2547938"/>
            <a:ext cx="638175" cy="809625"/>
          </a:xfrm>
          <a:custGeom>
            <a:avLst/>
            <a:gdLst/>
            <a:ahLst/>
            <a:cxnLst>
              <a:cxn ang="0">
                <a:pos x="402" y="510"/>
              </a:cxn>
              <a:cxn ang="0">
                <a:pos x="402" y="0"/>
              </a:cxn>
              <a:cxn ang="0">
                <a:pos x="0" y="402"/>
              </a:cxn>
            </a:cxnLst>
            <a:rect l="0" t="0" r="r" b="b"/>
            <a:pathLst>
              <a:path w="402" h="510">
                <a:moveTo>
                  <a:pt x="402" y="510"/>
                </a:moveTo>
                <a:lnTo>
                  <a:pt x="402" y="0"/>
                </a:lnTo>
                <a:lnTo>
                  <a:pt x="0" y="402"/>
                </a:lnTo>
              </a:path>
            </a:pathLst>
          </a:custGeom>
          <a:noFill/>
          <a:ln w="2857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endParaRPr lang="fr-FR"/>
          </a:p>
        </p:txBody>
      </p:sp>
      <p:sp>
        <p:nvSpPr>
          <p:cNvPr id="445799" name="Freeform 359"/>
          <p:cNvSpPr>
            <a:spLocks/>
          </p:cNvSpPr>
          <p:nvPr/>
        </p:nvSpPr>
        <p:spPr bwMode="auto">
          <a:xfrm flipH="1">
            <a:off x="4605338" y="2565400"/>
            <a:ext cx="638175" cy="809625"/>
          </a:xfrm>
          <a:custGeom>
            <a:avLst/>
            <a:gdLst/>
            <a:ahLst/>
            <a:cxnLst>
              <a:cxn ang="0">
                <a:pos x="402" y="510"/>
              </a:cxn>
              <a:cxn ang="0">
                <a:pos x="402" y="0"/>
              </a:cxn>
              <a:cxn ang="0">
                <a:pos x="0" y="402"/>
              </a:cxn>
            </a:cxnLst>
            <a:rect l="0" t="0" r="r" b="b"/>
            <a:pathLst>
              <a:path w="402" h="510">
                <a:moveTo>
                  <a:pt x="402" y="510"/>
                </a:moveTo>
                <a:lnTo>
                  <a:pt x="402" y="0"/>
                </a:lnTo>
                <a:lnTo>
                  <a:pt x="0" y="402"/>
                </a:lnTo>
              </a:path>
            </a:pathLst>
          </a:custGeom>
          <a:noFill/>
          <a:ln w="28575" cap="flat" cmpd="sng">
            <a:solidFill>
              <a:srgbClr val="3333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endParaRPr lang="fr-FR"/>
          </a:p>
        </p:txBody>
      </p:sp>
      <p:pic>
        <p:nvPicPr>
          <p:cNvPr id="445800" name="Picture 360" descr="NetworkPrinter0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926013" y="3044825"/>
            <a:ext cx="669925" cy="663575"/>
          </a:xfrm>
          <a:prstGeom prst="rect">
            <a:avLst/>
          </a:prstGeom>
          <a:noFill/>
        </p:spPr>
      </p:pic>
      <p:pic>
        <p:nvPicPr>
          <p:cNvPr id="445801" name="Picture 361" descr="User_UserHalfE01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403725" y="3146425"/>
            <a:ext cx="411163" cy="647700"/>
          </a:xfrm>
          <a:prstGeom prst="rect">
            <a:avLst/>
          </a:prstGeom>
          <a:noFill/>
        </p:spPr>
      </p:pic>
      <p:pic>
        <p:nvPicPr>
          <p:cNvPr id="445802" name="Picture 362" descr="Computer_DesktopComputerSansKeyboard01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049588" y="3082925"/>
            <a:ext cx="538162" cy="655638"/>
          </a:xfrm>
          <a:prstGeom prst="rect">
            <a:avLst/>
          </a:prstGeom>
          <a:noFill/>
        </p:spPr>
      </p:pic>
      <p:pic>
        <p:nvPicPr>
          <p:cNvPr id="445803" name="Picture 363" descr="User_UserHalfD0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784600" y="3146425"/>
            <a:ext cx="411163" cy="647700"/>
          </a:xfrm>
          <a:prstGeom prst="rect">
            <a:avLst/>
          </a:prstGeom>
          <a:noFill/>
        </p:spPr>
      </p:pic>
      <p:grpSp>
        <p:nvGrpSpPr>
          <p:cNvPr id="445804" name="Group 364"/>
          <p:cNvGrpSpPr>
            <a:grpSpLocks/>
          </p:cNvGrpSpPr>
          <p:nvPr/>
        </p:nvGrpSpPr>
        <p:grpSpPr bwMode="auto">
          <a:xfrm>
            <a:off x="4389438" y="2268538"/>
            <a:ext cx="503237" cy="511175"/>
            <a:chOff x="1440" y="3198"/>
            <a:chExt cx="402" cy="402"/>
          </a:xfrm>
        </p:grpSpPr>
        <p:pic>
          <p:nvPicPr>
            <p:cNvPr id="445805" name="Picture 365" descr="2Ou01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1440" y="3198"/>
              <a:ext cx="402" cy="402"/>
            </a:xfrm>
            <a:prstGeom prst="rect">
              <a:avLst/>
            </a:prstGeom>
            <a:noFill/>
          </p:spPr>
        </p:pic>
        <p:sp>
          <p:nvSpPr>
            <p:cNvPr id="445806" name="Rectangle 366"/>
            <p:cNvSpPr>
              <a:spLocks noChangeArrowheads="1"/>
            </p:cNvSpPr>
            <p:nvPr/>
          </p:nvSpPr>
          <p:spPr bwMode="auto">
            <a:xfrm>
              <a:off x="1514" y="3309"/>
              <a:ext cx="238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</a:rPr>
                <a:t>OU2</a:t>
              </a:r>
              <a:endParaRPr lang="en-US" sz="1400"/>
            </a:p>
          </p:txBody>
        </p:sp>
      </p:grpSp>
      <p:grpSp>
        <p:nvGrpSpPr>
          <p:cNvPr id="445807" name="Group 367"/>
          <p:cNvGrpSpPr>
            <a:grpSpLocks/>
          </p:cNvGrpSpPr>
          <p:nvPr/>
        </p:nvGrpSpPr>
        <p:grpSpPr bwMode="auto">
          <a:xfrm>
            <a:off x="3749675" y="2268538"/>
            <a:ext cx="503238" cy="511175"/>
            <a:chOff x="1440" y="3198"/>
            <a:chExt cx="402" cy="402"/>
          </a:xfrm>
        </p:grpSpPr>
        <p:pic>
          <p:nvPicPr>
            <p:cNvPr id="445808" name="Picture 368" descr="2Ou01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1440" y="3198"/>
              <a:ext cx="402" cy="402"/>
            </a:xfrm>
            <a:prstGeom prst="rect">
              <a:avLst/>
            </a:prstGeom>
            <a:noFill/>
          </p:spPr>
        </p:pic>
        <p:sp>
          <p:nvSpPr>
            <p:cNvPr id="445809" name="Rectangle 369"/>
            <p:cNvSpPr>
              <a:spLocks noChangeArrowheads="1"/>
            </p:cNvSpPr>
            <p:nvPr/>
          </p:nvSpPr>
          <p:spPr bwMode="auto">
            <a:xfrm>
              <a:off x="1512" y="3309"/>
              <a:ext cx="239" cy="1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Tx/>
                <a:buFontTx/>
                <a:buNone/>
              </a:pPr>
              <a:r>
                <a:rPr lang="en-US" sz="1400">
                  <a:solidFill>
                    <a:srgbClr val="000000"/>
                  </a:solidFill>
                </a:rPr>
                <a:t>OU1</a:t>
              </a:r>
              <a:endParaRPr lang="en-US" sz="1400"/>
            </a:p>
          </p:txBody>
        </p:sp>
      </p:grpSp>
      <p:sp>
        <p:nvSpPr>
          <p:cNvPr id="445810" name="Text Box 370"/>
          <p:cNvSpPr txBox="1">
            <a:spLocks noChangeArrowheads="1"/>
          </p:cNvSpPr>
          <p:nvPr/>
        </p:nvSpPr>
        <p:spPr bwMode="auto">
          <a:xfrm>
            <a:off x="2703513" y="3648075"/>
            <a:ext cx="954087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buClrTx/>
              <a:buFontTx/>
              <a:buNone/>
            </a:pPr>
            <a:r>
              <a:rPr lang="de-DE" sz="1400" b="0">
                <a:solidFill>
                  <a:srgbClr val="000000"/>
                </a:solidFill>
                <a:cs typeface="Arial" charset="0"/>
              </a:rPr>
              <a:t>Ordinateur1</a:t>
            </a:r>
            <a:endParaRPr lang="en-US" sz="1400" b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445811" name="Text Box 371"/>
          <p:cNvSpPr txBox="1">
            <a:spLocks noChangeArrowheads="1"/>
          </p:cNvSpPr>
          <p:nvPr/>
        </p:nvSpPr>
        <p:spPr bwMode="auto">
          <a:xfrm>
            <a:off x="3344863" y="3838575"/>
            <a:ext cx="954087" cy="517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buClrTx/>
              <a:buFontTx/>
              <a:buNone/>
            </a:pPr>
            <a:r>
              <a:rPr lang="de-DE" sz="1400" b="0">
                <a:solidFill>
                  <a:srgbClr val="000000"/>
                </a:solidFill>
                <a:cs typeface="Arial" charset="0"/>
              </a:rPr>
              <a:t>Utilisateur 1</a:t>
            </a:r>
            <a:endParaRPr lang="en-US" sz="1400" b="0"/>
          </a:p>
          <a:p>
            <a:pPr>
              <a:lnSpc>
                <a:spcPct val="100000"/>
              </a:lnSpc>
              <a:buClrTx/>
              <a:buFontTx/>
              <a:buNone/>
            </a:pPr>
            <a:endParaRPr lang="en-US" sz="1400" b="0"/>
          </a:p>
        </p:txBody>
      </p:sp>
      <p:sp>
        <p:nvSpPr>
          <p:cNvPr id="445812" name="Text Box 372"/>
          <p:cNvSpPr txBox="1">
            <a:spLocks noChangeArrowheads="1"/>
          </p:cNvSpPr>
          <p:nvPr/>
        </p:nvSpPr>
        <p:spPr bwMode="auto">
          <a:xfrm>
            <a:off x="4249738" y="3838575"/>
            <a:ext cx="954087" cy="517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buClrTx/>
              <a:buFontTx/>
              <a:buNone/>
            </a:pPr>
            <a:r>
              <a:rPr lang="de-DE" sz="1400" b="0">
                <a:solidFill>
                  <a:srgbClr val="000000"/>
                </a:solidFill>
                <a:cs typeface="Arial" charset="0"/>
              </a:rPr>
              <a:t>Utilisateur 2</a:t>
            </a:r>
            <a:endParaRPr lang="en-US" sz="1400" b="0"/>
          </a:p>
          <a:p>
            <a:pPr>
              <a:lnSpc>
                <a:spcPct val="100000"/>
              </a:lnSpc>
              <a:buClrTx/>
              <a:buFontTx/>
              <a:buNone/>
            </a:pPr>
            <a:endParaRPr lang="en-US" sz="1400" b="0"/>
          </a:p>
        </p:txBody>
      </p:sp>
      <p:sp>
        <p:nvSpPr>
          <p:cNvPr id="445813" name="Text Box 373"/>
          <p:cNvSpPr txBox="1">
            <a:spLocks noChangeArrowheads="1"/>
          </p:cNvSpPr>
          <p:nvPr/>
        </p:nvSpPr>
        <p:spPr bwMode="auto">
          <a:xfrm>
            <a:off x="4729163" y="3635375"/>
            <a:ext cx="1038225" cy="304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buClrTx/>
              <a:buFontTx/>
              <a:buNone/>
            </a:pPr>
            <a:r>
              <a:rPr lang="de-DE" sz="1400" b="0">
                <a:solidFill>
                  <a:srgbClr val="000000"/>
                </a:solidFill>
                <a:cs typeface="Arial" charset="0"/>
              </a:rPr>
              <a:t>Imprimante 2</a:t>
            </a:r>
            <a:endParaRPr lang="en-US" sz="1400" b="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445814" name="Oval 374"/>
          <p:cNvSpPr>
            <a:spLocks noChangeArrowheads="1"/>
          </p:cNvSpPr>
          <p:nvPr/>
        </p:nvSpPr>
        <p:spPr bwMode="auto">
          <a:xfrm>
            <a:off x="1676400" y="1677988"/>
            <a:ext cx="1266825" cy="1209675"/>
          </a:xfrm>
          <a:prstGeom prst="ellipse">
            <a:avLst/>
          </a:prstGeom>
          <a:solidFill>
            <a:srgbClr val="FF0000">
              <a:alpha val="50000"/>
            </a:srgbClr>
          </a:solidFill>
          <a:ln w="9525" algn="ctr">
            <a:noFill/>
            <a:round/>
            <a:headEnd/>
            <a:tailEnd/>
          </a:ln>
          <a:effectLst/>
        </p:spPr>
        <p:txBody>
          <a:bodyPr/>
          <a:lstStyle/>
          <a:p>
            <a:endParaRPr lang="fr-FR"/>
          </a:p>
        </p:txBody>
      </p:sp>
      <p:grpSp>
        <p:nvGrpSpPr>
          <p:cNvPr id="445815" name="Group 375"/>
          <p:cNvGrpSpPr>
            <a:grpSpLocks/>
          </p:cNvGrpSpPr>
          <p:nvPr/>
        </p:nvGrpSpPr>
        <p:grpSpPr bwMode="auto">
          <a:xfrm>
            <a:off x="1722438" y="1727200"/>
            <a:ext cx="1157287" cy="1035050"/>
            <a:chOff x="972" y="2795"/>
            <a:chExt cx="843" cy="754"/>
          </a:xfrm>
        </p:grpSpPr>
        <p:pic>
          <p:nvPicPr>
            <p:cNvPr id="445816" name="Picture 376" descr="ActiveDirectory01"/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972" y="2981"/>
              <a:ext cx="843" cy="552"/>
            </a:xfrm>
            <a:prstGeom prst="rect">
              <a:avLst/>
            </a:prstGeom>
            <a:noFill/>
          </p:spPr>
        </p:pic>
        <p:pic>
          <p:nvPicPr>
            <p:cNvPr id="445817" name="Picture 377" descr="Search01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 rot="19463647" flipH="1">
              <a:off x="1369" y="2795"/>
              <a:ext cx="366" cy="754"/>
            </a:xfrm>
            <a:prstGeom prst="rect">
              <a:avLst/>
            </a:prstGeom>
            <a:noFill/>
          </p:spPr>
        </p:pic>
      </p:grpSp>
      <p:sp>
        <p:nvSpPr>
          <p:cNvPr id="445818" name="Freeform 378"/>
          <p:cNvSpPr>
            <a:spLocks/>
          </p:cNvSpPr>
          <p:nvPr/>
        </p:nvSpPr>
        <p:spPr bwMode="auto">
          <a:xfrm>
            <a:off x="2808288" y="1897063"/>
            <a:ext cx="911225" cy="396875"/>
          </a:xfrm>
          <a:custGeom>
            <a:avLst/>
            <a:gdLst/>
            <a:ahLst/>
            <a:cxnLst>
              <a:cxn ang="0">
                <a:pos x="571" y="59"/>
              </a:cxn>
              <a:cxn ang="0">
                <a:pos x="566" y="30"/>
              </a:cxn>
              <a:cxn ang="0">
                <a:pos x="561" y="0"/>
              </a:cxn>
              <a:cxn ang="0">
                <a:pos x="703" y="53"/>
              </a:cxn>
              <a:cxn ang="0">
                <a:pos x="800" y="91"/>
              </a:cxn>
              <a:cxn ang="0">
                <a:pos x="843" y="108"/>
              </a:cxn>
              <a:cxn ang="0">
                <a:pos x="832" y="113"/>
              </a:cxn>
              <a:cxn ang="0">
                <a:pos x="800" y="124"/>
              </a:cxn>
              <a:cxn ang="0">
                <a:pos x="703" y="158"/>
              </a:cxn>
              <a:cxn ang="0">
                <a:pos x="561" y="207"/>
              </a:cxn>
              <a:cxn ang="0">
                <a:pos x="571" y="149"/>
              </a:cxn>
              <a:cxn ang="0">
                <a:pos x="0" y="108"/>
              </a:cxn>
              <a:cxn ang="0">
                <a:pos x="571" y="59"/>
              </a:cxn>
            </a:cxnLst>
            <a:rect l="0" t="0" r="r" b="b"/>
            <a:pathLst>
              <a:path w="843" h="207">
                <a:moveTo>
                  <a:pt x="571" y="59"/>
                </a:moveTo>
                <a:lnTo>
                  <a:pt x="566" y="30"/>
                </a:lnTo>
                <a:lnTo>
                  <a:pt x="561" y="0"/>
                </a:lnTo>
                <a:lnTo>
                  <a:pt x="703" y="53"/>
                </a:lnTo>
                <a:lnTo>
                  <a:pt x="800" y="91"/>
                </a:lnTo>
                <a:lnTo>
                  <a:pt x="843" y="108"/>
                </a:lnTo>
                <a:lnTo>
                  <a:pt x="832" y="113"/>
                </a:lnTo>
                <a:lnTo>
                  <a:pt x="800" y="124"/>
                </a:lnTo>
                <a:lnTo>
                  <a:pt x="703" y="158"/>
                </a:lnTo>
                <a:lnTo>
                  <a:pt x="561" y="207"/>
                </a:lnTo>
                <a:lnTo>
                  <a:pt x="571" y="149"/>
                </a:lnTo>
                <a:lnTo>
                  <a:pt x="0" y="108"/>
                </a:lnTo>
                <a:lnTo>
                  <a:pt x="571" y="59"/>
                </a:lnTo>
                <a:close/>
              </a:path>
            </a:pathLst>
          </a:custGeom>
          <a:solidFill>
            <a:srgbClr val="FF0000">
              <a:alpha val="75000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fr-FR"/>
          </a:p>
        </p:txBody>
      </p:sp>
      <p:grpSp>
        <p:nvGrpSpPr>
          <p:cNvPr id="445819" name="Group 379"/>
          <p:cNvGrpSpPr>
            <a:grpSpLocks/>
          </p:cNvGrpSpPr>
          <p:nvPr/>
        </p:nvGrpSpPr>
        <p:grpSpPr bwMode="auto">
          <a:xfrm>
            <a:off x="986065" y="1246415"/>
            <a:ext cx="7096125" cy="5216525"/>
            <a:chOff x="612" y="759"/>
            <a:chExt cx="4470" cy="3286"/>
          </a:xfrm>
        </p:grpSpPr>
        <p:sp>
          <p:nvSpPr>
            <p:cNvPr id="445820" name="AutoShape 380"/>
            <p:cNvSpPr>
              <a:spLocks noChangeArrowheads="1"/>
            </p:cNvSpPr>
            <p:nvPr/>
          </p:nvSpPr>
          <p:spPr bwMode="auto">
            <a:xfrm>
              <a:off x="669" y="759"/>
              <a:ext cx="4379" cy="1933"/>
            </a:xfrm>
            <a:prstGeom prst="roundRect">
              <a:avLst>
                <a:gd name="adj" fmla="val 2931"/>
              </a:avLst>
            </a:prstGeom>
            <a:gradFill rotWithShape="1">
              <a:gsLst>
                <a:gs pos="0">
                  <a:srgbClr val="FFFFFF"/>
                </a:gs>
                <a:gs pos="100000">
                  <a:srgbClr val="EEEFD7"/>
                </a:gs>
              </a:gsLst>
              <a:lin ang="5400000" scaled="1"/>
            </a:gradFill>
            <a:ln w="6350" algn="ctr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endParaRPr lang="fr-FR"/>
            </a:p>
          </p:txBody>
        </p:sp>
        <p:pic>
          <p:nvPicPr>
            <p:cNvPr id="445821" name="Picture 381" descr="UserWithDesktopComputer01"/>
            <p:cNvPicPr>
              <a:picLocks noChangeAspect="1" noChangeArrowheads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 bwMode="auto">
            <a:xfrm>
              <a:off x="1090" y="1190"/>
              <a:ext cx="1066" cy="1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45822" name="Group 382"/>
            <p:cNvGrpSpPr>
              <a:grpSpLocks/>
            </p:cNvGrpSpPr>
            <p:nvPr/>
          </p:nvGrpSpPr>
          <p:grpSpPr bwMode="auto">
            <a:xfrm>
              <a:off x="612" y="2604"/>
              <a:ext cx="4470" cy="1441"/>
              <a:chOff x="674" y="2604"/>
              <a:chExt cx="4324" cy="1441"/>
            </a:xfrm>
          </p:grpSpPr>
          <p:sp>
            <p:nvSpPr>
              <p:cNvPr id="445823" name="AutoShape 383"/>
              <p:cNvSpPr>
                <a:spLocks noChangeArrowheads="1"/>
              </p:cNvSpPr>
              <p:nvPr/>
            </p:nvSpPr>
            <p:spPr bwMode="auto">
              <a:xfrm>
                <a:off x="674" y="2604"/>
                <a:ext cx="4324" cy="1441"/>
              </a:xfrm>
              <a:prstGeom prst="roundRect">
                <a:avLst>
                  <a:gd name="adj" fmla="val 4167"/>
                </a:avLst>
              </a:prstGeom>
              <a:solidFill>
                <a:srgbClr val="B3C8DF"/>
              </a:soli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wrap="none"/>
              <a:lstStyle/>
              <a:p>
                <a:pPr algn="l"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dirty="0" err="1" smtClean="0"/>
                  <a:t>Gestion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décentralisée</a:t>
                </a:r>
                <a:endParaRPr lang="en-US" dirty="0"/>
              </a:p>
            </p:txBody>
          </p:sp>
          <p:sp>
            <p:nvSpPr>
              <p:cNvPr id="445824" name="AutoShape 384"/>
              <p:cNvSpPr>
                <a:spLocks noChangeArrowheads="1"/>
              </p:cNvSpPr>
              <p:nvPr/>
            </p:nvSpPr>
            <p:spPr bwMode="auto">
              <a:xfrm>
                <a:off x="783" y="2866"/>
                <a:ext cx="4124" cy="1114"/>
              </a:xfrm>
              <a:prstGeom prst="roundRect">
                <a:avLst>
                  <a:gd name="adj" fmla="val 4167"/>
                </a:avLst>
              </a:prstGeom>
              <a:gradFill rotWithShape="1">
                <a:gsLst>
                  <a:gs pos="0">
                    <a:srgbClr val="EEEFD7"/>
                  </a:gs>
                  <a:gs pos="100000">
                    <a:srgbClr val="D5D69C"/>
                  </a:gs>
                </a:gsLst>
                <a:lin ang="2700000" scaled="1"/>
              </a:gradFill>
              <a:ln w="9525">
                <a:solidFill>
                  <a:srgbClr val="4D4D4D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tIns="91440" anchor="ctr"/>
              <a:lstStyle/>
              <a:p>
                <a:pPr marL="225425" indent="-225425" algn="l">
                  <a:spcBef>
                    <a:spcPct val="40000"/>
                  </a:spcBef>
                  <a:buClrTx/>
                  <a:buSzPct val="80000"/>
                  <a:buFontTx/>
                  <a:buBlip>
                    <a:blip r:embed="rId5"/>
                  </a:buBlip>
                </a:pPr>
                <a:r>
                  <a:rPr lang="de-DE">
                    <a:solidFill>
                      <a:srgbClr val="000000"/>
                    </a:solidFill>
                    <a:cs typeface="Arial" charset="0"/>
                  </a:rPr>
                  <a:t>Permet de déléguer les tâches d'administration réseau de certaines unités d'organisation à d'autres administrateurs</a:t>
                </a:r>
                <a:endParaRPr lang="en-US"/>
              </a:p>
              <a:p>
                <a:pPr marL="225425" indent="-225425" algn="l">
                  <a:spcBef>
                    <a:spcPct val="40000"/>
                  </a:spcBef>
                  <a:buClrTx/>
                  <a:buSzPct val="80000"/>
                  <a:buFontTx/>
                  <a:buBlip>
                    <a:blip r:embed="rId5"/>
                  </a:buBlip>
                </a:pPr>
                <a:r>
                  <a:rPr lang="de-DE">
                    <a:solidFill>
                      <a:srgbClr val="000000"/>
                    </a:solidFill>
                    <a:cs typeface="Arial" charset="0"/>
                  </a:rPr>
                  <a:t>Permet de déléguer certaines tâches entre les unités d'organisation</a:t>
                </a:r>
                <a:endParaRPr lang="en-US">
                  <a:solidFill>
                    <a:srgbClr val="000000"/>
                  </a:solidFill>
                  <a:cs typeface="Arial" charset="0"/>
                </a:endParaRPr>
              </a:p>
            </p:txBody>
          </p:sp>
        </p:grpSp>
        <p:grpSp>
          <p:nvGrpSpPr>
            <p:cNvPr id="445825" name="Group 385"/>
            <p:cNvGrpSpPr>
              <a:grpSpLocks/>
            </p:cNvGrpSpPr>
            <p:nvPr/>
          </p:nvGrpSpPr>
          <p:grpSpPr bwMode="auto">
            <a:xfrm>
              <a:off x="2760" y="836"/>
              <a:ext cx="1817" cy="1844"/>
              <a:chOff x="3064" y="836"/>
              <a:chExt cx="1817" cy="1844"/>
            </a:xfrm>
          </p:grpSpPr>
          <p:sp>
            <p:nvSpPr>
              <p:cNvPr id="445826" name="AutoShape 386"/>
              <p:cNvSpPr>
                <a:spLocks noChangeArrowheads="1"/>
              </p:cNvSpPr>
              <p:nvPr/>
            </p:nvSpPr>
            <p:spPr bwMode="auto">
              <a:xfrm>
                <a:off x="3064" y="836"/>
                <a:ext cx="1817" cy="1844"/>
              </a:xfrm>
              <a:prstGeom prst="roundRect">
                <a:avLst>
                  <a:gd name="adj" fmla="val 3995"/>
                </a:avLst>
              </a:prstGeom>
              <a:solidFill>
                <a:schemeClr val="accent1"/>
              </a:solidFill>
              <a:ln w="9525" algn="ctr">
                <a:solidFill>
                  <a:srgbClr val="808080"/>
                </a:solidFill>
                <a:round/>
                <a:headEnd/>
                <a:tailEnd/>
              </a:ln>
              <a:effectLst>
                <a:outerShdw dist="35921" dir="2700000" algn="ctr" rotWithShape="0">
                  <a:srgbClr val="AFAFAF"/>
                </a:outerShdw>
              </a:effectLst>
            </p:spPr>
            <p:txBody>
              <a:bodyPr anchor="ctr"/>
              <a:lstStyle/>
              <a:p>
                <a:endParaRPr lang="fr-FR"/>
              </a:p>
            </p:txBody>
          </p:sp>
          <p:sp>
            <p:nvSpPr>
              <p:cNvPr id="445827" name="Text Box 387"/>
              <p:cNvSpPr txBox="1">
                <a:spLocks noChangeArrowheads="1"/>
              </p:cNvSpPr>
              <p:nvPr/>
            </p:nvSpPr>
            <p:spPr bwMode="auto">
              <a:xfrm>
                <a:off x="3483" y="961"/>
                <a:ext cx="442" cy="15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</a:rPr>
                  <a:t>Domaine</a:t>
                </a:r>
              </a:p>
            </p:txBody>
          </p:sp>
          <p:sp>
            <p:nvSpPr>
              <p:cNvPr id="445828" name="Line 388"/>
              <p:cNvSpPr>
                <a:spLocks noChangeShapeType="1"/>
              </p:cNvSpPr>
              <p:nvPr/>
            </p:nvSpPr>
            <p:spPr bwMode="auto">
              <a:xfrm>
                <a:off x="3320" y="1360"/>
                <a:ext cx="224" cy="0"/>
              </a:xfrm>
              <a:prstGeom prst="line">
                <a:avLst/>
              </a:prstGeom>
              <a:noFill/>
              <a:ln w="28575">
                <a:solidFill>
                  <a:srgbClr val="333333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45829" name="Freeform 389"/>
              <p:cNvSpPr>
                <a:spLocks/>
              </p:cNvSpPr>
              <p:nvPr/>
            </p:nvSpPr>
            <p:spPr bwMode="auto">
              <a:xfrm>
                <a:off x="3317" y="1177"/>
                <a:ext cx="231" cy="125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80"/>
                  </a:cxn>
                  <a:cxn ang="0">
                    <a:pos x="240" y="480"/>
                  </a:cxn>
                </a:cxnLst>
                <a:rect l="0" t="0" r="r" b="b"/>
                <a:pathLst>
                  <a:path w="240" h="480">
                    <a:moveTo>
                      <a:pt x="0" y="0"/>
                    </a:moveTo>
                    <a:lnTo>
                      <a:pt x="0" y="480"/>
                    </a:lnTo>
                    <a:lnTo>
                      <a:pt x="240" y="480"/>
                    </a:lnTo>
                  </a:path>
                </a:pathLst>
              </a:custGeom>
              <a:noFill/>
              <a:ln w="28575" cap="flat" cmpd="sng">
                <a:solidFill>
                  <a:srgbClr val="333333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445830" name="Group 390"/>
              <p:cNvGrpSpPr>
                <a:grpSpLocks/>
              </p:cNvGrpSpPr>
              <p:nvPr/>
            </p:nvGrpSpPr>
            <p:grpSpPr bwMode="auto">
              <a:xfrm>
                <a:off x="3171" y="873"/>
                <a:ext cx="297" cy="306"/>
                <a:chOff x="3084" y="1449"/>
                <a:chExt cx="387" cy="397"/>
              </a:xfrm>
            </p:grpSpPr>
            <p:grpSp>
              <p:nvGrpSpPr>
                <p:cNvPr id="445831" name="Group 391"/>
                <p:cNvGrpSpPr>
                  <a:grpSpLocks/>
                </p:cNvGrpSpPr>
                <p:nvPr/>
              </p:nvGrpSpPr>
              <p:grpSpPr bwMode="auto">
                <a:xfrm>
                  <a:off x="3276" y="1449"/>
                  <a:ext cx="195" cy="325"/>
                  <a:chOff x="3276" y="1449"/>
                  <a:chExt cx="195" cy="325"/>
                </a:xfrm>
              </p:grpSpPr>
              <p:sp>
                <p:nvSpPr>
                  <p:cNvPr id="445832" name="Freeform 392"/>
                  <p:cNvSpPr>
                    <a:spLocks/>
                  </p:cNvSpPr>
                  <p:nvPr/>
                </p:nvSpPr>
                <p:spPr bwMode="auto">
                  <a:xfrm>
                    <a:off x="3285" y="1458"/>
                    <a:ext cx="186" cy="316"/>
                  </a:xfrm>
                  <a:custGeom>
                    <a:avLst/>
                    <a:gdLst/>
                    <a:ahLst/>
                    <a:cxnLst>
                      <a:cxn ang="0">
                        <a:pos x="46" y="1"/>
                      </a:cxn>
                      <a:cxn ang="0">
                        <a:pos x="0" y="43"/>
                      </a:cxn>
                      <a:cxn ang="0">
                        <a:pos x="0" y="318"/>
                      </a:cxn>
                      <a:cxn ang="0">
                        <a:pos x="133" y="318"/>
                      </a:cxn>
                      <a:cxn ang="0">
                        <a:pos x="184" y="267"/>
                      </a:cxn>
                      <a:cxn ang="0">
                        <a:pos x="184" y="0"/>
                      </a:cxn>
                      <a:cxn ang="0">
                        <a:pos x="46" y="1"/>
                      </a:cxn>
                    </a:cxnLst>
                    <a:rect l="0" t="0" r="r" b="b"/>
                    <a:pathLst>
                      <a:path w="184" h="318">
                        <a:moveTo>
                          <a:pt x="46" y="1"/>
                        </a:moveTo>
                        <a:lnTo>
                          <a:pt x="0" y="43"/>
                        </a:lnTo>
                        <a:lnTo>
                          <a:pt x="0" y="318"/>
                        </a:lnTo>
                        <a:lnTo>
                          <a:pt x="133" y="318"/>
                        </a:lnTo>
                        <a:lnTo>
                          <a:pt x="184" y="267"/>
                        </a:lnTo>
                        <a:lnTo>
                          <a:pt x="184" y="0"/>
                        </a:lnTo>
                        <a:lnTo>
                          <a:pt x="46" y="1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 cap="flat" cmpd="sng">
                    <a:noFill/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833" name="Freeform 393"/>
                  <p:cNvSpPr>
                    <a:spLocks/>
                  </p:cNvSpPr>
                  <p:nvPr/>
                </p:nvSpPr>
                <p:spPr bwMode="auto">
                  <a:xfrm>
                    <a:off x="3276" y="1449"/>
                    <a:ext cx="182" cy="314"/>
                  </a:xfrm>
                  <a:custGeom>
                    <a:avLst/>
                    <a:gdLst/>
                    <a:ahLst/>
                    <a:cxnLst>
                      <a:cxn ang="0">
                        <a:pos x="46" y="1"/>
                      </a:cxn>
                      <a:cxn ang="0">
                        <a:pos x="0" y="43"/>
                      </a:cxn>
                      <a:cxn ang="0">
                        <a:pos x="0" y="318"/>
                      </a:cxn>
                      <a:cxn ang="0">
                        <a:pos x="133" y="318"/>
                      </a:cxn>
                      <a:cxn ang="0">
                        <a:pos x="184" y="267"/>
                      </a:cxn>
                      <a:cxn ang="0">
                        <a:pos x="184" y="0"/>
                      </a:cxn>
                      <a:cxn ang="0">
                        <a:pos x="46" y="1"/>
                      </a:cxn>
                    </a:cxnLst>
                    <a:rect l="0" t="0" r="r" b="b"/>
                    <a:pathLst>
                      <a:path w="184" h="318">
                        <a:moveTo>
                          <a:pt x="46" y="1"/>
                        </a:moveTo>
                        <a:lnTo>
                          <a:pt x="0" y="43"/>
                        </a:lnTo>
                        <a:lnTo>
                          <a:pt x="0" y="318"/>
                        </a:lnTo>
                        <a:lnTo>
                          <a:pt x="133" y="318"/>
                        </a:lnTo>
                        <a:lnTo>
                          <a:pt x="184" y="267"/>
                        </a:lnTo>
                        <a:lnTo>
                          <a:pt x="184" y="0"/>
                        </a:lnTo>
                        <a:lnTo>
                          <a:pt x="46" y="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9525" cap="flat" cmpd="sng">
                    <a:solidFill>
                      <a:srgbClr val="808080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834" name="Rectangle 394"/>
                  <p:cNvSpPr>
                    <a:spLocks noChangeArrowheads="1"/>
                  </p:cNvSpPr>
                  <p:nvPr/>
                </p:nvSpPr>
                <p:spPr bwMode="auto">
                  <a:xfrm>
                    <a:off x="3279" y="1495"/>
                    <a:ext cx="127" cy="261"/>
                  </a:xfrm>
                  <a:prstGeom prst="rect">
                    <a:avLst/>
                  </a:prstGeom>
                  <a:solidFill>
                    <a:srgbClr val="EAEAEA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835" name="Freeform 395"/>
                  <p:cNvSpPr>
                    <a:spLocks/>
                  </p:cNvSpPr>
                  <p:nvPr/>
                </p:nvSpPr>
                <p:spPr bwMode="auto">
                  <a:xfrm>
                    <a:off x="3278" y="1454"/>
                    <a:ext cx="175" cy="40"/>
                  </a:xfrm>
                  <a:custGeom>
                    <a:avLst/>
                    <a:gdLst/>
                    <a:ahLst/>
                    <a:cxnLst>
                      <a:cxn ang="0">
                        <a:pos x="0" y="40"/>
                      </a:cxn>
                      <a:cxn ang="0">
                        <a:pos x="131" y="40"/>
                      </a:cxn>
                      <a:cxn ang="0">
                        <a:pos x="177" y="0"/>
                      </a:cxn>
                    </a:cxnLst>
                    <a:rect l="0" t="0" r="r" b="b"/>
                    <a:pathLst>
                      <a:path w="177" h="40">
                        <a:moveTo>
                          <a:pt x="0" y="40"/>
                        </a:moveTo>
                        <a:lnTo>
                          <a:pt x="131" y="40"/>
                        </a:lnTo>
                        <a:lnTo>
                          <a:pt x="177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836" name="Freeform 396"/>
                  <p:cNvSpPr>
                    <a:spLocks/>
                  </p:cNvSpPr>
                  <p:nvPr/>
                </p:nvSpPr>
                <p:spPr bwMode="auto">
                  <a:xfrm>
                    <a:off x="3278" y="1546"/>
                    <a:ext cx="175" cy="39"/>
                  </a:xfrm>
                  <a:custGeom>
                    <a:avLst/>
                    <a:gdLst/>
                    <a:ahLst/>
                    <a:cxnLst>
                      <a:cxn ang="0">
                        <a:pos x="0" y="40"/>
                      </a:cxn>
                      <a:cxn ang="0">
                        <a:pos x="131" y="40"/>
                      </a:cxn>
                      <a:cxn ang="0">
                        <a:pos x="177" y="0"/>
                      </a:cxn>
                    </a:cxnLst>
                    <a:rect l="0" t="0" r="r" b="b"/>
                    <a:pathLst>
                      <a:path w="177" h="40">
                        <a:moveTo>
                          <a:pt x="0" y="40"/>
                        </a:moveTo>
                        <a:lnTo>
                          <a:pt x="131" y="40"/>
                        </a:lnTo>
                        <a:lnTo>
                          <a:pt x="177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rgbClr val="808080"/>
                    </a:solidFill>
                    <a:prstDash val="solid"/>
                    <a:round/>
                    <a:headEnd/>
                    <a:tailEnd/>
                  </a:ln>
                  <a:effectLst>
                    <a:outerShdw dist="12700" dir="5400000" algn="ctr" rotWithShape="0">
                      <a:schemeClr val="bg1"/>
                    </a:outerShdw>
                  </a:effectLst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837" name="Line 397"/>
                  <p:cNvSpPr>
                    <a:spLocks noChangeShapeType="1"/>
                  </p:cNvSpPr>
                  <p:nvPr/>
                </p:nvSpPr>
                <p:spPr bwMode="auto">
                  <a:xfrm>
                    <a:off x="3354" y="1732"/>
                    <a:ext cx="3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445838" name="Group 398"/>
                <p:cNvGrpSpPr>
                  <a:grpSpLocks/>
                </p:cNvGrpSpPr>
                <p:nvPr/>
              </p:nvGrpSpPr>
              <p:grpSpPr bwMode="auto">
                <a:xfrm>
                  <a:off x="3084" y="1473"/>
                  <a:ext cx="195" cy="325"/>
                  <a:chOff x="3276" y="1449"/>
                  <a:chExt cx="195" cy="325"/>
                </a:xfrm>
              </p:grpSpPr>
              <p:sp>
                <p:nvSpPr>
                  <p:cNvPr id="445839" name="Freeform 399"/>
                  <p:cNvSpPr>
                    <a:spLocks/>
                  </p:cNvSpPr>
                  <p:nvPr/>
                </p:nvSpPr>
                <p:spPr bwMode="auto">
                  <a:xfrm>
                    <a:off x="3285" y="1458"/>
                    <a:ext cx="186" cy="316"/>
                  </a:xfrm>
                  <a:custGeom>
                    <a:avLst/>
                    <a:gdLst/>
                    <a:ahLst/>
                    <a:cxnLst>
                      <a:cxn ang="0">
                        <a:pos x="46" y="1"/>
                      </a:cxn>
                      <a:cxn ang="0">
                        <a:pos x="0" y="43"/>
                      </a:cxn>
                      <a:cxn ang="0">
                        <a:pos x="0" y="318"/>
                      </a:cxn>
                      <a:cxn ang="0">
                        <a:pos x="133" y="318"/>
                      </a:cxn>
                      <a:cxn ang="0">
                        <a:pos x="184" y="267"/>
                      </a:cxn>
                      <a:cxn ang="0">
                        <a:pos x="184" y="0"/>
                      </a:cxn>
                      <a:cxn ang="0">
                        <a:pos x="46" y="1"/>
                      </a:cxn>
                    </a:cxnLst>
                    <a:rect l="0" t="0" r="r" b="b"/>
                    <a:pathLst>
                      <a:path w="184" h="318">
                        <a:moveTo>
                          <a:pt x="46" y="1"/>
                        </a:moveTo>
                        <a:lnTo>
                          <a:pt x="0" y="43"/>
                        </a:lnTo>
                        <a:lnTo>
                          <a:pt x="0" y="318"/>
                        </a:lnTo>
                        <a:lnTo>
                          <a:pt x="133" y="318"/>
                        </a:lnTo>
                        <a:lnTo>
                          <a:pt x="184" y="267"/>
                        </a:lnTo>
                        <a:lnTo>
                          <a:pt x="184" y="0"/>
                        </a:lnTo>
                        <a:lnTo>
                          <a:pt x="46" y="1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 cap="flat" cmpd="sng">
                    <a:noFill/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840" name="Freeform 400"/>
                  <p:cNvSpPr>
                    <a:spLocks/>
                  </p:cNvSpPr>
                  <p:nvPr/>
                </p:nvSpPr>
                <p:spPr bwMode="auto">
                  <a:xfrm>
                    <a:off x="3276" y="1449"/>
                    <a:ext cx="182" cy="314"/>
                  </a:xfrm>
                  <a:custGeom>
                    <a:avLst/>
                    <a:gdLst/>
                    <a:ahLst/>
                    <a:cxnLst>
                      <a:cxn ang="0">
                        <a:pos x="46" y="1"/>
                      </a:cxn>
                      <a:cxn ang="0">
                        <a:pos x="0" y="43"/>
                      </a:cxn>
                      <a:cxn ang="0">
                        <a:pos x="0" y="318"/>
                      </a:cxn>
                      <a:cxn ang="0">
                        <a:pos x="133" y="318"/>
                      </a:cxn>
                      <a:cxn ang="0">
                        <a:pos x="184" y="267"/>
                      </a:cxn>
                      <a:cxn ang="0">
                        <a:pos x="184" y="0"/>
                      </a:cxn>
                      <a:cxn ang="0">
                        <a:pos x="46" y="1"/>
                      </a:cxn>
                    </a:cxnLst>
                    <a:rect l="0" t="0" r="r" b="b"/>
                    <a:pathLst>
                      <a:path w="184" h="318">
                        <a:moveTo>
                          <a:pt x="46" y="1"/>
                        </a:moveTo>
                        <a:lnTo>
                          <a:pt x="0" y="43"/>
                        </a:lnTo>
                        <a:lnTo>
                          <a:pt x="0" y="318"/>
                        </a:lnTo>
                        <a:lnTo>
                          <a:pt x="133" y="318"/>
                        </a:lnTo>
                        <a:lnTo>
                          <a:pt x="184" y="267"/>
                        </a:lnTo>
                        <a:lnTo>
                          <a:pt x="184" y="0"/>
                        </a:lnTo>
                        <a:lnTo>
                          <a:pt x="46" y="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9525" cap="flat" cmpd="sng">
                    <a:solidFill>
                      <a:srgbClr val="808080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841" name="Rectangle 401"/>
                  <p:cNvSpPr>
                    <a:spLocks noChangeArrowheads="1"/>
                  </p:cNvSpPr>
                  <p:nvPr/>
                </p:nvSpPr>
                <p:spPr bwMode="auto">
                  <a:xfrm>
                    <a:off x="3279" y="1495"/>
                    <a:ext cx="127" cy="261"/>
                  </a:xfrm>
                  <a:prstGeom prst="rect">
                    <a:avLst/>
                  </a:prstGeom>
                  <a:solidFill>
                    <a:srgbClr val="EAEAEA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842" name="Freeform 402"/>
                  <p:cNvSpPr>
                    <a:spLocks/>
                  </p:cNvSpPr>
                  <p:nvPr/>
                </p:nvSpPr>
                <p:spPr bwMode="auto">
                  <a:xfrm>
                    <a:off x="3278" y="1454"/>
                    <a:ext cx="175" cy="40"/>
                  </a:xfrm>
                  <a:custGeom>
                    <a:avLst/>
                    <a:gdLst/>
                    <a:ahLst/>
                    <a:cxnLst>
                      <a:cxn ang="0">
                        <a:pos x="0" y="40"/>
                      </a:cxn>
                      <a:cxn ang="0">
                        <a:pos x="131" y="40"/>
                      </a:cxn>
                      <a:cxn ang="0">
                        <a:pos x="177" y="0"/>
                      </a:cxn>
                    </a:cxnLst>
                    <a:rect l="0" t="0" r="r" b="b"/>
                    <a:pathLst>
                      <a:path w="177" h="40">
                        <a:moveTo>
                          <a:pt x="0" y="40"/>
                        </a:moveTo>
                        <a:lnTo>
                          <a:pt x="131" y="40"/>
                        </a:lnTo>
                        <a:lnTo>
                          <a:pt x="177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843" name="Freeform 403"/>
                  <p:cNvSpPr>
                    <a:spLocks/>
                  </p:cNvSpPr>
                  <p:nvPr/>
                </p:nvSpPr>
                <p:spPr bwMode="auto">
                  <a:xfrm>
                    <a:off x="3278" y="1546"/>
                    <a:ext cx="175" cy="39"/>
                  </a:xfrm>
                  <a:custGeom>
                    <a:avLst/>
                    <a:gdLst/>
                    <a:ahLst/>
                    <a:cxnLst>
                      <a:cxn ang="0">
                        <a:pos x="0" y="40"/>
                      </a:cxn>
                      <a:cxn ang="0">
                        <a:pos x="131" y="40"/>
                      </a:cxn>
                      <a:cxn ang="0">
                        <a:pos x="177" y="0"/>
                      </a:cxn>
                    </a:cxnLst>
                    <a:rect l="0" t="0" r="r" b="b"/>
                    <a:pathLst>
                      <a:path w="177" h="40">
                        <a:moveTo>
                          <a:pt x="0" y="40"/>
                        </a:moveTo>
                        <a:lnTo>
                          <a:pt x="131" y="40"/>
                        </a:lnTo>
                        <a:lnTo>
                          <a:pt x="177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rgbClr val="808080"/>
                    </a:solidFill>
                    <a:prstDash val="solid"/>
                    <a:round/>
                    <a:headEnd/>
                    <a:tailEnd/>
                  </a:ln>
                  <a:effectLst>
                    <a:outerShdw dist="12700" dir="5400000" algn="ctr" rotWithShape="0">
                      <a:schemeClr val="bg1"/>
                    </a:outerShdw>
                  </a:effectLst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844" name="Line 404"/>
                  <p:cNvSpPr>
                    <a:spLocks noChangeShapeType="1"/>
                  </p:cNvSpPr>
                  <p:nvPr/>
                </p:nvSpPr>
                <p:spPr bwMode="auto">
                  <a:xfrm>
                    <a:off x="3354" y="1732"/>
                    <a:ext cx="3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445845" name="Group 405"/>
                <p:cNvGrpSpPr>
                  <a:grpSpLocks/>
                </p:cNvGrpSpPr>
                <p:nvPr/>
              </p:nvGrpSpPr>
              <p:grpSpPr bwMode="auto">
                <a:xfrm>
                  <a:off x="3195" y="1561"/>
                  <a:ext cx="166" cy="285"/>
                  <a:chOff x="2808" y="1601"/>
                  <a:chExt cx="159" cy="270"/>
                </a:xfrm>
              </p:grpSpPr>
              <p:sp>
                <p:nvSpPr>
                  <p:cNvPr id="445846" name="Freeform 406"/>
                  <p:cNvSpPr>
                    <a:spLocks/>
                  </p:cNvSpPr>
                  <p:nvPr/>
                </p:nvSpPr>
                <p:spPr bwMode="auto">
                  <a:xfrm>
                    <a:off x="2814" y="1610"/>
                    <a:ext cx="153" cy="261"/>
                  </a:xfrm>
                  <a:custGeom>
                    <a:avLst/>
                    <a:gdLst/>
                    <a:ahLst/>
                    <a:cxnLst>
                      <a:cxn ang="0">
                        <a:pos x="46" y="1"/>
                      </a:cxn>
                      <a:cxn ang="0">
                        <a:pos x="0" y="43"/>
                      </a:cxn>
                      <a:cxn ang="0">
                        <a:pos x="0" y="318"/>
                      </a:cxn>
                      <a:cxn ang="0">
                        <a:pos x="133" y="318"/>
                      </a:cxn>
                      <a:cxn ang="0">
                        <a:pos x="184" y="267"/>
                      </a:cxn>
                      <a:cxn ang="0">
                        <a:pos x="184" y="0"/>
                      </a:cxn>
                      <a:cxn ang="0">
                        <a:pos x="46" y="1"/>
                      </a:cxn>
                    </a:cxnLst>
                    <a:rect l="0" t="0" r="r" b="b"/>
                    <a:pathLst>
                      <a:path w="184" h="318">
                        <a:moveTo>
                          <a:pt x="46" y="1"/>
                        </a:moveTo>
                        <a:lnTo>
                          <a:pt x="0" y="43"/>
                        </a:lnTo>
                        <a:lnTo>
                          <a:pt x="0" y="318"/>
                        </a:lnTo>
                        <a:lnTo>
                          <a:pt x="133" y="318"/>
                        </a:lnTo>
                        <a:lnTo>
                          <a:pt x="184" y="267"/>
                        </a:lnTo>
                        <a:lnTo>
                          <a:pt x="184" y="0"/>
                        </a:lnTo>
                        <a:lnTo>
                          <a:pt x="46" y="1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 cap="flat" cmpd="sng">
                    <a:noFill/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847" name="Freeform 407"/>
                  <p:cNvSpPr>
                    <a:spLocks/>
                  </p:cNvSpPr>
                  <p:nvPr/>
                </p:nvSpPr>
                <p:spPr bwMode="auto">
                  <a:xfrm>
                    <a:off x="2808" y="1601"/>
                    <a:ext cx="150" cy="259"/>
                  </a:xfrm>
                  <a:custGeom>
                    <a:avLst/>
                    <a:gdLst/>
                    <a:ahLst/>
                    <a:cxnLst>
                      <a:cxn ang="0">
                        <a:pos x="46" y="1"/>
                      </a:cxn>
                      <a:cxn ang="0">
                        <a:pos x="0" y="43"/>
                      </a:cxn>
                      <a:cxn ang="0">
                        <a:pos x="0" y="318"/>
                      </a:cxn>
                      <a:cxn ang="0">
                        <a:pos x="133" y="318"/>
                      </a:cxn>
                      <a:cxn ang="0">
                        <a:pos x="184" y="267"/>
                      </a:cxn>
                      <a:cxn ang="0">
                        <a:pos x="184" y="0"/>
                      </a:cxn>
                      <a:cxn ang="0">
                        <a:pos x="46" y="1"/>
                      </a:cxn>
                    </a:cxnLst>
                    <a:rect l="0" t="0" r="r" b="b"/>
                    <a:pathLst>
                      <a:path w="184" h="318">
                        <a:moveTo>
                          <a:pt x="46" y="1"/>
                        </a:moveTo>
                        <a:lnTo>
                          <a:pt x="0" y="43"/>
                        </a:lnTo>
                        <a:lnTo>
                          <a:pt x="0" y="318"/>
                        </a:lnTo>
                        <a:lnTo>
                          <a:pt x="133" y="318"/>
                        </a:lnTo>
                        <a:lnTo>
                          <a:pt x="184" y="267"/>
                        </a:lnTo>
                        <a:lnTo>
                          <a:pt x="184" y="0"/>
                        </a:lnTo>
                        <a:lnTo>
                          <a:pt x="46" y="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 w="9525" cap="flat" cmpd="sng">
                    <a:solidFill>
                      <a:srgbClr val="808080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848" name="Rectangle 408"/>
                  <p:cNvSpPr>
                    <a:spLocks noChangeArrowheads="1"/>
                  </p:cNvSpPr>
                  <p:nvPr/>
                </p:nvSpPr>
                <p:spPr bwMode="auto">
                  <a:xfrm>
                    <a:off x="2810" y="1639"/>
                    <a:ext cx="105" cy="216"/>
                  </a:xfrm>
                  <a:prstGeom prst="rect">
                    <a:avLst/>
                  </a:prstGeom>
                  <a:solidFill>
                    <a:srgbClr val="EAEAEA"/>
                  </a:solidFill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849" name="Freeform 409"/>
                  <p:cNvSpPr>
                    <a:spLocks/>
                  </p:cNvSpPr>
                  <p:nvPr/>
                </p:nvSpPr>
                <p:spPr bwMode="auto">
                  <a:xfrm>
                    <a:off x="2810" y="1605"/>
                    <a:ext cx="144" cy="33"/>
                  </a:xfrm>
                  <a:custGeom>
                    <a:avLst/>
                    <a:gdLst/>
                    <a:ahLst/>
                    <a:cxnLst>
                      <a:cxn ang="0">
                        <a:pos x="0" y="40"/>
                      </a:cxn>
                      <a:cxn ang="0">
                        <a:pos x="131" y="40"/>
                      </a:cxn>
                      <a:cxn ang="0">
                        <a:pos x="177" y="0"/>
                      </a:cxn>
                    </a:cxnLst>
                    <a:rect l="0" t="0" r="r" b="b"/>
                    <a:pathLst>
                      <a:path w="177" h="40">
                        <a:moveTo>
                          <a:pt x="0" y="40"/>
                        </a:moveTo>
                        <a:lnTo>
                          <a:pt x="131" y="40"/>
                        </a:lnTo>
                        <a:lnTo>
                          <a:pt x="177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  <p:sp>
                <p:nvSpPr>
                  <p:cNvPr id="445850" name="Freeform 410"/>
                  <p:cNvSpPr>
                    <a:spLocks/>
                  </p:cNvSpPr>
                  <p:nvPr/>
                </p:nvSpPr>
                <p:spPr bwMode="auto">
                  <a:xfrm>
                    <a:off x="2810" y="1681"/>
                    <a:ext cx="144" cy="33"/>
                  </a:xfrm>
                  <a:custGeom>
                    <a:avLst/>
                    <a:gdLst/>
                    <a:ahLst/>
                    <a:cxnLst>
                      <a:cxn ang="0">
                        <a:pos x="0" y="40"/>
                      </a:cxn>
                      <a:cxn ang="0">
                        <a:pos x="131" y="40"/>
                      </a:cxn>
                      <a:cxn ang="0">
                        <a:pos x="177" y="0"/>
                      </a:cxn>
                    </a:cxnLst>
                    <a:rect l="0" t="0" r="r" b="b"/>
                    <a:pathLst>
                      <a:path w="177" h="40">
                        <a:moveTo>
                          <a:pt x="0" y="40"/>
                        </a:moveTo>
                        <a:lnTo>
                          <a:pt x="131" y="40"/>
                        </a:lnTo>
                        <a:lnTo>
                          <a:pt x="177" y="0"/>
                        </a:lnTo>
                      </a:path>
                    </a:pathLst>
                  </a:custGeom>
                  <a:noFill/>
                  <a:ln w="9525" cap="flat" cmpd="sng">
                    <a:solidFill>
                      <a:srgbClr val="808080"/>
                    </a:solidFill>
                    <a:prstDash val="solid"/>
                    <a:round/>
                    <a:headEnd/>
                    <a:tailEnd/>
                  </a:ln>
                  <a:effectLst>
                    <a:outerShdw dist="12700" dir="5400000" algn="ctr" rotWithShape="0">
                      <a:schemeClr val="bg1"/>
                    </a:outerShdw>
                  </a:effectLst>
                </p:spPr>
                <p:txBody>
                  <a:bodyPr wrap="none" anchor="ctr"/>
                  <a:lstStyle/>
                  <a:p>
                    <a:endParaRPr lang="fr-FR"/>
                  </a:p>
                </p:txBody>
              </p:sp>
            </p:grpSp>
          </p:grpSp>
          <p:sp>
            <p:nvSpPr>
              <p:cNvPr id="445851" name="Rectangle 411"/>
              <p:cNvSpPr>
                <a:spLocks noChangeArrowheads="1"/>
              </p:cNvSpPr>
              <p:nvPr/>
            </p:nvSpPr>
            <p:spPr bwMode="auto">
              <a:xfrm>
                <a:off x="4343" y="1321"/>
                <a:ext cx="384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</a:rPr>
                  <a:t>Admin1</a:t>
                </a:r>
                <a:endParaRPr lang="en-US" sz="1600"/>
              </a:p>
            </p:txBody>
          </p:sp>
          <p:sp>
            <p:nvSpPr>
              <p:cNvPr id="445852" name="Rectangle 412"/>
              <p:cNvSpPr>
                <a:spLocks noChangeArrowheads="1"/>
              </p:cNvSpPr>
              <p:nvPr/>
            </p:nvSpPr>
            <p:spPr bwMode="auto">
              <a:xfrm>
                <a:off x="4343" y="1823"/>
                <a:ext cx="384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</a:rPr>
                  <a:t>Admin2</a:t>
                </a:r>
                <a:endParaRPr lang="en-US" sz="1600"/>
              </a:p>
            </p:txBody>
          </p:sp>
          <p:sp>
            <p:nvSpPr>
              <p:cNvPr id="445853" name="Rectangle 413"/>
              <p:cNvSpPr>
                <a:spLocks noChangeArrowheads="1"/>
              </p:cNvSpPr>
              <p:nvPr/>
            </p:nvSpPr>
            <p:spPr bwMode="auto">
              <a:xfrm>
                <a:off x="4343" y="2326"/>
                <a:ext cx="384" cy="1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Tx/>
                  <a:buFontTx/>
                  <a:buNone/>
                </a:pPr>
                <a:r>
                  <a:rPr lang="en-US" sz="1600">
                    <a:solidFill>
                      <a:srgbClr val="000000"/>
                    </a:solidFill>
                  </a:rPr>
                  <a:t>Admin3</a:t>
                </a:r>
                <a:endParaRPr lang="en-US" sz="1600"/>
              </a:p>
            </p:txBody>
          </p:sp>
          <p:pic>
            <p:nvPicPr>
              <p:cNvPr id="445854" name="Picture 414" descr="User_UserB01"/>
              <p:cNvPicPr>
                <a:picLocks noChangeAspect="1" noChangeArrowheads="1"/>
              </p:cNvPicPr>
              <p:nvPr/>
            </p:nvPicPr>
            <p:blipFill>
              <a:blip r:embed="rId15" cstate="print"/>
              <a:srcRect/>
              <a:stretch>
                <a:fillRect/>
              </a:stretch>
            </p:blipFill>
            <p:spPr bwMode="auto">
              <a:xfrm>
                <a:off x="4108" y="1131"/>
                <a:ext cx="191" cy="436"/>
              </a:xfrm>
              <a:prstGeom prst="rect">
                <a:avLst/>
              </a:prstGeom>
              <a:noFill/>
            </p:spPr>
          </p:pic>
          <p:pic>
            <p:nvPicPr>
              <p:cNvPr id="445855" name="Picture 415" descr="User_UserC01"/>
              <p:cNvPicPr>
                <a:picLocks noChangeAspect="1" noChangeArrowheads="1"/>
              </p:cNvPicPr>
              <p:nvPr/>
            </p:nvPicPr>
            <p:blipFill>
              <a:blip r:embed="rId16" cstate="print"/>
              <a:srcRect/>
              <a:stretch>
                <a:fillRect/>
              </a:stretch>
            </p:blipFill>
            <p:spPr bwMode="auto">
              <a:xfrm>
                <a:off x="4110" y="1689"/>
                <a:ext cx="187" cy="426"/>
              </a:xfrm>
              <a:prstGeom prst="rect">
                <a:avLst/>
              </a:prstGeom>
              <a:noFill/>
            </p:spPr>
          </p:pic>
          <p:pic>
            <p:nvPicPr>
              <p:cNvPr id="445856" name="Picture 416" descr="User_UserD01"/>
              <p:cNvPicPr>
                <a:picLocks noChangeAspect="1" noChangeArrowheads="1"/>
              </p:cNvPicPr>
              <p:nvPr/>
            </p:nvPicPr>
            <p:blipFill>
              <a:blip r:embed="rId17" cstate="print"/>
              <a:srcRect/>
              <a:stretch>
                <a:fillRect/>
              </a:stretch>
            </p:blipFill>
            <p:spPr bwMode="auto">
              <a:xfrm>
                <a:off x="4105" y="2200"/>
                <a:ext cx="197" cy="450"/>
              </a:xfrm>
              <a:prstGeom prst="rect">
                <a:avLst/>
              </a:prstGeom>
              <a:noFill/>
            </p:spPr>
          </p:pic>
          <p:pic>
            <p:nvPicPr>
              <p:cNvPr id="445857" name="Picture 417" descr="Security_keys"/>
              <p:cNvPicPr>
                <a:picLocks noChangeAspect="1" noChangeArrowheads="1"/>
              </p:cNvPicPr>
              <p:nvPr/>
            </p:nvPicPr>
            <p:blipFill>
              <a:blip r:embed="rId18" cstate="print"/>
              <a:srcRect/>
              <a:stretch>
                <a:fillRect/>
              </a:stretch>
            </p:blipFill>
            <p:spPr bwMode="auto">
              <a:xfrm>
                <a:off x="3909" y="1225"/>
                <a:ext cx="180" cy="255"/>
              </a:xfrm>
              <a:prstGeom prst="rect">
                <a:avLst/>
              </a:prstGeom>
              <a:noFill/>
            </p:spPr>
          </p:pic>
          <p:pic>
            <p:nvPicPr>
              <p:cNvPr id="445858" name="Picture 418" descr="Security_keys"/>
              <p:cNvPicPr>
                <a:picLocks noChangeAspect="1" noChangeArrowheads="1"/>
              </p:cNvPicPr>
              <p:nvPr/>
            </p:nvPicPr>
            <p:blipFill>
              <a:blip r:embed="rId18" cstate="print"/>
              <a:srcRect/>
              <a:stretch>
                <a:fillRect/>
              </a:stretch>
            </p:blipFill>
            <p:spPr bwMode="auto">
              <a:xfrm>
                <a:off x="3909" y="2281"/>
                <a:ext cx="180" cy="255"/>
              </a:xfrm>
              <a:prstGeom prst="rect">
                <a:avLst/>
              </a:prstGeom>
              <a:noFill/>
            </p:spPr>
          </p:pic>
          <p:pic>
            <p:nvPicPr>
              <p:cNvPr id="445859" name="Picture 419" descr="Security_keys"/>
              <p:cNvPicPr>
                <a:picLocks noChangeAspect="1" noChangeArrowheads="1"/>
              </p:cNvPicPr>
              <p:nvPr/>
            </p:nvPicPr>
            <p:blipFill>
              <a:blip r:embed="rId18" cstate="print"/>
              <a:srcRect/>
              <a:stretch>
                <a:fillRect/>
              </a:stretch>
            </p:blipFill>
            <p:spPr bwMode="auto">
              <a:xfrm>
                <a:off x="3909" y="1768"/>
                <a:ext cx="180" cy="255"/>
              </a:xfrm>
              <a:prstGeom prst="rect">
                <a:avLst/>
              </a:prstGeom>
              <a:noFill/>
            </p:spPr>
          </p:pic>
          <p:sp>
            <p:nvSpPr>
              <p:cNvPr id="445860" name="Line 420"/>
              <p:cNvSpPr>
                <a:spLocks noChangeShapeType="1"/>
              </p:cNvSpPr>
              <p:nvPr/>
            </p:nvSpPr>
            <p:spPr bwMode="auto">
              <a:xfrm>
                <a:off x="3320" y="1902"/>
                <a:ext cx="224" cy="0"/>
              </a:xfrm>
              <a:prstGeom prst="line">
                <a:avLst/>
              </a:prstGeom>
              <a:noFill/>
              <a:ln w="28575">
                <a:solidFill>
                  <a:srgbClr val="333333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445861" name="Group 421"/>
              <p:cNvGrpSpPr>
                <a:grpSpLocks/>
              </p:cNvGrpSpPr>
              <p:nvPr/>
            </p:nvGrpSpPr>
            <p:grpSpPr bwMode="auto">
              <a:xfrm>
                <a:off x="3484" y="1181"/>
                <a:ext cx="402" cy="404"/>
                <a:chOff x="1440" y="3198"/>
                <a:chExt cx="402" cy="402"/>
              </a:xfrm>
            </p:grpSpPr>
            <p:pic>
              <p:nvPicPr>
                <p:cNvPr id="445862" name="Picture 422" descr="2Ou01"/>
                <p:cNvPicPr>
                  <a:picLocks noChangeAspect="1" noChangeArrowheads="1"/>
                </p:cNvPicPr>
                <p:nvPr/>
              </p:nvPicPr>
              <p:blipFill>
                <a:blip r:embed="rId19" cstate="print"/>
                <a:srcRect/>
                <a:stretch>
                  <a:fillRect/>
                </a:stretch>
              </p:blipFill>
              <p:spPr bwMode="auto">
                <a:xfrm>
                  <a:off x="1440" y="3198"/>
                  <a:ext cx="402" cy="402"/>
                </a:xfrm>
                <a:prstGeom prst="rect">
                  <a:avLst/>
                </a:prstGeom>
                <a:noFill/>
              </p:spPr>
            </p:pic>
            <p:sp>
              <p:nvSpPr>
                <p:cNvPr id="445863" name="Rectangle 423"/>
                <p:cNvSpPr>
                  <a:spLocks noChangeArrowheads="1"/>
                </p:cNvSpPr>
                <p:nvPr/>
              </p:nvSpPr>
              <p:spPr bwMode="auto">
                <a:xfrm>
                  <a:off x="1518" y="3309"/>
                  <a:ext cx="229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lnSpc>
                      <a:spcPct val="100000"/>
                    </a:lnSpc>
                    <a:buClrTx/>
                    <a:buFontTx/>
                    <a:buNone/>
                  </a:pPr>
                  <a:r>
                    <a:rPr lang="en-US" sz="1700">
                      <a:solidFill>
                        <a:srgbClr val="000000"/>
                      </a:solidFill>
                    </a:rPr>
                    <a:t>OU1</a:t>
                  </a:r>
                  <a:endParaRPr lang="en-US"/>
                </a:p>
              </p:txBody>
            </p:sp>
          </p:grpSp>
          <p:grpSp>
            <p:nvGrpSpPr>
              <p:cNvPr id="445864" name="Group 424"/>
              <p:cNvGrpSpPr>
                <a:grpSpLocks/>
              </p:cNvGrpSpPr>
              <p:nvPr/>
            </p:nvGrpSpPr>
            <p:grpSpPr bwMode="auto">
              <a:xfrm>
                <a:off x="3484" y="1693"/>
                <a:ext cx="402" cy="405"/>
                <a:chOff x="1440" y="3198"/>
                <a:chExt cx="402" cy="402"/>
              </a:xfrm>
            </p:grpSpPr>
            <p:pic>
              <p:nvPicPr>
                <p:cNvPr id="445865" name="Picture 425" descr="2Ou01"/>
                <p:cNvPicPr>
                  <a:picLocks noChangeAspect="1" noChangeArrowheads="1"/>
                </p:cNvPicPr>
                <p:nvPr/>
              </p:nvPicPr>
              <p:blipFill>
                <a:blip r:embed="rId20" cstate="print"/>
                <a:srcRect/>
                <a:stretch>
                  <a:fillRect/>
                </a:stretch>
              </p:blipFill>
              <p:spPr bwMode="auto">
                <a:xfrm>
                  <a:off x="1440" y="3198"/>
                  <a:ext cx="402" cy="402"/>
                </a:xfrm>
                <a:prstGeom prst="rect">
                  <a:avLst/>
                </a:prstGeom>
                <a:noFill/>
              </p:spPr>
            </p:pic>
            <p:sp>
              <p:nvSpPr>
                <p:cNvPr id="445866" name="Rectangle 426"/>
                <p:cNvSpPr>
                  <a:spLocks noChangeArrowheads="1"/>
                </p:cNvSpPr>
                <p:nvPr/>
              </p:nvSpPr>
              <p:spPr bwMode="auto">
                <a:xfrm>
                  <a:off x="1518" y="3309"/>
                  <a:ext cx="229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lnSpc>
                      <a:spcPct val="100000"/>
                    </a:lnSpc>
                    <a:buClrTx/>
                    <a:buFontTx/>
                    <a:buNone/>
                  </a:pPr>
                  <a:r>
                    <a:rPr lang="en-US" sz="1700">
                      <a:solidFill>
                        <a:srgbClr val="000000"/>
                      </a:solidFill>
                    </a:rPr>
                    <a:t>OU2</a:t>
                  </a:r>
                  <a:endParaRPr lang="en-US"/>
                </a:p>
              </p:txBody>
            </p:sp>
          </p:grpSp>
          <p:grpSp>
            <p:nvGrpSpPr>
              <p:cNvPr id="445867" name="Group 427"/>
              <p:cNvGrpSpPr>
                <a:grpSpLocks/>
              </p:cNvGrpSpPr>
              <p:nvPr/>
            </p:nvGrpSpPr>
            <p:grpSpPr bwMode="auto">
              <a:xfrm>
                <a:off x="3484" y="2206"/>
                <a:ext cx="402" cy="405"/>
                <a:chOff x="1440" y="3198"/>
                <a:chExt cx="402" cy="402"/>
              </a:xfrm>
            </p:grpSpPr>
            <p:pic>
              <p:nvPicPr>
                <p:cNvPr id="445868" name="Picture 428" descr="2Ou01"/>
                <p:cNvPicPr>
                  <a:picLocks noChangeAspect="1" noChangeArrowheads="1"/>
                </p:cNvPicPr>
                <p:nvPr/>
              </p:nvPicPr>
              <p:blipFill>
                <a:blip r:embed="rId20" cstate="print"/>
                <a:srcRect/>
                <a:stretch>
                  <a:fillRect/>
                </a:stretch>
              </p:blipFill>
              <p:spPr bwMode="auto">
                <a:xfrm>
                  <a:off x="1440" y="3198"/>
                  <a:ext cx="402" cy="402"/>
                </a:xfrm>
                <a:prstGeom prst="rect">
                  <a:avLst/>
                </a:prstGeom>
                <a:noFill/>
              </p:spPr>
            </p:pic>
            <p:sp>
              <p:nvSpPr>
                <p:cNvPr id="445869" name="Rectangle 429"/>
                <p:cNvSpPr>
                  <a:spLocks noChangeArrowheads="1"/>
                </p:cNvSpPr>
                <p:nvPr/>
              </p:nvSpPr>
              <p:spPr bwMode="auto">
                <a:xfrm>
                  <a:off x="1518" y="3309"/>
                  <a:ext cx="229" cy="16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lnSpc>
                      <a:spcPct val="100000"/>
                    </a:lnSpc>
                    <a:buClrTx/>
                    <a:buFontTx/>
                    <a:buNone/>
                  </a:pPr>
                  <a:r>
                    <a:rPr lang="en-US" sz="1700">
                      <a:solidFill>
                        <a:srgbClr val="000000"/>
                      </a:solidFill>
                    </a:rPr>
                    <a:t>OU3</a:t>
                  </a:r>
                  <a:endParaRPr lang="en-US"/>
                </a:p>
              </p:txBody>
            </p:sp>
          </p:grpSp>
        </p:grpSp>
        <p:sp>
          <p:nvSpPr>
            <p:cNvPr id="445870" name="Freeform 430"/>
            <p:cNvSpPr>
              <a:spLocks/>
            </p:cNvSpPr>
            <p:nvPr/>
          </p:nvSpPr>
          <p:spPr bwMode="auto">
            <a:xfrm>
              <a:off x="1860" y="1368"/>
              <a:ext cx="890" cy="307"/>
            </a:xfrm>
            <a:custGeom>
              <a:avLst/>
              <a:gdLst/>
              <a:ahLst/>
              <a:cxnLst>
                <a:cxn ang="0">
                  <a:pos x="920" y="59"/>
                </a:cxn>
                <a:cxn ang="0">
                  <a:pos x="916" y="29"/>
                </a:cxn>
                <a:cxn ang="0">
                  <a:pos x="912" y="0"/>
                </a:cxn>
                <a:cxn ang="0">
                  <a:pos x="1052" y="53"/>
                </a:cxn>
                <a:cxn ang="0">
                  <a:pos x="1149" y="89"/>
                </a:cxn>
                <a:cxn ang="0">
                  <a:pos x="1193" y="107"/>
                </a:cxn>
                <a:cxn ang="0">
                  <a:pos x="1181" y="111"/>
                </a:cxn>
                <a:cxn ang="0">
                  <a:pos x="1149" y="123"/>
                </a:cxn>
                <a:cxn ang="0">
                  <a:pos x="1052" y="156"/>
                </a:cxn>
                <a:cxn ang="0">
                  <a:pos x="910" y="205"/>
                </a:cxn>
                <a:cxn ang="0">
                  <a:pos x="922" y="149"/>
                </a:cxn>
                <a:cxn ang="0">
                  <a:pos x="0" y="107"/>
                </a:cxn>
                <a:cxn ang="0">
                  <a:pos x="920" y="59"/>
                </a:cxn>
              </a:cxnLst>
              <a:rect l="0" t="0" r="r" b="b"/>
              <a:pathLst>
                <a:path w="1193" h="205">
                  <a:moveTo>
                    <a:pt x="920" y="59"/>
                  </a:moveTo>
                  <a:lnTo>
                    <a:pt x="916" y="29"/>
                  </a:lnTo>
                  <a:lnTo>
                    <a:pt x="912" y="0"/>
                  </a:lnTo>
                  <a:lnTo>
                    <a:pt x="1052" y="53"/>
                  </a:lnTo>
                  <a:lnTo>
                    <a:pt x="1149" y="89"/>
                  </a:lnTo>
                  <a:lnTo>
                    <a:pt x="1193" y="107"/>
                  </a:lnTo>
                  <a:lnTo>
                    <a:pt x="1181" y="111"/>
                  </a:lnTo>
                  <a:lnTo>
                    <a:pt x="1149" y="123"/>
                  </a:lnTo>
                  <a:lnTo>
                    <a:pt x="1052" y="156"/>
                  </a:lnTo>
                  <a:lnTo>
                    <a:pt x="910" y="205"/>
                  </a:lnTo>
                  <a:lnTo>
                    <a:pt x="922" y="149"/>
                  </a:lnTo>
                  <a:lnTo>
                    <a:pt x="0" y="107"/>
                  </a:lnTo>
                  <a:lnTo>
                    <a:pt x="920" y="59"/>
                  </a:lnTo>
                  <a:close/>
                </a:path>
              </a:pathLst>
            </a:custGeom>
            <a:solidFill>
              <a:srgbClr val="FF0000">
                <a:alpha val="75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445871" name="Group 431"/>
          <p:cNvGrpSpPr>
            <a:grpSpLocks/>
          </p:cNvGrpSpPr>
          <p:nvPr/>
        </p:nvGrpSpPr>
        <p:grpSpPr bwMode="auto">
          <a:xfrm>
            <a:off x="6" y="1318307"/>
            <a:ext cx="9143999" cy="5211762"/>
            <a:chOff x="542" y="779"/>
            <a:chExt cx="4602" cy="3283"/>
          </a:xfrm>
        </p:grpSpPr>
        <p:sp>
          <p:nvSpPr>
            <p:cNvPr id="445872" name="Rectangle 432"/>
            <p:cNvSpPr>
              <a:spLocks noChangeArrowheads="1"/>
            </p:cNvSpPr>
            <p:nvPr/>
          </p:nvSpPr>
          <p:spPr bwMode="auto">
            <a:xfrm>
              <a:off x="542" y="779"/>
              <a:ext cx="4602" cy="3140"/>
            </a:xfrm>
            <a:prstGeom prst="rect">
              <a:avLst/>
            </a:prstGeom>
            <a:solidFill>
              <a:schemeClr val="accent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445873" name="AutoShape 433"/>
            <p:cNvSpPr>
              <a:spLocks noChangeArrowheads="1"/>
            </p:cNvSpPr>
            <p:nvPr/>
          </p:nvSpPr>
          <p:spPr bwMode="auto">
            <a:xfrm>
              <a:off x="609" y="817"/>
              <a:ext cx="4470" cy="1729"/>
            </a:xfrm>
            <a:prstGeom prst="roundRect">
              <a:avLst>
                <a:gd name="adj" fmla="val 4167"/>
              </a:avLst>
            </a:prstGeom>
            <a:solidFill>
              <a:srgbClr val="B3C8DF"/>
            </a:soli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/>
            <a:lstStyle/>
            <a:p>
              <a:pPr algn="l">
                <a:buClrTx/>
                <a:buFontTx/>
                <a:buNone/>
              </a:pPr>
              <a:r>
                <a:rPr lang="de-DE" sz="2200" dirty="0" err="1">
                  <a:solidFill>
                    <a:srgbClr val="000000"/>
                  </a:solidFill>
                  <a:cs typeface="Arial" charset="0"/>
                </a:rPr>
                <a:t>Gestion</a:t>
              </a:r>
              <a:r>
                <a:rPr lang="de-DE" sz="2200" dirty="0">
                  <a:solidFill>
                    <a:srgbClr val="000000"/>
                  </a:solidFill>
                  <a:cs typeface="Arial" charset="0"/>
                </a:rPr>
                <a:t> </a:t>
              </a:r>
              <a:r>
                <a:rPr lang="de-DE" sz="2200" dirty="0" err="1">
                  <a:solidFill>
                    <a:srgbClr val="000000"/>
                  </a:solidFill>
                  <a:cs typeface="Arial" charset="0"/>
                </a:rPr>
                <a:t>centralisée</a:t>
              </a:r>
              <a:endParaRPr lang="en-US" sz="2200" dirty="0"/>
            </a:p>
            <a:p>
              <a:pPr algn="l">
                <a:buClrTx/>
                <a:buFontTx/>
                <a:buNone/>
              </a:pPr>
              <a:endParaRPr lang="en-US" sz="2200" dirty="0"/>
            </a:p>
          </p:txBody>
        </p:sp>
        <p:sp>
          <p:nvSpPr>
            <p:cNvPr id="445874" name="AutoShape 434"/>
            <p:cNvSpPr>
              <a:spLocks noChangeArrowheads="1"/>
            </p:cNvSpPr>
            <p:nvPr/>
          </p:nvSpPr>
          <p:spPr bwMode="auto">
            <a:xfrm>
              <a:off x="712" y="1097"/>
              <a:ext cx="4264" cy="1356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tIns="91440" anchor="ctr"/>
            <a:lstStyle/>
            <a:p>
              <a:pPr marL="225425" indent="-225425" algn="l">
                <a:spcBef>
                  <a:spcPct val="40000"/>
                </a:spcBef>
                <a:buClrTx/>
                <a:buSzPct val="80000"/>
                <a:buFontTx/>
                <a:buBlip>
                  <a:blip r:embed="rId5"/>
                </a:buBlip>
              </a:pPr>
              <a:r>
                <a:rPr lang="de-DE" sz="2200" dirty="0" err="1">
                  <a:solidFill>
                    <a:srgbClr val="000000"/>
                  </a:solidFill>
                  <a:cs typeface="Arial" charset="0"/>
                </a:rPr>
                <a:t>Permet</a:t>
              </a:r>
              <a:r>
                <a:rPr lang="de-DE" sz="2200" dirty="0">
                  <a:solidFill>
                    <a:srgbClr val="000000"/>
                  </a:solidFill>
                  <a:cs typeface="Arial" charset="0"/>
                </a:rPr>
                <a:t> </a:t>
              </a:r>
              <a:r>
                <a:rPr lang="fr-FR" sz="2200" dirty="0">
                  <a:solidFill>
                    <a:srgbClr val="000000"/>
                  </a:solidFill>
                  <a:cs typeface="Arial" charset="0"/>
                </a:rPr>
                <a:t>à un administrateur unique de gérer les ressources de </a:t>
              </a:r>
              <a:r>
                <a:rPr lang="fr-FR" sz="2200" dirty="0" err="1">
                  <a:solidFill>
                    <a:srgbClr val="000000"/>
                  </a:solidFill>
                  <a:cs typeface="Arial" charset="0"/>
                </a:rPr>
                <a:t>mani</a:t>
              </a:r>
              <a:r>
                <a:rPr lang="de-DE" sz="2200" dirty="0" err="1">
                  <a:solidFill>
                    <a:srgbClr val="000000"/>
                  </a:solidFill>
                  <a:cs typeface="Arial" charset="0"/>
                </a:rPr>
                <a:t>ère</a:t>
              </a:r>
              <a:r>
                <a:rPr lang="de-DE" sz="2200" dirty="0">
                  <a:solidFill>
                    <a:srgbClr val="000000"/>
                  </a:solidFill>
                  <a:cs typeface="Arial" charset="0"/>
                </a:rPr>
                <a:t> </a:t>
              </a:r>
              <a:r>
                <a:rPr lang="de-DE" sz="2200" dirty="0" err="1">
                  <a:solidFill>
                    <a:srgbClr val="000000"/>
                  </a:solidFill>
                  <a:cs typeface="Arial" charset="0"/>
                </a:rPr>
                <a:t>centrale</a:t>
              </a:r>
              <a:endParaRPr lang="en-US" sz="2200" dirty="0"/>
            </a:p>
            <a:p>
              <a:pPr marL="225425" indent="-225425" algn="l">
                <a:spcBef>
                  <a:spcPct val="40000"/>
                </a:spcBef>
                <a:buClrTx/>
                <a:buSzPct val="80000"/>
                <a:buFontTx/>
                <a:buBlip>
                  <a:blip r:embed="rId5"/>
                </a:buBlip>
              </a:pPr>
              <a:r>
                <a:rPr lang="fr-FR" sz="2200" dirty="0">
                  <a:solidFill>
                    <a:srgbClr val="000000"/>
                  </a:solidFill>
                  <a:cs typeface="Arial" charset="0"/>
                </a:rPr>
                <a:t>Permet aux administrateurs de localiser les informations et les objets de groupe</a:t>
              </a:r>
              <a:endParaRPr lang="en-US" sz="2200" dirty="0"/>
            </a:p>
            <a:p>
              <a:pPr marL="225425" indent="-225425" algn="l">
                <a:spcBef>
                  <a:spcPct val="40000"/>
                </a:spcBef>
                <a:buClrTx/>
                <a:buSzPct val="80000"/>
                <a:buFontTx/>
                <a:buBlip>
                  <a:blip r:embed="rId5"/>
                </a:buBlip>
              </a:pPr>
              <a:r>
                <a:rPr lang="de-DE" sz="2200" dirty="0" err="1">
                  <a:solidFill>
                    <a:srgbClr val="000000"/>
                  </a:solidFill>
                  <a:cs typeface="Arial" charset="0"/>
                </a:rPr>
                <a:t>Utilise</a:t>
              </a:r>
              <a:r>
                <a:rPr lang="de-DE" sz="2200" dirty="0">
                  <a:solidFill>
                    <a:srgbClr val="000000"/>
                  </a:solidFill>
                  <a:cs typeface="Arial" charset="0"/>
                </a:rPr>
                <a:t> la </a:t>
              </a:r>
              <a:r>
                <a:rPr lang="de-DE" sz="2200" dirty="0" err="1">
                  <a:solidFill>
                    <a:srgbClr val="000000"/>
                  </a:solidFill>
                  <a:cs typeface="Arial" charset="0"/>
                </a:rPr>
                <a:t>strat</a:t>
              </a:r>
              <a:r>
                <a:rPr lang="fr-FR" sz="2200" dirty="0" err="1">
                  <a:solidFill>
                    <a:srgbClr val="000000"/>
                  </a:solidFill>
                  <a:cs typeface="Arial" charset="0"/>
                </a:rPr>
                <a:t>égie</a:t>
              </a:r>
              <a:r>
                <a:rPr lang="fr-FR" sz="2200" dirty="0">
                  <a:solidFill>
                    <a:srgbClr val="000000"/>
                  </a:solidFill>
                  <a:cs typeface="Arial" charset="0"/>
                </a:rPr>
                <a:t> de groupe pour d</a:t>
              </a:r>
              <a:r>
                <a:rPr lang="de-DE" sz="2200" dirty="0" err="1">
                  <a:solidFill>
                    <a:srgbClr val="000000"/>
                  </a:solidFill>
                  <a:cs typeface="Arial" charset="0"/>
                </a:rPr>
                <a:t>éfinir</a:t>
              </a:r>
              <a:r>
                <a:rPr lang="de-DE" sz="2200" dirty="0">
                  <a:solidFill>
                    <a:srgbClr val="000000"/>
                  </a:solidFill>
                  <a:cs typeface="Arial" charset="0"/>
                </a:rPr>
                <a:t> des </a:t>
              </a:r>
              <a:r>
                <a:rPr lang="de-DE" sz="2200" dirty="0" err="1">
                  <a:solidFill>
                    <a:srgbClr val="000000"/>
                  </a:solidFill>
                  <a:cs typeface="Arial" charset="0"/>
                </a:rPr>
                <a:t>paramètres</a:t>
              </a:r>
              <a:r>
                <a:rPr lang="de-DE" sz="2200" dirty="0">
                  <a:solidFill>
                    <a:srgbClr val="000000"/>
                  </a:solidFill>
                  <a:cs typeface="Arial" charset="0"/>
                </a:rPr>
                <a:t> et </a:t>
              </a:r>
              <a:r>
                <a:rPr lang="de-DE" sz="2200" dirty="0" err="1">
                  <a:solidFill>
                    <a:srgbClr val="000000"/>
                  </a:solidFill>
                  <a:cs typeface="Arial" charset="0"/>
                </a:rPr>
                <a:t>contrôler</a:t>
              </a:r>
              <a:r>
                <a:rPr lang="de-DE" sz="2200" dirty="0">
                  <a:solidFill>
                    <a:srgbClr val="000000"/>
                  </a:solidFill>
                  <a:cs typeface="Arial" charset="0"/>
                </a:rPr>
                <a:t> </a:t>
              </a:r>
              <a:r>
                <a:rPr lang="de-DE" sz="2200" dirty="0" err="1">
                  <a:solidFill>
                    <a:srgbClr val="000000"/>
                  </a:solidFill>
                  <a:cs typeface="Arial" charset="0"/>
                </a:rPr>
                <a:t>l'environnement</a:t>
              </a:r>
              <a:r>
                <a:rPr lang="de-DE" sz="2200" dirty="0">
                  <a:solidFill>
                    <a:srgbClr val="000000"/>
                  </a:solidFill>
                  <a:cs typeface="Arial" charset="0"/>
                </a:rPr>
                <a:t> </a:t>
              </a:r>
              <a:r>
                <a:rPr lang="de-DE" sz="2200" dirty="0" err="1">
                  <a:solidFill>
                    <a:srgbClr val="000000"/>
                  </a:solidFill>
                  <a:cs typeface="Arial" charset="0"/>
                </a:rPr>
                <a:t>utilisateur</a:t>
              </a:r>
              <a:endParaRPr lang="en-US" sz="2200" dirty="0">
                <a:solidFill>
                  <a:srgbClr val="000000"/>
                </a:solidFill>
                <a:cs typeface="Arial" charset="0"/>
              </a:endParaRPr>
            </a:p>
          </p:txBody>
        </p:sp>
        <p:sp>
          <p:nvSpPr>
            <p:cNvPr id="445875" name="AutoShape 435"/>
            <p:cNvSpPr>
              <a:spLocks noChangeArrowheads="1"/>
            </p:cNvSpPr>
            <p:nvPr/>
          </p:nvSpPr>
          <p:spPr bwMode="auto">
            <a:xfrm>
              <a:off x="609" y="2619"/>
              <a:ext cx="4470" cy="1443"/>
            </a:xfrm>
            <a:prstGeom prst="roundRect">
              <a:avLst>
                <a:gd name="adj" fmla="val 4167"/>
              </a:avLst>
            </a:prstGeom>
            <a:solidFill>
              <a:srgbClr val="B3C8DF"/>
            </a:soli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wrap="none"/>
            <a:lstStyle/>
            <a:p>
              <a:pPr algn="l">
                <a:buClrTx/>
                <a:buFontTx/>
                <a:buNone/>
              </a:pPr>
              <a:r>
                <a:rPr lang="de-DE" sz="2200">
                  <a:solidFill>
                    <a:srgbClr val="000000"/>
                  </a:solidFill>
                  <a:cs typeface="Arial" charset="0"/>
                </a:rPr>
                <a:t>Gestion décentralisée</a:t>
              </a:r>
              <a:endParaRPr lang="en-US" sz="2200"/>
            </a:p>
            <a:p>
              <a:pPr algn="l">
                <a:buClrTx/>
                <a:buFontTx/>
                <a:buNone/>
              </a:pPr>
              <a:endParaRPr lang="en-US" sz="2200"/>
            </a:p>
          </p:txBody>
        </p:sp>
        <p:sp>
          <p:nvSpPr>
            <p:cNvPr id="445876" name="AutoShape 436"/>
            <p:cNvSpPr>
              <a:spLocks noChangeArrowheads="1"/>
            </p:cNvSpPr>
            <p:nvPr/>
          </p:nvSpPr>
          <p:spPr bwMode="auto">
            <a:xfrm>
              <a:off x="712" y="2936"/>
              <a:ext cx="4264" cy="939"/>
            </a:xfrm>
            <a:prstGeom prst="roundRect">
              <a:avLst>
                <a:gd name="adj" fmla="val 4167"/>
              </a:avLst>
            </a:prstGeom>
            <a:gradFill rotWithShape="1">
              <a:gsLst>
                <a:gs pos="0">
                  <a:srgbClr val="EEEFD7"/>
                </a:gs>
                <a:gs pos="100000">
                  <a:srgbClr val="D5D69C"/>
                </a:gs>
              </a:gsLst>
              <a:lin ang="2700000" scaled="1"/>
            </a:gradFill>
            <a:ln w="9525" algn="ctr">
              <a:solidFill>
                <a:srgbClr val="4D4D4D"/>
              </a:solidFill>
              <a:round/>
              <a:headEnd/>
              <a:tailEnd/>
            </a:ln>
            <a:effectLst>
              <a:outerShdw dist="35921" dir="2700000" algn="ctr" rotWithShape="0">
                <a:srgbClr val="AFAFAF"/>
              </a:outerShdw>
            </a:effectLst>
          </p:spPr>
          <p:txBody>
            <a:bodyPr tIns="91440" anchor="ctr"/>
            <a:lstStyle/>
            <a:p>
              <a:pPr marL="225425" indent="-225425" algn="l">
                <a:spcBef>
                  <a:spcPct val="40000"/>
                </a:spcBef>
                <a:buClrTx/>
                <a:buSzPct val="80000"/>
                <a:buFontTx/>
                <a:buBlip>
                  <a:blip r:embed="rId5"/>
                </a:buBlip>
              </a:pPr>
              <a:r>
                <a:rPr lang="de-DE" sz="2200">
                  <a:solidFill>
                    <a:srgbClr val="000000"/>
                  </a:solidFill>
                  <a:cs typeface="Arial" charset="0"/>
                </a:rPr>
                <a:t>Permet de déléguer les tâches d'administration réseau de certaines unités d'organisation à d'autres administrateurs</a:t>
              </a:r>
              <a:endParaRPr lang="en-US" sz="2200"/>
            </a:p>
            <a:p>
              <a:pPr marL="225425" indent="-225425" algn="l">
                <a:spcBef>
                  <a:spcPct val="40000"/>
                </a:spcBef>
                <a:buClrTx/>
                <a:buSzPct val="80000"/>
                <a:buFontTx/>
                <a:buBlip>
                  <a:blip r:embed="rId5"/>
                </a:buBlip>
              </a:pPr>
              <a:r>
                <a:rPr lang="de-DE" sz="2200">
                  <a:solidFill>
                    <a:srgbClr val="000000"/>
                  </a:solidFill>
                  <a:cs typeface="Arial" charset="0"/>
                </a:rPr>
                <a:t>Permet de déléguer certaines tâches entre les unités d'organisation</a:t>
              </a:r>
              <a:endParaRPr lang="en-US" sz="2200">
                <a:solidFill>
                  <a:srgbClr val="000000"/>
                </a:solidFill>
                <a:cs typeface="Arial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5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45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571" y="319088"/>
            <a:ext cx="8770258" cy="684212"/>
          </a:xfrm>
        </p:spPr>
        <p:txBody>
          <a:bodyPr>
            <a:noAutofit/>
          </a:bodyPr>
          <a:lstStyle/>
          <a:p>
            <a:r>
              <a:rPr lang="fr-FR" sz="2500" b="1" dirty="0">
                <a:solidFill>
                  <a:srgbClr val="C00000"/>
                </a:solidFill>
              </a:rPr>
              <a:t>Outils et composants logiciels enfichables d'administration d'Active Directory</a:t>
            </a:r>
            <a:endParaRPr lang="en-US" sz="2500" b="1" dirty="0">
              <a:solidFill>
                <a:srgbClr val="C00000"/>
              </a:solidFill>
            </a:endParaRPr>
          </a:p>
        </p:txBody>
      </p:sp>
      <p:sp>
        <p:nvSpPr>
          <p:cNvPr id="366596" name="Rectangle 4"/>
          <p:cNvSpPr>
            <a:spLocks noChangeArrowheads="1"/>
          </p:cNvSpPr>
          <p:nvPr/>
        </p:nvSpPr>
        <p:spPr bwMode="auto">
          <a:xfrm>
            <a:off x="261256" y="1439863"/>
            <a:ext cx="8679543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279400" indent="-279400" algn="l">
              <a:lnSpc>
                <a:spcPct val="80000"/>
              </a:lnSpc>
              <a:spcBef>
                <a:spcPct val="40000"/>
              </a:spcBef>
              <a:buSzPct val="70000"/>
              <a:buFont typeface="Wingdings" pitchFamily="2" charset="2"/>
              <a:buBlip>
                <a:blip r:embed="rId3"/>
              </a:buBlip>
            </a:pPr>
            <a:r>
              <a:rPr lang="fr-FR" sz="2400" dirty="0">
                <a:solidFill>
                  <a:srgbClr val="000000"/>
                </a:solidFill>
              </a:rPr>
              <a:t>Composants logiciels enfichables MMC d'administration</a:t>
            </a:r>
            <a:endParaRPr lang="en-US" sz="2400" dirty="0"/>
          </a:p>
          <a:p>
            <a:pPr marL="627063" lvl="1" indent="-233363" algn="l">
              <a:lnSpc>
                <a:spcPct val="60000"/>
              </a:lnSpc>
              <a:spcBef>
                <a:spcPct val="40000"/>
              </a:spcBef>
              <a:buFont typeface="Wingdings" pitchFamily="2" charset="2"/>
              <a:buChar char=""/>
            </a:pPr>
            <a:r>
              <a:rPr lang="fr-FR" sz="2400" b="0" dirty="0">
                <a:solidFill>
                  <a:srgbClr val="000000"/>
                </a:solidFill>
              </a:rPr>
              <a:t>Utilisateurs et ordinateurs Active Directory</a:t>
            </a:r>
            <a:endParaRPr lang="en-US" sz="2400" b="0" dirty="0"/>
          </a:p>
          <a:p>
            <a:pPr marL="627063" lvl="1" indent="-233363" algn="l">
              <a:lnSpc>
                <a:spcPct val="60000"/>
              </a:lnSpc>
              <a:spcBef>
                <a:spcPct val="40000"/>
              </a:spcBef>
              <a:buFont typeface="Wingdings" pitchFamily="2" charset="2"/>
              <a:buChar char=""/>
            </a:pPr>
            <a:r>
              <a:rPr lang="fr-FR" sz="2400" b="0" dirty="0">
                <a:solidFill>
                  <a:srgbClr val="000000"/>
                </a:solidFill>
              </a:rPr>
              <a:t>Domaines et approbations Active Directory</a:t>
            </a:r>
            <a:endParaRPr lang="en-US" sz="2400" b="0" dirty="0"/>
          </a:p>
          <a:p>
            <a:pPr marL="627063" lvl="1" indent="-233363" algn="l">
              <a:lnSpc>
                <a:spcPct val="60000"/>
              </a:lnSpc>
              <a:spcBef>
                <a:spcPct val="40000"/>
              </a:spcBef>
              <a:buFont typeface="Wingdings" pitchFamily="2" charset="2"/>
              <a:buChar char=""/>
            </a:pPr>
            <a:r>
              <a:rPr lang="fr-FR" sz="2400" b="0" dirty="0">
                <a:solidFill>
                  <a:srgbClr val="000000"/>
                </a:solidFill>
              </a:rPr>
              <a:t>Sites et services Active Directory</a:t>
            </a:r>
            <a:endParaRPr lang="en-US" sz="2400" b="0" dirty="0"/>
          </a:p>
          <a:p>
            <a:pPr marL="627063" lvl="1" indent="-233363" algn="l">
              <a:lnSpc>
                <a:spcPct val="60000"/>
              </a:lnSpc>
              <a:spcBef>
                <a:spcPct val="40000"/>
              </a:spcBef>
              <a:buFont typeface="Wingdings" pitchFamily="2" charset="2"/>
              <a:buChar char=""/>
            </a:pPr>
            <a:r>
              <a:rPr lang="de-DE" sz="2400" b="0" dirty="0" err="1">
                <a:solidFill>
                  <a:srgbClr val="000000"/>
                </a:solidFill>
              </a:rPr>
              <a:t>Schéma</a:t>
            </a:r>
            <a:r>
              <a:rPr lang="de-DE" sz="2400" b="0" dirty="0">
                <a:solidFill>
                  <a:srgbClr val="000000"/>
                </a:solidFill>
              </a:rPr>
              <a:t> </a:t>
            </a:r>
            <a:r>
              <a:rPr lang="de-DE" sz="2400" b="0" dirty="0" err="1">
                <a:solidFill>
                  <a:srgbClr val="000000"/>
                </a:solidFill>
              </a:rPr>
              <a:t>Active</a:t>
            </a:r>
            <a:r>
              <a:rPr lang="de-DE" sz="2400" b="0" dirty="0">
                <a:solidFill>
                  <a:srgbClr val="000000"/>
                </a:solidFill>
              </a:rPr>
              <a:t> Directory</a:t>
            </a:r>
            <a:endParaRPr lang="en-US" sz="2400" b="0" dirty="0"/>
          </a:p>
          <a:p>
            <a:pPr marL="279400" indent="-279400" algn="l">
              <a:lnSpc>
                <a:spcPct val="80000"/>
              </a:lnSpc>
              <a:spcBef>
                <a:spcPct val="40000"/>
              </a:spcBef>
              <a:buSzPct val="70000"/>
              <a:buFont typeface="Wingdings" pitchFamily="2" charset="2"/>
              <a:buBlip>
                <a:blip r:embed="rId3"/>
              </a:buBlip>
            </a:pPr>
            <a:r>
              <a:rPr lang="fr-FR" sz="2400" dirty="0">
                <a:solidFill>
                  <a:srgbClr val="000000"/>
                </a:solidFill>
              </a:rPr>
              <a:t>Outils de ligne de commande d'administration</a:t>
            </a:r>
            <a:endParaRPr lang="en-US" sz="2400" dirty="0"/>
          </a:p>
          <a:p>
            <a:pPr marL="627063" lvl="1" indent="-233363" algn="l">
              <a:lnSpc>
                <a:spcPct val="60000"/>
              </a:lnSpc>
              <a:spcBef>
                <a:spcPct val="40000"/>
              </a:spcBef>
              <a:buFont typeface="Wingdings" pitchFamily="2" charset="2"/>
              <a:buChar char=""/>
            </a:pPr>
            <a:r>
              <a:rPr lang="de-DE" sz="2400" b="0" dirty="0" err="1">
                <a:solidFill>
                  <a:srgbClr val="000000"/>
                </a:solidFill>
              </a:rPr>
              <a:t>Dsadd</a:t>
            </a:r>
            <a:endParaRPr lang="en-US" sz="2400" b="0" dirty="0"/>
          </a:p>
          <a:p>
            <a:pPr marL="627063" lvl="1" indent="-233363" algn="l">
              <a:lnSpc>
                <a:spcPct val="60000"/>
              </a:lnSpc>
              <a:spcBef>
                <a:spcPct val="40000"/>
              </a:spcBef>
              <a:buFont typeface="Wingdings" pitchFamily="2" charset="2"/>
              <a:buChar char=""/>
            </a:pPr>
            <a:r>
              <a:rPr lang="de-DE" sz="2400" b="0" dirty="0" err="1">
                <a:solidFill>
                  <a:srgbClr val="000000"/>
                </a:solidFill>
              </a:rPr>
              <a:t>Dsmod</a:t>
            </a:r>
            <a:endParaRPr lang="en-US" sz="2400" b="0" dirty="0"/>
          </a:p>
          <a:p>
            <a:pPr marL="627063" lvl="1" indent="-233363" algn="l">
              <a:lnSpc>
                <a:spcPct val="60000"/>
              </a:lnSpc>
              <a:spcBef>
                <a:spcPct val="40000"/>
              </a:spcBef>
              <a:buFont typeface="Wingdings" pitchFamily="2" charset="2"/>
              <a:buChar char=""/>
            </a:pPr>
            <a:r>
              <a:rPr lang="de-DE" sz="2400" b="0" dirty="0" err="1">
                <a:solidFill>
                  <a:srgbClr val="000000"/>
                </a:solidFill>
              </a:rPr>
              <a:t>Dsquery</a:t>
            </a:r>
            <a:endParaRPr lang="en-US" sz="2400" b="0" dirty="0"/>
          </a:p>
          <a:p>
            <a:pPr marL="627063" lvl="1" indent="-233363" algn="l">
              <a:lnSpc>
                <a:spcPct val="60000"/>
              </a:lnSpc>
              <a:spcBef>
                <a:spcPct val="40000"/>
              </a:spcBef>
              <a:buFont typeface="Wingdings" pitchFamily="2" charset="2"/>
              <a:buChar char=""/>
            </a:pPr>
            <a:r>
              <a:rPr lang="de-DE" sz="2400" b="0" dirty="0" err="1">
                <a:solidFill>
                  <a:srgbClr val="000000"/>
                </a:solidFill>
              </a:rPr>
              <a:t>Dsmove</a:t>
            </a:r>
            <a:endParaRPr lang="en-US" sz="2400" b="0" dirty="0"/>
          </a:p>
          <a:p>
            <a:pPr marL="279400" indent="-279400" algn="l">
              <a:lnSpc>
                <a:spcPct val="80000"/>
              </a:lnSpc>
              <a:spcBef>
                <a:spcPct val="40000"/>
              </a:spcBef>
              <a:buSzPct val="70000"/>
              <a:buFont typeface="Wingdings" pitchFamily="2" charset="2"/>
              <a:buBlip>
                <a:blip r:embed="rId3"/>
              </a:buBlip>
            </a:pPr>
            <a:r>
              <a:rPr lang="de-DE" sz="2400" dirty="0">
                <a:solidFill>
                  <a:srgbClr val="000000"/>
                </a:solidFill>
              </a:rPr>
              <a:t>Windows Script Host</a:t>
            </a:r>
            <a:endParaRPr lang="en-US" sz="2400" dirty="0">
              <a:solidFill>
                <a:srgbClr val="000000"/>
              </a:solidFill>
            </a:endParaRPr>
          </a:p>
        </p:txBody>
      </p:sp>
      <p:sp>
        <p:nvSpPr>
          <p:cNvPr id="366598" name="Rectangle 6"/>
          <p:cNvSpPr>
            <a:spLocks noChangeArrowheads="1"/>
          </p:cNvSpPr>
          <p:nvPr/>
        </p:nvSpPr>
        <p:spPr bwMode="auto">
          <a:xfrm>
            <a:off x="3781425" y="3694113"/>
            <a:ext cx="2733675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27063" lvl="1" indent="-233363" algn="l">
              <a:lnSpc>
                <a:spcPct val="70000"/>
              </a:lnSpc>
              <a:spcBef>
                <a:spcPct val="40000"/>
              </a:spcBef>
              <a:buFont typeface="Wingdings" pitchFamily="2" charset="2"/>
              <a:buChar char=""/>
            </a:pPr>
            <a:r>
              <a:rPr lang="de-DE" sz="2400" b="0">
                <a:solidFill>
                  <a:srgbClr val="000000"/>
                </a:solidFill>
              </a:rPr>
              <a:t>DSrm</a:t>
            </a:r>
            <a:endParaRPr lang="en-US" sz="2400" b="0"/>
          </a:p>
          <a:p>
            <a:pPr marL="627063" lvl="1" indent="-233363" algn="l">
              <a:lnSpc>
                <a:spcPct val="70000"/>
              </a:lnSpc>
              <a:spcBef>
                <a:spcPct val="40000"/>
              </a:spcBef>
              <a:buFont typeface="Wingdings" pitchFamily="2" charset="2"/>
              <a:buChar char=""/>
            </a:pPr>
            <a:r>
              <a:rPr lang="de-DE" sz="2400" b="0">
                <a:solidFill>
                  <a:srgbClr val="000000"/>
                </a:solidFill>
              </a:rPr>
              <a:t>DSget</a:t>
            </a:r>
            <a:endParaRPr lang="en-US" sz="2400" b="0"/>
          </a:p>
          <a:p>
            <a:pPr marL="627063" lvl="1" indent="-233363" algn="l">
              <a:lnSpc>
                <a:spcPct val="70000"/>
              </a:lnSpc>
              <a:spcBef>
                <a:spcPct val="40000"/>
              </a:spcBef>
              <a:buFont typeface="Wingdings" pitchFamily="2" charset="2"/>
              <a:buChar char=""/>
            </a:pPr>
            <a:r>
              <a:rPr lang="de-DE" sz="2400" b="0">
                <a:solidFill>
                  <a:srgbClr val="000000"/>
                </a:solidFill>
              </a:rPr>
              <a:t>CSVDE</a:t>
            </a:r>
            <a:endParaRPr lang="en-US" sz="2400" b="0"/>
          </a:p>
          <a:p>
            <a:pPr marL="627063" lvl="1" indent="-233363" algn="l">
              <a:lnSpc>
                <a:spcPct val="70000"/>
              </a:lnSpc>
              <a:spcBef>
                <a:spcPct val="40000"/>
              </a:spcBef>
              <a:buFont typeface="Wingdings" pitchFamily="2" charset="2"/>
              <a:buChar char=""/>
            </a:pPr>
            <a:r>
              <a:rPr lang="de-DE" sz="2400" b="0">
                <a:solidFill>
                  <a:srgbClr val="000000"/>
                </a:solidFill>
              </a:rPr>
              <a:t>LDIFDE</a:t>
            </a:r>
            <a:endParaRPr lang="en-US" sz="2400" b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Exercices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14350" lvl="0" indent="-514350">
              <a:buClrTx/>
              <a:buFont typeface="+mj-lt"/>
              <a:buAutoNum type="arabicPeriod"/>
            </a:pPr>
            <a:r>
              <a:rPr lang="fr-FR" dirty="0" smtClean="0"/>
              <a:t>Qu’appelle-t-on une </a:t>
            </a:r>
            <a:r>
              <a:rPr lang="fr-FR" dirty="0" err="1" smtClean="0"/>
              <a:t>arbrorescence</a:t>
            </a:r>
            <a:r>
              <a:rPr lang="fr-FR" dirty="0" smtClean="0"/>
              <a:t> ?</a:t>
            </a:r>
          </a:p>
          <a:p>
            <a:pPr>
              <a:buClrTx/>
            </a:pPr>
            <a:r>
              <a:rPr lang="fr-FR" i="1" dirty="0" smtClean="0"/>
              <a:t>C’est un ensemble de domaines disposant d’un espace de noms contigu.</a:t>
            </a:r>
            <a:endParaRPr lang="fr-FR" dirty="0" smtClean="0"/>
          </a:p>
          <a:p>
            <a:pPr marL="514350" indent="-514350">
              <a:buClrTx/>
              <a:buFont typeface="+mj-lt"/>
              <a:buAutoNum type="arabicPeriod" startAt="2"/>
            </a:pPr>
            <a:r>
              <a:rPr lang="fr-FR" dirty="0" smtClean="0"/>
              <a:t>Qu’appelle-t-on une forêt ?</a:t>
            </a:r>
          </a:p>
          <a:p>
            <a:pPr>
              <a:buClrTx/>
            </a:pPr>
            <a:r>
              <a:rPr lang="fr-FR" i="1" dirty="0" smtClean="0"/>
              <a:t>C’est un ensemble de un ou plusieurs arbres reliés entre eux par des relations.</a:t>
            </a:r>
            <a:endParaRPr lang="fr-FR" dirty="0" smtClean="0"/>
          </a:p>
          <a:p>
            <a:pPr marL="514350" indent="-514350">
              <a:buClrTx/>
              <a:buFont typeface="+mj-lt"/>
              <a:buAutoNum type="arabicPeriod" startAt="3"/>
            </a:pPr>
            <a:r>
              <a:rPr lang="fr-FR" dirty="0" smtClean="0"/>
              <a:t>Quel est le rôle d’une unité d’organisation ?</a:t>
            </a:r>
          </a:p>
          <a:p>
            <a:pPr>
              <a:buClrTx/>
            </a:pPr>
            <a:r>
              <a:rPr lang="fr-FR" dirty="0" smtClean="0"/>
              <a:t>Sert à organiser les objets réseau afin de simplifier l’administration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Exercices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514350" lvl="0" indent="-514350">
              <a:buClrTx/>
              <a:buFont typeface="+mj-lt"/>
              <a:buAutoNum type="arabicPeriod" startAt="4"/>
            </a:pPr>
            <a:r>
              <a:rPr lang="fr-FR" dirty="0" smtClean="0"/>
              <a:t>Qu’appelle-t-on un objet ?</a:t>
            </a:r>
          </a:p>
          <a:p>
            <a:pPr>
              <a:buClrTx/>
            </a:pPr>
            <a:r>
              <a:rPr lang="fr-FR" i="1" dirty="0" smtClean="0"/>
              <a:t>Peut être un compte d’utilisateur, d’ordinateur, une imprimante, un groupe, une ressource…</a:t>
            </a:r>
            <a:endParaRPr lang="fr-FR" dirty="0" smtClean="0"/>
          </a:p>
          <a:p>
            <a:pPr marL="514350" lvl="0" indent="-514350">
              <a:buClrTx/>
              <a:buFont typeface="+mj-lt"/>
              <a:buAutoNum type="arabicPeriod" startAt="5"/>
            </a:pPr>
            <a:r>
              <a:rPr lang="fr-FR" dirty="0" smtClean="0"/>
              <a:t>Qu’appelle-t-on un attribut ?</a:t>
            </a:r>
          </a:p>
          <a:p>
            <a:pPr>
              <a:buClrTx/>
            </a:pPr>
            <a:r>
              <a:rPr lang="fr-FR" i="1" dirty="0" smtClean="0"/>
              <a:t>Correspond à une caractéristique propre à une classe d’objets. Par exemple, l’attribut numéro de téléphone est propre à la classe d ’objets utilisateur.</a:t>
            </a:r>
            <a:endParaRPr lang="fr-FR" dirty="0" smtClean="0"/>
          </a:p>
          <a:p>
            <a:pPr marL="514350" lvl="0" indent="-514350">
              <a:buClrTx/>
              <a:buFont typeface="+mj-lt"/>
              <a:buAutoNum type="arabicPeriod" startAt="6"/>
            </a:pPr>
            <a:r>
              <a:rPr lang="fr-FR" dirty="0" smtClean="0"/>
              <a:t>Est-ce que plusieurs objets peuvent avoir les mêmes attributs ?</a:t>
            </a:r>
          </a:p>
          <a:p>
            <a:pPr>
              <a:buClrTx/>
            </a:pPr>
            <a:r>
              <a:rPr lang="fr-FR" i="1" dirty="0" smtClean="0"/>
              <a:t>Oui, tous les objets d’une même classe d’objets disposent des mêmes attributs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Exercices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514350" lvl="0" indent="-514350">
              <a:buClrTx/>
              <a:buFont typeface="+mj-lt"/>
              <a:buAutoNum type="arabicPeriod" startAt="7"/>
            </a:pPr>
            <a:r>
              <a:rPr lang="fr-FR" dirty="0" smtClean="0"/>
              <a:t>Quels sont les serveurs obligatoires dans un domaine Windows 2003 Server ?</a:t>
            </a:r>
          </a:p>
          <a:p>
            <a:pPr lvl="0">
              <a:buClrTx/>
            </a:pPr>
            <a:r>
              <a:rPr lang="fr-FR" dirty="0" smtClean="0"/>
              <a:t> Contrôleur de domaine, serveur DNS</a:t>
            </a:r>
          </a:p>
          <a:p>
            <a:pPr marL="514350" lvl="0" indent="-514350">
              <a:buClrTx/>
              <a:buFont typeface="+mj-lt"/>
              <a:buAutoNum type="arabicPeriod" startAt="8"/>
            </a:pPr>
            <a:r>
              <a:rPr lang="fr-FR" dirty="0" smtClean="0"/>
              <a:t>Si Alain Post est un compte utilisateur créé dans une OU appelée utilisateur, du domaine societe.fr, quel est alors le nom complet de cet objet ?</a:t>
            </a:r>
          </a:p>
          <a:p>
            <a:pPr>
              <a:buClrTx/>
            </a:pPr>
            <a:r>
              <a:rPr lang="fr-FR" i="1" dirty="0" smtClean="0"/>
              <a:t>DC=</a:t>
            </a:r>
            <a:r>
              <a:rPr lang="fr-FR" i="1" dirty="0" err="1" smtClean="0"/>
              <a:t>fr</a:t>
            </a:r>
            <a:r>
              <a:rPr lang="fr-FR" i="1" dirty="0" smtClean="0"/>
              <a:t>, DC=</a:t>
            </a:r>
            <a:r>
              <a:rPr lang="fr-FR" i="1" dirty="0" err="1" smtClean="0"/>
              <a:t>societe</a:t>
            </a:r>
            <a:r>
              <a:rPr lang="fr-FR" i="1" dirty="0" smtClean="0"/>
              <a:t> , OU=utilisateur, CN=Alain Post</a:t>
            </a:r>
          </a:p>
          <a:p>
            <a:pPr marL="514350" lvl="0" indent="-514350">
              <a:buClrTx/>
              <a:buFont typeface="+mj-lt"/>
              <a:buAutoNum type="arabicPeriod" startAt="9"/>
            </a:pPr>
            <a:r>
              <a:rPr lang="fr-FR" dirty="0" smtClean="0"/>
              <a:t>Donner une définition simple et rappeler l’intérêt de l’Active Directory ?</a:t>
            </a:r>
          </a:p>
          <a:p>
            <a:pPr>
              <a:buClrTx/>
            </a:pPr>
            <a:r>
              <a:rPr lang="fr-FR" i="1" dirty="0" smtClean="0"/>
              <a:t>AD est un annuaire des objets du réseau, Il permet de réaliser la gestion des objets sans liens avec la disposition réelle ou les protocoles réseaux employés. </a:t>
            </a:r>
            <a:endParaRPr lang="fr-FR" dirty="0" smtClean="0"/>
          </a:p>
          <a:p>
            <a:pPr>
              <a:buClrTx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>
                <a:solidFill>
                  <a:schemeClr val="tx1"/>
                </a:solidFill>
              </a:rPr>
              <a:t>Exercices</a:t>
            </a:r>
            <a:endParaRPr lang="fr-FR" b="1" dirty="0">
              <a:solidFill>
                <a:schemeClr val="tx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14350" lvl="0" indent="-514350">
              <a:buClrTx/>
              <a:buFont typeface="+mj-lt"/>
              <a:buAutoNum type="arabicPeriod" startAt="10"/>
            </a:pPr>
            <a:r>
              <a:rPr lang="fr-FR" dirty="0" smtClean="0"/>
              <a:t>Quels sont les composants logiques d’AD ? </a:t>
            </a:r>
          </a:p>
          <a:p>
            <a:pPr lvl="0">
              <a:buClrTx/>
            </a:pPr>
            <a:r>
              <a:rPr lang="fr-FR" dirty="0" smtClean="0"/>
              <a:t> </a:t>
            </a:r>
            <a:r>
              <a:rPr lang="fr-FR" i="1" dirty="0" smtClean="0"/>
              <a:t>Les domaines , Les Ou, Les arborescences,  Les forêts.</a:t>
            </a:r>
          </a:p>
          <a:p>
            <a:pPr marL="514350" lvl="0" indent="-514350">
              <a:buClrTx/>
              <a:buFont typeface="+mj-lt"/>
              <a:buAutoNum type="arabicPeriod" startAt="11"/>
            </a:pPr>
            <a:r>
              <a:rPr lang="fr-FR" dirty="0" smtClean="0"/>
              <a:t>De quoi est constituée la structure physique d’AD ? </a:t>
            </a:r>
          </a:p>
          <a:p>
            <a:pPr marL="514350" lvl="0" indent="-514350">
              <a:buClrTx/>
              <a:buNone/>
            </a:pPr>
            <a:r>
              <a:rPr lang="fr-FR" i="1" dirty="0" smtClean="0"/>
              <a:t>Contrôleur de domaine, sites et liens de sites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9"/>
  <p:tag name="PPWINTOTALSEGMENTS" val="1"/>
  <p:tag name="PPWINSEGMENT1SOURCERTF" val="{\rtf1\ansi\deff0{\fonttbl{\f0\fcharset0 Arial Narrow;}}{\colortbl\red0\green0\blue0;}{\f0\fs32\cf0 Computer1\par}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5"/>
  <p:tag name="PPWINTOTALSEGMENTS" val="1"/>
  <p:tag name="PPWINSEGMENT1SOURCERTF" val="{\rtf1\ansi\deff0{\fonttbl{\f0\fcharset0 Arial Narrow;}}{\colortbl\red0\green0\blue0;}{\f0\fs32\cf0 Users\par}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5"/>
  <p:tag name="PPWINTOTALSEGMENTS" val="1"/>
  <p:tag name="PPWINSEGMENT1SOURCERTF" val="{\rtf1\ansi\deff0{\fonttbl{\f0\fcharset0 Arial Narrow;}}{\colortbl\red0\green0\blue0;}{\f0\fs32\cf0 User1\par}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5"/>
  <p:tag name="PPWINTOTALSEGMENTS" val="1"/>
  <p:tag name="PPWINSEGMENT1SOURCERTF" val="{\rtf1\ansi\deff0{\fonttbl{\f0\fcharset0 Arial Narrow;}}{\colortbl\red0\green0\blue0;}{\f0\fs32\cf0 Users\par}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5"/>
  <p:tag name="PPWINTOTALSEGMENTS" val="1"/>
  <p:tag name="PPWINSEGMENT1SOURCERTF" val="{\rtf1\ansi\deff0{\fonttbl{\f0\fcharset0 Arial Narrow;}}{\colortbl\red0\green0\blue0;}{\f0\fs32\cf0 User2\par}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3"/>
  <p:tag name="PPWINTOTALSEGMENTS" val="1"/>
  <p:tag name="PPWINSEGMENT1SOURCERTF" val="{\rtf1\ansi\deff0{\fonttbl{\f0\fcharset0 Arial Narrow;}}{\colortbl\red0\green0\blue0;}{\f0\fs32\cf0 OU2\par}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8"/>
  <p:tag name="PPWINTOTALSEGMENTS" val="1"/>
  <p:tag name="PPWINSEGMENT1SOURCERTF" val="{\rtf1\ansi\deff0{\fonttbl{\f0\fcharset0 Arial Narrow;}}{\colortbl\red0\green0\blue0;}{\f0\fs32\cf0 Printers\par}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  <p:tag name="PPWINSEGMENT1START" val="1"/>
  <p:tag name="PPWINSEGMENT1LENGTH" val="8"/>
  <p:tag name="PPWINTOTALSEGMENTS" val="1"/>
  <p:tag name="PPWINSEGMENT1SOURCERTF" val="{\rtf1\ansi\deff0{\fonttbl{\f0\fcharset0 Arial Narrow;}}{\colortbl\red0\green0\blue0;}{\f0\fs32\cf0 Printer1\par}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5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5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5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5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5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6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6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6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6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6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6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7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7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7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7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8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8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8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8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8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9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9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9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9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9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0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0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0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0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2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3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4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4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4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4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4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4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4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4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4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4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4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4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4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1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1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1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1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1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8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8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8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8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8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8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9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9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9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9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9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9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3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4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0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5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6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7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1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1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AGGERGROUP" val="28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WINTOTALSEGMENTS" val="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6806</TotalTime>
  <Words>598</Words>
  <Application>Microsoft PowerPoint</Application>
  <PresentationFormat>Affichage à l'écran (4:3)</PresentationFormat>
  <Paragraphs>210</Paragraphs>
  <Slides>19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6" baseType="lpstr">
      <vt:lpstr>Arial</vt:lpstr>
      <vt:lpstr>Georgia</vt:lpstr>
      <vt:lpstr>Arial Narrow</vt:lpstr>
      <vt:lpstr>Wingdings</vt:lpstr>
      <vt:lpstr>Times New Roman</vt:lpstr>
      <vt:lpstr>Wingdings 2</vt:lpstr>
      <vt:lpstr>Civil</vt:lpstr>
      <vt:lpstr>Chapitre 1   Introduction à l'infrastructure Active Directory</vt:lpstr>
      <vt:lpstr>Plan du cours</vt:lpstr>
      <vt:lpstr>1. Architecture d'Active Directory</vt:lpstr>
      <vt:lpstr>Rôle d'Active Directory</vt:lpstr>
      <vt:lpstr>Structure logique d'Active Directory</vt:lpstr>
      <vt:lpstr>Structure physique d'Active Directory</vt:lpstr>
      <vt:lpstr>Définition des maîtres d'opérations</vt:lpstr>
      <vt:lpstr>2. Fonctionnement d'Active Directory</vt:lpstr>
      <vt:lpstr>Définition d'un service d'annuaire</vt:lpstr>
      <vt:lpstr>Définition d'un schéma</vt:lpstr>
      <vt:lpstr>Définition d'un catalogue global</vt:lpstr>
      <vt:lpstr>Définition d'un nom unique et d'un nom unique relatif</vt:lpstr>
      <vt:lpstr>3. Analyse d'Active Directory</vt:lpstr>
      <vt:lpstr>Gestion d'Active Directory</vt:lpstr>
      <vt:lpstr>Outils et composants logiciels enfichables d'administration d'Active Directory</vt:lpstr>
      <vt:lpstr>Exercices</vt:lpstr>
      <vt:lpstr>Exercices</vt:lpstr>
      <vt:lpstr>Exercices</vt:lpstr>
      <vt:lpstr>Exercices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#: Module Title</dc:title>
  <dc:creator>User</dc:creator>
  <cp:lastModifiedBy>Halima</cp:lastModifiedBy>
  <cp:revision>653</cp:revision>
  <dcterms:created xsi:type="dcterms:W3CDTF">2002-08-07T17:51:12Z</dcterms:created>
  <dcterms:modified xsi:type="dcterms:W3CDTF">2016-02-09T15:56:50Z</dcterms:modified>
</cp:coreProperties>
</file>