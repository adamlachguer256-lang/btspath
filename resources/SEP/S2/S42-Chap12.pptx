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15.xml" ContentType="application/vnd.openxmlformats-officedocument.presentationml.slideLayout+xml"/>
  <Override PartName="/ppt/notesSlides/notesSlide18.xml" ContentType="application/vnd.openxmlformats-officedocument.presentationml.notesSlide+xml"/>
  <Default Extension="rels" ContentType="application/vnd.openxmlformats-package.relationships+xml"/>
  <Default Extension="xml" ContentType="application/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notesSlides/notesSlide16.xml" ContentType="application/vnd.openxmlformats-officedocument.presentationml.notes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notesSlides/notesSlide1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Default Extension="jpeg" ContentType="image/jpeg"/>
  <Override PartName="/ppt/slideLayouts/slideLayout3.xml" ContentType="application/vnd.openxmlformats-officedocument.presentationml.slideLayout+xml"/>
  <Override PartName="/ppt/notesSlides/notesSlide17.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notesSlides/notesSlide15.xml" ContentType="application/vnd.openxmlformats-officedocument.presentationml.notesSlide+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5" r:id="rId1"/>
  </p:sldMasterIdLst>
  <p:notesMasterIdLst>
    <p:notesMasterId r:id="rId22"/>
  </p:notesMasterIdLst>
  <p:handoutMasterIdLst>
    <p:handoutMasterId r:id="rId23"/>
  </p:handoutMasterIdLst>
  <p:sldIdLst>
    <p:sldId id="416" r:id="rId2"/>
    <p:sldId id="420" r:id="rId3"/>
    <p:sldId id="447" r:id="rId4"/>
    <p:sldId id="565" r:id="rId5"/>
    <p:sldId id="549" r:id="rId6"/>
    <p:sldId id="504" r:id="rId7"/>
    <p:sldId id="510" r:id="rId8"/>
    <p:sldId id="511" r:id="rId9"/>
    <p:sldId id="512" r:id="rId10"/>
    <p:sldId id="572" r:id="rId11"/>
    <p:sldId id="573" r:id="rId12"/>
    <p:sldId id="578" r:id="rId13"/>
    <p:sldId id="599" r:id="rId14"/>
    <p:sldId id="517" r:id="rId15"/>
    <p:sldId id="518" r:id="rId16"/>
    <p:sldId id="527" r:id="rId17"/>
    <p:sldId id="528" r:id="rId18"/>
    <p:sldId id="600" r:id="rId19"/>
    <p:sldId id="601" r:id="rId20"/>
    <p:sldId id="579" r:id="rId21"/>
  </p:sldIdLst>
  <p:sldSz cx="9144000" cy="6858000" type="screen4x3"/>
  <p:notesSz cx="6858000" cy="9199563"/>
  <p:defaultTextStyle>
    <a:defPPr>
      <a:defRPr lang="en-US"/>
    </a:defPPr>
    <a:lvl1pPr algn="ctr" rtl="0" eaLnBrk="0" fontAlgn="base" hangingPunct="0">
      <a:spcBef>
        <a:spcPct val="0"/>
      </a:spcBef>
      <a:spcAft>
        <a:spcPct val="0"/>
      </a:spcAft>
      <a:defRPr b="1" kern="1200">
        <a:solidFill>
          <a:srgbClr val="990033"/>
        </a:solidFill>
        <a:latin typeface="Arial Narrow" charset="0"/>
        <a:ea typeface="+mn-ea"/>
        <a:cs typeface="+mn-cs"/>
      </a:defRPr>
    </a:lvl1pPr>
    <a:lvl2pPr marL="457200" algn="ctr" rtl="0" eaLnBrk="0" fontAlgn="base" hangingPunct="0">
      <a:spcBef>
        <a:spcPct val="0"/>
      </a:spcBef>
      <a:spcAft>
        <a:spcPct val="0"/>
      </a:spcAft>
      <a:defRPr b="1" kern="1200">
        <a:solidFill>
          <a:srgbClr val="990033"/>
        </a:solidFill>
        <a:latin typeface="Arial Narrow" charset="0"/>
        <a:ea typeface="+mn-ea"/>
        <a:cs typeface="+mn-cs"/>
      </a:defRPr>
    </a:lvl2pPr>
    <a:lvl3pPr marL="914400" algn="ctr" rtl="0" eaLnBrk="0" fontAlgn="base" hangingPunct="0">
      <a:spcBef>
        <a:spcPct val="0"/>
      </a:spcBef>
      <a:spcAft>
        <a:spcPct val="0"/>
      </a:spcAft>
      <a:defRPr b="1" kern="1200">
        <a:solidFill>
          <a:srgbClr val="990033"/>
        </a:solidFill>
        <a:latin typeface="Arial Narrow" charset="0"/>
        <a:ea typeface="+mn-ea"/>
        <a:cs typeface="+mn-cs"/>
      </a:defRPr>
    </a:lvl3pPr>
    <a:lvl4pPr marL="1371600" algn="ctr" rtl="0" eaLnBrk="0" fontAlgn="base" hangingPunct="0">
      <a:spcBef>
        <a:spcPct val="0"/>
      </a:spcBef>
      <a:spcAft>
        <a:spcPct val="0"/>
      </a:spcAft>
      <a:defRPr b="1" kern="1200">
        <a:solidFill>
          <a:srgbClr val="990033"/>
        </a:solidFill>
        <a:latin typeface="Arial Narrow" charset="0"/>
        <a:ea typeface="+mn-ea"/>
        <a:cs typeface="+mn-cs"/>
      </a:defRPr>
    </a:lvl4pPr>
    <a:lvl5pPr marL="1828800" algn="ctr" rtl="0" eaLnBrk="0" fontAlgn="base" hangingPunct="0">
      <a:spcBef>
        <a:spcPct val="0"/>
      </a:spcBef>
      <a:spcAft>
        <a:spcPct val="0"/>
      </a:spcAft>
      <a:defRPr b="1" kern="1200">
        <a:solidFill>
          <a:srgbClr val="990033"/>
        </a:solidFill>
        <a:latin typeface="Arial Narrow" charset="0"/>
        <a:ea typeface="+mn-ea"/>
        <a:cs typeface="+mn-cs"/>
      </a:defRPr>
    </a:lvl5pPr>
    <a:lvl6pPr marL="2286000" algn="l" defTabSz="914400" rtl="0" eaLnBrk="1" latinLnBrk="0" hangingPunct="1">
      <a:defRPr b="1" kern="1200">
        <a:solidFill>
          <a:srgbClr val="990033"/>
        </a:solidFill>
        <a:latin typeface="Arial Narrow" charset="0"/>
        <a:ea typeface="+mn-ea"/>
        <a:cs typeface="+mn-cs"/>
      </a:defRPr>
    </a:lvl6pPr>
    <a:lvl7pPr marL="2743200" algn="l" defTabSz="914400" rtl="0" eaLnBrk="1" latinLnBrk="0" hangingPunct="1">
      <a:defRPr b="1" kern="1200">
        <a:solidFill>
          <a:srgbClr val="990033"/>
        </a:solidFill>
        <a:latin typeface="Arial Narrow" charset="0"/>
        <a:ea typeface="+mn-ea"/>
        <a:cs typeface="+mn-cs"/>
      </a:defRPr>
    </a:lvl7pPr>
    <a:lvl8pPr marL="3200400" algn="l" defTabSz="914400" rtl="0" eaLnBrk="1" latinLnBrk="0" hangingPunct="1">
      <a:defRPr b="1" kern="1200">
        <a:solidFill>
          <a:srgbClr val="990033"/>
        </a:solidFill>
        <a:latin typeface="Arial Narrow" charset="0"/>
        <a:ea typeface="+mn-ea"/>
        <a:cs typeface="+mn-cs"/>
      </a:defRPr>
    </a:lvl8pPr>
    <a:lvl9pPr marL="3657600" algn="l" defTabSz="914400" rtl="0" eaLnBrk="1" latinLnBrk="0" hangingPunct="1">
      <a:defRPr b="1" kern="1200">
        <a:solidFill>
          <a:srgbClr val="990033"/>
        </a:solidFill>
        <a:latin typeface="Arial Narrow"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webPr encoding="windows-1252"/>
  <p:clrMru>
    <a:srgbClr val="333333"/>
    <a:srgbClr val="EEEFD7"/>
    <a:srgbClr val="D5D69C"/>
    <a:srgbClr val="DFE8F2"/>
    <a:srgbClr val="BBCDE3"/>
    <a:srgbClr val="E4E4BF"/>
    <a:srgbClr val="74FEC0"/>
    <a:srgbClr val="BCCEE4"/>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1618" autoAdjust="0"/>
    <p:restoredTop sz="37276" autoAdjust="0"/>
  </p:normalViewPr>
  <p:slideViewPr>
    <p:cSldViewPr snapToGrid="0">
      <p:cViewPr varScale="1">
        <p:scale>
          <a:sx n="69" d="100"/>
          <a:sy n="69" d="100"/>
        </p:scale>
        <p:origin x="-1494" y="-108"/>
      </p:cViewPr>
      <p:guideLst>
        <p:guide orient="horz" pos="2160"/>
        <p:guide pos="2880"/>
      </p:guideLst>
    </p:cSldViewPr>
  </p:slideViewPr>
  <p:outlineViewPr>
    <p:cViewPr>
      <p:scale>
        <a:sx n="33" d="100"/>
        <a:sy n="33" d="100"/>
      </p:scale>
      <p:origin x="0" y="0"/>
    </p:cViewPr>
    <p:sldLst>
      <p:sld r:id="rId1" collapse="1"/>
    </p:sldLst>
  </p:outlineViewPr>
  <p:notesTextViewPr>
    <p:cViewPr>
      <p:scale>
        <a:sx n="100" d="100"/>
        <a:sy n="100" d="100"/>
      </p:scale>
      <p:origin x="0" y="0"/>
    </p:cViewPr>
  </p:notesTextViewPr>
  <p:sorterViewPr>
    <p:cViewPr>
      <p:scale>
        <a:sx n="75" d="100"/>
        <a:sy n="75" d="100"/>
      </p:scale>
      <p:origin x="0" y="0"/>
    </p:cViewPr>
  </p:sorter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Relationships>
</file>

<file path=ppt/_rels/viewProps.xml.rels><?xml version="1.0" encoding="UTF-8" standalone="yes"?>
<Relationships xmlns="http://schemas.openxmlformats.org/package/2006/relationships"><Relationship Id="rId1" Type="http://schemas.openxmlformats.org/officeDocument/2006/relationships/slide" Target="slides/slide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8530" name="Rectangle 2"/>
          <p:cNvSpPr>
            <a:spLocks noGrp="1" noChangeArrowheads="1"/>
          </p:cNvSpPr>
          <p:nvPr>
            <p:ph type="hdr" sz="quarter"/>
          </p:nvPr>
        </p:nvSpPr>
        <p:spPr bwMode="auto">
          <a:xfrm>
            <a:off x="0" y="0"/>
            <a:ext cx="2971800" cy="4603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hangingPunct="1">
              <a:defRPr sz="1200" b="0">
                <a:solidFill>
                  <a:schemeClr val="tx1"/>
                </a:solidFill>
                <a:latin typeface="Arial" charset="0"/>
              </a:defRPr>
            </a:lvl1pPr>
          </a:lstStyle>
          <a:p>
            <a:endParaRPr lang="en-US"/>
          </a:p>
        </p:txBody>
      </p:sp>
      <p:sp>
        <p:nvSpPr>
          <p:cNvPr id="278531" name="Rectangle 3"/>
          <p:cNvSpPr>
            <a:spLocks noGrp="1" noChangeArrowheads="1"/>
          </p:cNvSpPr>
          <p:nvPr>
            <p:ph type="dt" sz="quarter" idx="1"/>
          </p:nvPr>
        </p:nvSpPr>
        <p:spPr bwMode="auto">
          <a:xfrm>
            <a:off x="3884613" y="0"/>
            <a:ext cx="2971800" cy="4603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b="0">
                <a:solidFill>
                  <a:schemeClr val="tx1"/>
                </a:solidFill>
                <a:latin typeface="Arial" charset="0"/>
              </a:defRPr>
            </a:lvl1pPr>
          </a:lstStyle>
          <a:p>
            <a:endParaRPr lang="en-US"/>
          </a:p>
        </p:txBody>
      </p:sp>
      <p:sp>
        <p:nvSpPr>
          <p:cNvPr id="278532" name="Rectangle 4"/>
          <p:cNvSpPr>
            <a:spLocks noGrp="1" noChangeArrowheads="1"/>
          </p:cNvSpPr>
          <p:nvPr>
            <p:ph type="ftr" sz="quarter" idx="2"/>
          </p:nvPr>
        </p:nvSpPr>
        <p:spPr bwMode="auto">
          <a:xfrm>
            <a:off x="0" y="8737600"/>
            <a:ext cx="2971800" cy="460375"/>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1" hangingPunct="1">
              <a:defRPr sz="1200" b="0">
                <a:solidFill>
                  <a:schemeClr val="tx1"/>
                </a:solidFill>
                <a:latin typeface="Arial" charset="0"/>
              </a:defRPr>
            </a:lvl1pPr>
          </a:lstStyle>
          <a:p>
            <a:endParaRPr lang="en-US"/>
          </a:p>
        </p:txBody>
      </p:sp>
      <p:sp>
        <p:nvSpPr>
          <p:cNvPr id="278533" name="Rectangle 5"/>
          <p:cNvSpPr>
            <a:spLocks noGrp="1" noChangeArrowheads="1"/>
          </p:cNvSpPr>
          <p:nvPr>
            <p:ph type="sldNum" sz="quarter" idx="3"/>
          </p:nvPr>
        </p:nvSpPr>
        <p:spPr bwMode="auto">
          <a:xfrm>
            <a:off x="3884613" y="8737600"/>
            <a:ext cx="2971800" cy="460375"/>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b="0">
                <a:solidFill>
                  <a:schemeClr val="tx1"/>
                </a:solidFill>
                <a:latin typeface="Arial" charset="0"/>
              </a:defRPr>
            </a:lvl1pPr>
          </a:lstStyle>
          <a:p>
            <a:fld id="{A56D1F22-8C84-4A31-8B43-8971B409CD70}" type="slidenum">
              <a:rPr lang="en-US"/>
              <a:pPr/>
              <a:t>‹N°›</a:t>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0" y="0"/>
            <a:ext cx="2971800" cy="4603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hangingPunct="1">
              <a:defRPr sz="1200" b="0">
                <a:solidFill>
                  <a:schemeClr val="tx1"/>
                </a:solidFill>
                <a:latin typeface="Arial" charset="0"/>
              </a:defRPr>
            </a:lvl1pPr>
          </a:lstStyle>
          <a:p>
            <a:endParaRPr lang="en-US"/>
          </a:p>
        </p:txBody>
      </p:sp>
      <p:sp>
        <p:nvSpPr>
          <p:cNvPr id="5123" name="Rectangle 3"/>
          <p:cNvSpPr>
            <a:spLocks noGrp="1" noChangeArrowheads="1"/>
          </p:cNvSpPr>
          <p:nvPr>
            <p:ph type="dt" idx="1"/>
          </p:nvPr>
        </p:nvSpPr>
        <p:spPr bwMode="auto">
          <a:xfrm>
            <a:off x="3884613" y="0"/>
            <a:ext cx="2971800" cy="4603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b="0">
                <a:solidFill>
                  <a:schemeClr val="tx1"/>
                </a:solidFill>
                <a:latin typeface="Arial" charset="0"/>
              </a:defRPr>
            </a:lvl1pPr>
          </a:lstStyle>
          <a:p>
            <a:endParaRPr lang="en-US"/>
          </a:p>
        </p:txBody>
      </p:sp>
      <p:sp>
        <p:nvSpPr>
          <p:cNvPr id="5124" name="Rectangle 4"/>
          <p:cNvSpPr>
            <a:spLocks noGrp="1" noRot="1" noChangeAspect="1" noChangeArrowheads="1" noTextEdit="1"/>
          </p:cNvSpPr>
          <p:nvPr>
            <p:ph type="sldImg" idx="2"/>
          </p:nvPr>
        </p:nvSpPr>
        <p:spPr bwMode="auto">
          <a:xfrm>
            <a:off x="1130300" y="690563"/>
            <a:ext cx="4598988" cy="3449637"/>
          </a:xfrm>
          <a:prstGeom prst="rect">
            <a:avLst/>
          </a:prstGeom>
          <a:noFill/>
          <a:ln w="9525">
            <a:solidFill>
              <a:srgbClr val="000000"/>
            </a:solidFill>
            <a:miter lim="800000"/>
            <a:headEnd/>
            <a:tailEnd/>
          </a:ln>
          <a:effectLst/>
        </p:spPr>
      </p:sp>
      <p:sp>
        <p:nvSpPr>
          <p:cNvPr id="5125" name="Rectangle 5"/>
          <p:cNvSpPr>
            <a:spLocks noGrp="1" noChangeArrowheads="1"/>
          </p:cNvSpPr>
          <p:nvPr>
            <p:ph type="body" sz="quarter" idx="3"/>
          </p:nvPr>
        </p:nvSpPr>
        <p:spPr bwMode="auto">
          <a:xfrm>
            <a:off x="685800" y="4370388"/>
            <a:ext cx="5486400" cy="413861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5126" name="Rectangle 6"/>
          <p:cNvSpPr>
            <a:spLocks noGrp="1" noChangeArrowheads="1"/>
          </p:cNvSpPr>
          <p:nvPr>
            <p:ph type="ftr" sz="quarter" idx="4"/>
          </p:nvPr>
        </p:nvSpPr>
        <p:spPr bwMode="auto">
          <a:xfrm>
            <a:off x="0" y="8737600"/>
            <a:ext cx="2971800" cy="460375"/>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1" hangingPunct="1">
              <a:defRPr sz="1200" b="0">
                <a:solidFill>
                  <a:schemeClr val="tx1"/>
                </a:solidFill>
                <a:latin typeface="Arial" charset="0"/>
              </a:defRPr>
            </a:lvl1pPr>
          </a:lstStyle>
          <a:p>
            <a:endParaRPr lang="en-US"/>
          </a:p>
        </p:txBody>
      </p:sp>
      <p:sp>
        <p:nvSpPr>
          <p:cNvPr id="5127" name="Rectangle 7"/>
          <p:cNvSpPr>
            <a:spLocks noGrp="1" noChangeArrowheads="1"/>
          </p:cNvSpPr>
          <p:nvPr>
            <p:ph type="sldNum" sz="quarter" idx="5"/>
          </p:nvPr>
        </p:nvSpPr>
        <p:spPr bwMode="auto">
          <a:xfrm>
            <a:off x="3884613" y="8737600"/>
            <a:ext cx="2971800" cy="460375"/>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b="0">
                <a:solidFill>
                  <a:schemeClr val="tx1"/>
                </a:solidFill>
                <a:latin typeface="Arial" charset="0"/>
              </a:defRPr>
            </a:lvl1pPr>
          </a:lstStyle>
          <a:p>
            <a:fld id="{63702B96-40FB-4961-87B1-2E80F341930E}" type="slidenum">
              <a:rPr lang="en-US"/>
              <a:pPr/>
              <a:t>‹N°›</a:t>
            </a:fld>
            <a:endParaRPr 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mn-ea"/>
        <a:cs typeface="+mn-cs"/>
      </a:defRPr>
    </a:lvl1pPr>
    <a:lvl2pPr marL="457200" algn="l" rtl="0" fontAlgn="base">
      <a:spcBef>
        <a:spcPct val="30000"/>
      </a:spcBef>
      <a:spcAft>
        <a:spcPct val="0"/>
      </a:spcAft>
      <a:defRPr sz="1200" kern="1200">
        <a:solidFill>
          <a:schemeClr val="tx1"/>
        </a:solidFill>
        <a:latin typeface="Arial" charset="0"/>
        <a:ea typeface="+mn-ea"/>
        <a:cs typeface="+mn-cs"/>
      </a:defRPr>
    </a:lvl2pPr>
    <a:lvl3pPr marL="914400" algn="l" rtl="0" fontAlgn="base">
      <a:spcBef>
        <a:spcPct val="30000"/>
      </a:spcBef>
      <a:spcAft>
        <a:spcPct val="0"/>
      </a:spcAft>
      <a:defRPr sz="1200" kern="1200">
        <a:solidFill>
          <a:schemeClr val="tx1"/>
        </a:solidFill>
        <a:latin typeface="Arial" charset="0"/>
        <a:ea typeface="+mn-ea"/>
        <a:cs typeface="+mn-cs"/>
      </a:defRPr>
    </a:lvl3pPr>
    <a:lvl4pPr marL="1371600" algn="l" rtl="0" fontAlgn="base">
      <a:spcBef>
        <a:spcPct val="30000"/>
      </a:spcBef>
      <a:spcAft>
        <a:spcPct val="0"/>
      </a:spcAft>
      <a:defRPr sz="1200" kern="1200">
        <a:solidFill>
          <a:schemeClr val="tx1"/>
        </a:solidFill>
        <a:latin typeface="Arial" charset="0"/>
        <a:ea typeface="+mn-ea"/>
        <a:cs typeface="+mn-cs"/>
      </a:defRPr>
    </a:lvl4pPr>
    <a:lvl5pPr marL="1828800" algn="l" rtl="0" fontAlgn="base">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8" Type="http://schemas.openxmlformats.org/officeDocument/2006/relationships/hyperlink" Target="MODULES/CHM=diskconcepts.chm;diskmgmt.chm%20FILE=sag_diskhowto_3d.htm;sag_diskhowto_3d.htm" TargetMode="External"/><Relationship Id="rId3" Type="http://schemas.openxmlformats.org/officeDocument/2006/relationships/hyperlink" Target="MODULES/HELP=glossary.hlp%20TOPIC=gls_fault_tolerance" TargetMode="External"/><Relationship Id="rId7" Type="http://schemas.openxmlformats.org/officeDocument/2006/relationships/hyperlink" Target="MODULES/CHM=diskconcepts.chm;diskmgmt.chm%20FILE=dm_mirrored_system_volume.htm;dm_mirrored_system_volume.htm" TargetMode="External"/><Relationship Id="rId2" Type="http://schemas.openxmlformats.org/officeDocument/2006/relationships/slide" Target="../slides/slide18.xml"/><Relationship Id="rId1" Type="http://schemas.openxmlformats.org/officeDocument/2006/relationships/notesMaster" Target="../notesMasters/notesMaster1.xml"/><Relationship Id="rId6" Type="http://schemas.openxmlformats.org/officeDocument/2006/relationships/hyperlink" Target="MODULES/HELP=glossary.hlp%20TOPIC=gls_gpt" TargetMode="External"/><Relationship Id="rId5" Type="http://schemas.openxmlformats.org/officeDocument/2006/relationships/hyperlink" Target="MODULES/HELP=glossary.hlp%20TOPIC=gls_esp" TargetMode="External"/><Relationship Id="rId4" Type="http://schemas.openxmlformats.org/officeDocument/2006/relationships/hyperlink" Target="MODULES/HELP=glossary.hlp%20TOPIC=itanium" TargetMode="Externa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1A60D24-E559-4F75-ABDC-F7B8C302E7BC}" type="slidenum">
              <a:rPr lang="en-US"/>
              <a:pPr/>
              <a:t>1</a:t>
            </a:fld>
            <a:endParaRPr lang="en-US"/>
          </a:p>
        </p:txBody>
      </p:sp>
      <p:sp>
        <p:nvSpPr>
          <p:cNvPr id="470018" name="Rectangle-2"/>
          <p:cNvSpPr>
            <a:spLocks noGrp="1" noRot="1" noChangeAspect="1" noChangeArrowheads="1" noTextEdit="1"/>
          </p:cNvSpPr>
          <p:nvPr>
            <p:ph type="sldImg"/>
          </p:nvPr>
        </p:nvSpPr>
        <p:spPr>
          <a:ln/>
        </p:spPr>
      </p:sp>
      <p:sp>
        <p:nvSpPr>
          <p:cNvPr id="470019" name="Rectangle-3"/>
          <p:cNvSpPr>
            <a:spLocks noGrp="1" noChangeArrowheads="1"/>
          </p:cNvSpPr>
          <p:nvPr>
            <p:ph type="body" idx="1"/>
          </p:nvPr>
        </p:nvSpPr>
        <p:spPr/>
        <p:txBody>
          <a:bodyPr/>
          <a:lstStyle/>
          <a:p>
            <a:endParaRPr lang="en-I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AC16C77-A397-4199-AA4B-D97803477AF7}" type="slidenum">
              <a:rPr lang="en-US"/>
              <a:pPr/>
              <a:t>2</a:t>
            </a:fld>
            <a:endParaRPr lang="en-US"/>
          </a:p>
        </p:txBody>
      </p:sp>
      <p:sp>
        <p:nvSpPr>
          <p:cNvPr id="465922" name="Rectangle-2"/>
          <p:cNvSpPr>
            <a:spLocks noGrp="1" noRot="1" noChangeAspect="1" noChangeArrowheads="1" noTextEdit="1"/>
          </p:cNvSpPr>
          <p:nvPr>
            <p:ph type="sldImg"/>
          </p:nvPr>
        </p:nvSpPr>
        <p:spPr>
          <a:ln/>
        </p:spPr>
      </p:sp>
      <p:sp>
        <p:nvSpPr>
          <p:cNvPr id="465923" name="Rectangle-3"/>
          <p:cNvSpPr>
            <a:spLocks noGrp="1" noChangeArrowheads="1"/>
          </p:cNvSpPr>
          <p:nvPr>
            <p:ph type="body" idx="1"/>
          </p:nvPr>
        </p:nvSpPr>
        <p:spPr/>
        <p:txBody>
          <a:bodyPr/>
          <a:lstStyle/>
          <a:p>
            <a:endParaRPr lang="en-IE"/>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E4C77CE-6FD9-4DCF-85A5-9E98D07403C7}" type="slidenum">
              <a:rPr lang="en-US"/>
              <a:pPr/>
              <a:t>3</a:t>
            </a:fld>
            <a:endParaRPr lang="en-US"/>
          </a:p>
        </p:txBody>
      </p:sp>
      <p:sp>
        <p:nvSpPr>
          <p:cNvPr id="466946" name="Rectangle-2"/>
          <p:cNvSpPr>
            <a:spLocks noGrp="1" noRot="1" noChangeAspect="1" noChangeArrowheads="1" noTextEdit="1"/>
          </p:cNvSpPr>
          <p:nvPr>
            <p:ph type="sldImg"/>
          </p:nvPr>
        </p:nvSpPr>
        <p:spPr>
          <a:ln/>
        </p:spPr>
      </p:sp>
      <p:sp>
        <p:nvSpPr>
          <p:cNvPr id="466947" name="Rectangle-3"/>
          <p:cNvSpPr>
            <a:spLocks noGrp="1" noChangeArrowheads="1"/>
          </p:cNvSpPr>
          <p:nvPr>
            <p:ph type="body" idx="1"/>
          </p:nvPr>
        </p:nvSpPr>
        <p:spPr/>
        <p:txBody>
          <a:bodyPr/>
          <a:lstStyle/>
          <a:p>
            <a:endParaRPr lang="en-IE"/>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A20C9B3-5CF2-484F-A140-25151971A462}" type="slidenum">
              <a:rPr lang="en-US"/>
              <a:pPr/>
              <a:t>4</a:t>
            </a:fld>
            <a:endParaRPr lang="en-US"/>
          </a:p>
        </p:txBody>
      </p:sp>
      <p:sp>
        <p:nvSpPr>
          <p:cNvPr id="553986" name="Rectangle-2"/>
          <p:cNvSpPr>
            <a:spLocks noGrp="1" noRot="1" noChangeAspect="1" noChangeArrowheads="1" noTextEdit="1"/>
          </p:cNvSpPr>
          <p:nvPr>
            <p:ph type="sldImg"/>
          </p:nvPr>
        </p:nvSpPr>
        <p:spPr>
          <a:ln/>
        </p:spPr>
      </p:sp>
      <p:sp>
        <p:nvSpPr>
          <p:cNvPr id="553987" name="Rectangle-3"/>
          <p:cNvSpPr>
            <a:spLocks noGrp="1" noChangeArrowheads="1"/>
          </p:cNvSpPr>
          <p:nvPr>
            <p:ph type="body" idx="1"/>
          </p:nvPr>
        </p:nvSpPr>
        <p:spPr/>
        <p:txBody>
          <a:bodyPr/>
          <a:lstStyle/>
          <a:p>
            <a:endParaRPr lang="en-IE"/>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9120E1C-F771-4896-B6BC-4AE064A4BD5B}" type="slidenum">
              <a:rPr lang="en-US"/>
              <a:pPr/>
              <a:t>5</a:t>
            </a:fld>
            <a:endParaRPr lang="en-US"/>
          </a:p>
        </p:txBody>
      </p:sp>
      <p:sp>
        <p:nvSpPr>
          <p:cNvPr id="499714" name="Rectangle-2"/>
          <p:cNvSpPr>
            <a:spLocks noGrp="1" noRot="1" noChangeAspect="1" noChangeArrowheads="1" noTextEdit="1"/>
          </p:cNvSpPr>
          <p:nvPr>
            <p:ph type="sldImg"/>
          </p:nvPr>
        </p:nvSpPr>
        <p:spPr>
          <a:ln/>
        </p:spPr>
      </p:sp>
      <p:sp>
        <p:nvSpPr>
          <p:cNvPr id="499715" name="Rectangle-3"/>
          <p:cNvSpPr>
            <a:spLocks noGrp="1" noChangeArrowheads="1"/>
          </p:cNvSpPr>
          <p:nvPr>
            <p:ph type="body" idx="1"/>
          </p:nvPr>
        </p:nvSpPr>
        <p:spPr/>
        <p:txBody>
          <a:bodyPr/>
          <a:lstStyle/>
          <a:p>
            <a:endParaRPr lang="en-IE" sz="800" b="1"/>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220B515-ADCF-490A-996A-CE19030F0701}" type="slidenum">
              <a:rPr lang="en-US"/>
              <a:pPr/>
              <a:t>6</a:t>
            </a:fld>
            <a:endParaRPr lang="en-US"/>
          </a:p>
        </p:txBody>
      </p:sp>
      <p:sp>
        <p:nvSpPr>
          <p:cNvPr id="438274" name="Rectangle-2"/>
          <p:cNvSpPr>
            <a:spLocks noGrp="1" noRot="1" noChangeAspect="1" noChangeArrowheads="1" noTextEdit="1"/>
          </p:cNvSpPr>
          <p:nvPr>
            <p:ph type="sldImg"/>
          </p:nvPr>
        </p:nvSpPr>
        <p:spPr>
          <a:ln/>
        </p:spPr>
      </p:sp>
      <p:sp>
        <p:nvSpPr>
          <p:cNvPr id="438275" name="Rectangle-3"/>
          <p:cNvSpPr>
            <a:spLocks noGrp="1" noChangeArrowheads="1"/>
          </p:cNvSpPr>
          <p:nvPr>
            <p:ph type="body" idx="1"/>
          </p:nvPr>
        </p:nvSpPr>
        <p:spPr/>
        <p:txBody>
          <a:bodyPr/>
          <a:lstStyle/>
          <a:p>
            <a:pPr>
              <a:lnSpc>
                <a:spcPct val="80000"/>
              </a:lnSpc>
            </a:pPr>
            <a:endParaRPr lang="en-IE" sz="8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D52F2AD-90A6-4EAB-92B3-16432472E6C2}" type="slidenum">
              <a:rPr lang="en-US"/>
              <a:pPr/>
              <a:t>7</a:t>
            </a:fld>
            <a:endParaRPr lang="en-US"/>
          </a:p>
        </p:txBody>
      </p:sp>
      <p:sp>
        <p:nvSpPr>
          <p:cNvPr id="453634" name="Rectangle-2"/>
          <p:cNvSpPr>
            <a:spLocks noGrp="1" noRot="1" noChangeAspect="1" noChangeArrowheads="1" noTextEdit="1"/>
          </p:cNvSpPr>
          <p:nvPr>
            <p:ph type="sldImg"/>
          </p:nvPr>
        </p:nvSpPr>
        <p:spPr>
          <a:ln/>
        </p:spPr>
      </p:sp>
      <p:sp>
        <p:nvSpPr>
          <p:cNvPr id="453635" name="Rectangle-3"/>
          <p:cNvSpPr>
            <a:spLocks noGrp="1" noChangeArrowheads="1"/>
          </p:cNvSpPr>
          <p:nvPr>
            <p:ph type="body" idx="1"/>
          </p:nvPr>
        </p:nvSpPr>
        <p:spPr/>
        <p:txBody>
          <a:bodyPr/>
          <a:lstStyle/>
          <a:p>
            <a:pPr>
              <a:lnSpc>
                <a:spcPct val="80000"/>
              </a:lnSpc>
            </a:pPr>
            <a:endParaRPr lang="en-IE" sz="8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5803EA8-C5B3-4FC2-B333-9AEB7561E3DF}" type="slidenum">
              <a:rPr lang="en-US"/>
              <a:pPr/>
              <a:t>8</a:t>
            </a:fld>
            <a:endParaRPr lang="en-US"/>
          </a:p>
        </p:txBody>
      </p:sp>
      <p:sp>
        <p:nvSpPr>
          <p:cNvPr id="450562" name="Rectangle-2"/>
          <p:cNvSpPr>
            <a:spLocks noGrp="1" noRot="1" noChangeAspect="1" noChangeArrowheads="1" noTextEdit="1"/>
          </p:cNvSpPr>
          <p:nvPr>
            <p:ph type="sldImg"/>
          </p:nvPr>
        </p:nvSpPr>
        <p:spPr>
          <a:ln/>
        </p:spPr>
      </p:sp>
      <p:sp>
        <p:nvSpPr>
          <p:cNvPr id="450563" name="Rectangle-3"/>
          <p:cNvSpPr>
            <a:spLocks noGrp="1" noChangeArrowheads="1"/>
          </p:cNvSpPr>
          <p:nvPr>
            <p:ph type="body" idx="1"/>
          </p:nvPr>
        </p:nvSpPr>
        <p:spPr/>
        <p:txBody>
          <a:bodyPr/>
          <a:lstStyle/>
          <a:p>
            <a:pPr>
              <a:lnSpc>
                <a:spcPct val="80000"/>
              </a:lnSpc>
            </a:pPr>
            <a:endParaRPr lang="en-IE" sz="8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C165E80-82C5-4C99-901C-C6FEE55F418B}" type="slidenum">
              <a:rPr lang="en-US"/>
              <a:pPr/>
              <a:t>9</a:t>
            </a:fld>
            <a:endParaRPr lang="en-US"/>
          </a:p>
        </p:txBody>
      </p:sp>
      <p:sp>
        <p:nvSpPr>
          <p:cNvPr id="451586" name="Rectangle-2"/>
          <p:cNvSpPr>
            <a:spLocks noGrp="1" noRot="1" noChangeAspect="1" noChangeArrowheads="1" noTextEdit="1"/>
          </p:cNvSpPr>
          <p:nvPr>
            <p:ph type="sldImg"/>
          </p:nvPr>
        </p:nvSpPr>
        <p:spPr>
          <a:ln/>
        </p:spPr>
      </p:sp>
      <p:sp>
        <p:nvSpPr>
          <p:cNvPr id="451587" name="Rectangle-3"/>
          <p:cNvSpPr>
            <a:spLocks noGrp="1" noChangeArrowheads="1"/>
          </p:cNvSpPr>
          <p:nvPr>
            <p:ph type="body" idx="1"/>
          </p:nvPr>
        </p:nvSpPr>
        <p:spPr/>
        <p:txBody>
          <a:bodyPr/>
          <a:lstStyle/>
          <a:p>
            <a:endParaRPr lang="en-IE"/>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C067CF6-C8A2-4154-9EF0-C745118E062B}" type="slidenum">
              <a:rPr lang="en-US"/>
              <a:pPr/>
              <a:t>10</a:t>
            </a:fld>
            <a:endParaRPr lang="en-US"/>
          </a:p>
        </p:txBody>
      </p:sp>
      <p:sp>
        <p:nvSpPr>
          <p:cNvPr id="578562" name="Rectangle-2"/>
          <p:cNvSpPr>
            <a:spLocks noGrp="1" noRot="1" noChangeAspect="1" noChangeArrowheads="1" noTextEdit="1"/>
          </p:cNvSpPr>
          <p:nvPr>
            <p:ph type="sldImg"/>
          </p:nvPr>
        </p:nvSpPr>
        <p:spPr>
          <a:ln/>
        </p:spPr>
      </p:sp>
      <p:sp>
        <p:nvSpPr>
          <p:cNvPr id="578563" name="Rectangle-3"/>
          <p:cNvSpPr>
            <a:spLocks noGrp="1" noChangeArrowheads="1"/>
          </p:cNvSpPr>
          <p:nvPr>
            <p:ph type="body" idx="1"/>
          </p:nvPr>
        </p:nvSpPr>
        <p:spPr/>
        <p:txBody>
          <a:bodyPr/>
          <a:lstStyle/>
          <a:p>
            <a:endParaRPr lang="en-IE"/>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7047607-7F9F-4BFD-838D-B3A0E2C70CF7}" type="slidenum">
              <a:rPr lang="en-US"/>
              <a:pPr/>
              <a:t>11</a:t>
            </a:fld>
            <a:endParaRPr lang="en-US"/>
          </a:p>
        </p:txBody>
      </p:sp>
      <p:sp>
        <p:nvSpPr>
          <p:cNvPr id="580610" name="Rectangle-2"/>
          <p:cNvSpPr>
            <a:spLocks noGrp="1" noRot="1" noChangeAspect="1" noChangeArrowheads="1" noTextEdit="1"/>
          </p:cNvSpPr>
          <p:nvPr>
            <p:ph type="sldImg"/>
          </p:nvPr>
        </p:nvSpPr>
        <p:spPr>
          <a:ln/>
        </p:spPr>
      </p:sp>
      <p:sp>
        <p:nvSpPr>
          <p:cNvPr id="580611" name="Rectangle-3"/>
          <p:cNvSpPr>
            <a:spLocks noGrp="1" noChangeArrowheads="1"/>
          </p:cNvSpPr>
          <p:nvPr>
            <p:ph type="body" idx="1"/>
          </p:nvPr>
        </p:nvSpPr>
        <p:spPr/>
        <p:txBody>
          <a:bodyPr/>
          <a:lstStyle/>
          <a:p>
            <a:endParaRPr lang="en-IE"/>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B13672A-C74D-4AFF-9A58-4943188F3F62}" type="slidenum">
              <a:rPr lang="en-US"/>
              <a:pPr/>
              <a:t>12</a:t>
            </a:fld>
            <a:endParaRPr lang="en-US"/>
          </a:p>
        </p:txBody>
      </p:sp>
      <p:sp>
        <p:nvSpPr>
          <p:cNvPr id="629762" name="Rectangle-2"/>
          <p:cNvSpPr>
            <a:spLocks noGrp="1" noRot="1" noChangeAspect="1" noChangeArrowheads="1" noTextEdit="1"/>
          </p:cNvSpPr>
          <p:nvPr>
            <p:ph type="sldImg"/>
          </p:nvPr>
        </p:nvSpPr>
        <p:spPr>
          <a:ln/>
        </p:spPr>
      </p:sp>
      <p:sp>
        <p:nvSpPr>
          <p:cNvPr id="629763" name="Rectangle-3"/>
          <p:cNvSpPr>
            <a:spLocks noGrp="1" noChangeArrowheads="1"/>
          </p:cNvSpPr>
          <p:nvPr>
            <p:ph type="body" idx="1"/>
          </p:nvPr>
        </p:nvSpPr>
        <p:spPr/>
        <p:txBody>
          <a:bodyPr/>
          <a:lstStyle/>
          <a:p>
            <a:endParaRPr lang="en-IE"/>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9B9C780-EED3-4681-84BB-C0BCC56EB825}" type="slidenum">
              <a:rPr lang="en-US"/>
              <a:pPr/>
              <a:t>14</a:t>
            </a:fld>
            <a:endParaRPr lang="en-US"/>
          </a:p>
        </p:txBody>
      </p:sp>
      <p:sp>
        <p:nvSpPr>
          <p:cNvPr id="476162" name="Rectangle-2"/>
          <p:cNvSpPr>
            <a:spLocks noGrp="1" noRot="1" noChangeAspect="1" noChangeArrowheads="1" noTextEdit="1"/>
          </p:cNvSpPr>
          <p:nvPr>
            <p:ph type="sldImg"/>
          </p:nvPr>
        </p:nvSpPr>
        <p:spPr>
          <a:ln/>
        </p:spPr>
      </p:sp>
      <p:sp>
        <p:nvSpPr>
          <p:cNvPr id="476163" name="Rectangle-3"/>
          <p:cNvSpPr>
            <a:spLocks noGrp="1" noChangeArrowheads="1"/>
          </p:cNvSpPr>
          <p:nvPr>
            <p:ph type="body" idx="1"/>
          </p:nvPr>
        </p:nvSpPr>
        <p:spPr/>
        <p:txBody>
          <a:bodyPr/>
          <a:lstStyle/>
          <a:p>
            <a:endParaRPr lang="en-IE"/>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9F26ECC-2DD5-414D-908F-9AE5EB4A1829}" type="slidenum">
              <a:rPr lang="en-US"/>
              <a:pPr/>
              <a:t>15</a:t>
            </a:fld>
            <a:endParaRPr lang="en-US"/>
          </a:p>
        </p:txBody>
      </p:sp>
      <p:sp>
        <p:nvSpPr>
          <p:cNvPr id="455682" name="Rectangle-2"/>
          <p:cNvSpPr>
            <a:spLocks noGrp="1" noRot="1" noChangeAspect="1" noChangeArrowheads="1" noTextEdit="1"/>
          </p:cNvSpPr>
          <p:nvPr>
            <p:ph type="sldImg"/>
          </p:nvPr>
        </p:nvSpPr>
        <p:spPr>
          <a:ln/>
        </p:spPr>
      </p:sp>
      <p:sp>
        <p:nvSpPr>
          <p:cNvPr id="455683" name="Rectangle-3"/>
          <p:cNvSpPr>
            <a:spLocks noGrp="1" noChangeArrowheads="1"/>
          </p:cNvSpPr>
          <p:nvPr>
            <p:ph type="body" idx="1"/>
          </p:nvPr>
        </p:nvSpPr>
        <p:spPr/>
        <p:txBody>
          <a:bodyPr/>
          <a:lstStyle/>
          <a:p>
            <a:endParaRPr lang="en-IE"/>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27AE9D3-8E6B-4106-A72C-2955D582C100}" type="slidenum">
              <a:rPr lang="en-US"/>
              <a:pPr/>
              <a:t>16</a:t>
            </a:fld>
            <a:endParaRPr lang="en-US"/>
          </a:p>
        </p:txBody>
      </p:sp>
      <p:sp>
        <p:nvSpPr>
          <p:cNvPr id="456706" name="Rectangle-2"/>
          <p:cNvSpPr>
            <a:spLocks noGrp="1" noRot="1" noChangeAspect="1" noChangeArrowheads="1" noTextEdit="1"/>
          </p:cNvSpPr>
          <p:nvPr>
            <p:ph type="sldImg"/>
          </p:nvPr>
        </p:nvSpPr>
        <p:spPr>
          <a:ln/>
        </p:spPr>
      </p:sp>
      <p:sp>
        <p:nvSpPr>
          <p:cNvPr id="456707" name="Rectangle-3"/>
          <p:cNvSpPr>
            <a:spLocks noGrp="1" noChangeArrowheads="1"/>
          </p:cNvSpPr>
          <p:nvPr>
            <p:ph type="body" idx="1"/>
          </p:nvPr>
        </p:nvSpPr>
        <p:spPr/>
        <p:txBody>
          <a:bodyPr/>
          <a:lstStyle/>
          <a:p>
            <a:endParaRPr lang="en-IE"/>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39CC09E-DDBD-4341-AFA2-C5620F7CFFF2}" type="slidenum">
              <a:rPr lang="en-US"/>
              <a:pPr/>
              <a:t>17</a:t>
            </a:fld>
            <a:endParaRPr lang="en-US"/>
          </a:p>
        </p:txBody>
      </p:sp>
      <p:sp>
        <p:nvSpPr>
          <p:cNvPr id="457730" name="Rectangle-2"/>
          <p:cNvSpPr>
            <a:spLocks noGrp="1" noRot="1" noChangeAspect="1" noChangeArrowheads="1" noTextEdit="1"/>
          </p:cNvSpPr>
          <p:nvPr>
            <p:ph type="sldImg"/>
          </p:nvPr>
        </p:nvSpPr>
        <p:spPr>
          <a:ln/>
        </p:spPr>
      </p:sp>
      <p:sp>
        <p:nvSpPr>
          <p:cNvPr id="457731" name="Rectangle-3"/>
          <p:cNvSpPr>
            <a:spLocks noGrp="1" noChangeArrowheads="1"/>
          </p:cNvSpPr>
          <p:nvPr>
            <p:ph type="body" idx="1"/>
          </p:nvPr>
        </p:nvSpPr>
        <p:spPr/>
        <p:txBody>
          <a:bodyPr/>
          <a:lstStyle/>
          <a:p>
            <a:endParaRPr lang="en-IE"/>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5F5D292-A363-487A-808C-9B19E20D1053}" type="slidenum">
              <a:rPr lang="en-US"/>
              <a:pPr/>
              <a:t>18</a:t>
            </a:fld>
            <a:endParaRPr lang="en-US"/>
          </a:p>
        </p:txBody>
      </p:sp>
      <p:sp>
        <p:nvSpPr>
          <p:cNvPr id="374786" name="Rectangle-2"/>
          <p:cNvSpPr>
            <a:spLocks noGrp="1" noRot="1" noChangeAspect="1" noChangeArrowheads="1" noTextEdit="1"/>
          </p:cNvSpPr>
          <p:nvPr>
            <p:ph type="sldImg"/>
          </p:nvPr>
        </p:nvSpPr>
        <p:spPr>
          <a:ln/>
        </p:spPr>
      </p:sp>
      <p:sp>
        <p:nvSpPr>
          <p:cNvPr id="374787" name="Rectangle-3"/>
          <p:cNvSpPr>
            <a:spLocks noGrp="1" noChangeArrowheads="1"/>
          </p:cNvSpPr>
          <p:nvPr>
            <p:ph type="body" idx="1"/>
          </p:nvPr>
        </p:nvSpPr>
        <p:spPr/>
        <p:txBody>
          <a:bodyPr/>
          <a:lstStyle/>
          <a:p>
            <a:pPr>
              <a:lnSpc>
                <a:spcPct val="80000"/>
              </a:lnSpc>
            </a:pPr>
            <a:r>
              <a:rPr lang="en-US" sz="800" b="1"/>
              <a:t>.NET Help files</a:t>
            </a:r>
          </a:p>
          <a:p>
            <a:pPr>
              <a:lnSpc>
                <a:spcPct val="80000"/>
              </a:lnSpc>
            </a:pPr>
            <a:r>
              <a:rPr lang="en-US" sz="800" b="1"/>
              <a:t>Using mirrored volumes</a:t>
            </a:r>
          </a:p>
          <a:p>
            <a:pPr>
              <a:lnSpc>
                <a:spcPct val="80000"/>
              </a:lnSpc>
            </a:pPr>
            <a:r>
              <a:rPr lang="en-US" sz="800"/>
              <a:t>A mirrored volume is a </a:t>
            </a:r>
            <a:r>
              <a:rPr lang="en-US" sz="800">
                <a:hlinkClick r:id="rId3" action="ppaction://hlinkfile" tooltip="View definition"/>
              </a:rPr>
              <a:t>fault-tolerant</a:t>
            </a:r>
            <a:r>
              <a:rPr lang="en-US" sz="800"/>
              <a:t> volume that provides data redundancy by using two copies, or mirrors, of the volume to duplicate the data stored on the volume. All data written to the mirrored volume is written to both mirrors, which are located on separate physical disks.</a:t>
            </a:r>
          </a:p>
          <a:p>
            <a:pPr>
              <a:lnSpc>
                <a:spcPct val="80000"/>
              </a:lnSpc>
            </a:pPr>
            <a:r>
              <a:rPr lang="en-US" sz="800"/>
              <a:t>If one of the physical disks fails, the data on the failed disk becomes unavailable, but the system continues to operate using the unaffected disk. When one of the mirrors in a mirrored volume fails, you must break the mirrored volume to expose the remaining mirror as a separate volume with its own drive letter. You can then create a new mirrored volume with unused free space of equal or greater size on another disk. When creating mirrored volumes, it is best to use disks that are the same size and model and from the same manufacturer.</a:t>
            </a:r>
          </a:p>
          <a:p>
            <a:pPr>
              <a:lnSpc>
                <a:spcPct val="80000"/>
              </a:lnSpc>
            </a:pPr>
            <a:r>
              <a:rPr lang="en-US" sz="800"/>
              <a:t>Because dual-write operations can degrade system performance, many mirrored volume configurations use duplexing, where each disk in the mirrored volume resides on its own disk controller. A duplexed mirrored volume has the best data reliability because the entire input/output (I/O) subsystem is duplicated. This means that if one disk controller fails, the other controller (and thus the disk on that controller) continues to operate normally. If you do not use two controllers, a failed controller makes both mirrors in a mirrored volume inaccessible until the controller is replaced.</a:t>
            </a:r>
          </a:p>
          <a:p>
            <a:pPr>
              <a:lnSpc>
                <a:spcPct val="80000"/>
              </a:lnSpc>
            </a:pPr>
            <a:r>
              <a:rPr lang="en-US" sz="800"/>
              <a:t>Almost any volume can be mirrored, including the system and boot volumes. You cannot extend a mirrored volume to increase the size of the volume later. On </a:t>
            </a:r>
            <a:r>
              <a:rPr lang="en-US" sz="800">
                <a:hlinkClick r:id="rId4" action="ppaction://hlinkfile" tooltip="View definition"/>
              </a:rPr>
              <a:t>Itanium</a:t>
            </a:r>
            <a:r>
              <a:rPr lang="en-US" sz="800"/>
              <a:t>-based computers, you cannot mirror the </a:t>
            </a:r>
            <a:r>
              <a:rPr lang="en-US" sz="800">
                <a:hlinkClick r:id="rId5" action="ppaction://hlinkfile" tooltip="View definition"/>
              </a:rPr>
              <a:t>Extensible Firmware Interface (EFI) system partition</a:t>
            </a:r>
            <a:r>
              <a:rPr lang="en-US" sz="800"/>
              <a:t> on </a:t>
            </a:r>
            <a:r>
              <a:rPr lang="en-US" sz="800">
                <a:hlinkClick r:id="rId6" action="ppaction://hlinkfile" tooltip="View definition"/>
              </a:rPr>
              <a:t>GUID partition table (GPT)</a:t>
            </a:r>
            <a:r>
              <a:rPr lang="en-US" sz="800"/>
              <a:t> disks.</a:t>
            </a:r>
          </a:p>
          <a:p>
            <a:pPr>
              <a:lnSpc>
                <a:spcPct val="80000"/>
              </a:lnSpc>
            </a:pPr>
            <a:r>
              <a:rPr lang="en-US" sz="800"/>
              <a:t>When you mirror the system or boot volumes, you can make the configuration more fault tolerant by using a separate disk controller for each disk in the mirrored volume. This enables your computer to survive hard-disk or disk-controller failures. When creating mirrored volumes, it is best to use disks that are the same size and model, and from the same manufacturer. If you are using duplexing, it is recommended that you use identical disks and controllers, especially if you plan to mirror the system or boot volumes. For more information, see </a:t>
            </a:r>
            <a:r>
              <a:rPr lang="en-US" sz="800">
                <a:hlinkClick r:id="rId7" action="ppaction://hlinkfile"/>
              </a:rPr>
              <a:t>To create and test a mirrored system or boot volume</a:t>
            </a:r>
            <a:r>
              <a:rPr lang="en-US" sz="800"/>
              <a:t>.</a:t>
            </a:r>
          </a:p>
          <a:p>
            <a:pPr>
              <a:lnSpc>
                <a:spcPct val="80000"/>
              </a:lnSpc>
            </a:pPr>
            <a:r>
              <a:rPr lang="en-US" sz="800"/>
              <a:t>  Important</a:t>
            </a:r>
          </a:p>
          <a:p>
            <a:pPr>
              <a:lnSpc>
                <a:spcPct val="80000"/>
              </a:lnSpc>
            </a:pPr>
            <a:r>
              <a:rPr lang="en-US" sz="800"/>
              <a:t>When mirroring the system volume, always test to make sure you can start the operating system from each mirror if one of the disks fails. To help prevent startup problems, always use identical disks and controllers. </a:t>
            </a:r>
          </a:p>
          <a:p>
            <a:pPr>
              <a:lnSpc>
                <a:spcPct val="80000"/>
              </a:lnSpc>
            </a:pPr>
            <a:r>
              <a:rPr lang="en-US" sz="800"/>
              <a:t>For step-by-step procedures on how to create, break, or repair a mirrored volume, or to add or remove a mirror from an existing mirrored volume, see </a:t>
            </a:r>
            <a:r>
              <a:rPr lang="en-US" sz="800">
                <a:hlinkClick r:id="rId8" action="ppaction://hlinkfile"/>
              </a:rPr>
              <a:t>Manage mirrored volumes</a:t>
            </a:r>
            <a:r>
              <a:rPr lang="en-US" sz="800"/>
              <a:t>.</a:t>
            </a:r>
          </a:p>
          <a:p>
            <a:pPr>
              <a:lnSpc>
                <a:spcPct val="80000"/>
              </a:lnSpc>
            </a:pPr>
            <a:r>
              <a:rPr lang="en-US" sz="800" b="1"/>
              <a:t>Characteristics of Mirrored Volumes</a:t>
            </a:r>
          </a:p>
          <a:p>
            <a:pPr>
              <a:lnSpc>
                <a:spcPct val="80000"/>
              </a:lnSpc>
            </a:pPr>
            <a:r>
              <a:rPr lang="en-US" sz="800"/>
              <a:t>Emphasize to students that this topic discusses volumes. Clarify to students that mirrored volumes must use two volumes on two separate disks. However, they do not need to use the whole disk. Enforce the point that a volume can be any size.The following list describes some of the benefits and drawbacks of mirrored volumes:</a:t>
            </a:r>
          </a:p>
          <a:p>
            <a:pPr>
              <a:lnSpc>
                <a:spcPct val="80000"/>
              </a:lnSpc>
            </a:pPr>
            <a:r>
              <a:rPr lang="en-US" sz="800"/>
              <a:t>Mirrored volumes support file allocation table (FAT) and NTFS file system volumes.</a:t>
            </a:r>
          </a:p>
          <a:p>
            <a:pPr>
              <a:lnSpc>
                <a:spcPct val="80000"/>
              </a:lnSpc>
            </a:pPr>
            <a:r>
              <a:rPr lang="en-US" sz="800"/>
              <a:t>You can protect system or boot partitions by using mirrored volumes.</a:t>
            </a:r>
          </a:p>
          <a:p>
            <a:pPr>
              <a:lnSpc>
                <a:spcPct val="80000"/>
              </a:lnSpc>
            </a:pPr>
            <a:r>
              <a:rPr lang="en-US" sz="800"/>
              <a:t>Mirrored volumes require two hard disks.</a:t>
            </a:r>
          </a:p>
          <a:p>
            <a:pPr>
              <a:lnSpc>
                <a:spcPct val="80000"/>
              </a:lnSpc>
            </a:pPr>
            <a:r>
              <a:rPr lang="en-US" sz="800"/>
              <a:t>Mirrored volumes have relatively high cost per megabyte (MB) because disks are only 50 percent utilized for data storage.</a:t>
            </a:r>
          </a:p>
          <a:p>
            <a:pPr>
              <a:lnSpc>
                <a:spcPct val="80000"/>
              </a:lnSpc>
            </a:pPr>
            <a:r>
              <a:rPr lang="en-US" sz="800"/>
              <a:t>Mirrored volumes have good read and write performance.</a:t>
            </a:r>
          </a:p>
          <a:p>
            <a:pPr>
              <a:lnSpc>
                <a:spcPct val="80000"/>
              </a:lnSpc>
            </a:pPr>
            <a:r>
              <a:rPr lang="en-US" sz="800"/>
              <a:t>Mirrored volumes use less system memory compared to RAID-5 volumes.</a:t>
            </a:r>
            <a:endParaRPr lang="en-US" sz="800" b="1"/>
          </a:p>
          <a:p>
            <a:pPr lvl="1">
              <a:lnSpc>
                <a:spcPct val="80000"/>
              </a:lnSpc>
            </a:pPr>
            <a:r>
              <a:rPr lang="en-US" sz="800" b="1"/>
              <a:t>Performance of Mirrored Volumes</a:t>
            </a:r>
          </a:p>
          <a:p>
            <a:pPr>
              <a:lnSpc>
                <a:spcPct val="80000"/>
              </a:lnSpc>
            </a:pPr>
            <a:r>
              <a:rPr lang="en-US" sz="800"/>
              <a:t>Mirrored volumes can enhance read performance, because the fault tolerance driver reads from both members of the volume at once. Note that you might experience a slight decrease in write performance, because the fault tolerance driver must write to both members. When one member of a mirrored volume fails, performance returns to normal, because the fault tolerance driver works with only one partition.</a:t>
            </a:r>
          </a:p>
          <a:p>
            <a:pPr>
              <a:lnSpc>
                <a:spcPct val="80000"/>
              </a:lnSpc>
            </a:pPr>
            <a:r>
              <a:rPr lang="en-US" sz="800"/>
              <a:t>Because the computer can only use 50 percent of the disk (two members for one set of data), mirrored volumes can be relatively expensive to implement.</a:t>
            </a:r>
            <a:endParaRPr lang="en-US" sz="800" b="1"/>
          </a:p>
          <a:p>
            <a:pPr>
              <a:lnSpc>
                <a:spcPct val="80000"/>
              </a:lnSpc>
            </a:pPr>
            <a:r>
              <a:rPr lang="en-US" sz="800" b="1"/>
              <a:t>Caution</a:t>
            </a:r>
            <a:r>
              <a:rPr lang="en-US" sz="800"/>
              <a:t>Deleting a mirrored volume deletes all of the information stored in that volume. Make sure you save copies of important data before deleting the volume that contains that data.</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A4798D2-9BD0-478E-8113-80EC8C1DF912}" type="slidenum">
              <a:rPr lang="en-US"/>
              <a:pPr/>
              <a:t>19</a:t>
            </a:fld>
            <a:endParaRPr lang="en-US"/>
          </a:p>
        </p:txBody>
      </p:sp>
      <p:sp>
        <p:nvSpPr>
          <p:cNvPr id="376834" name="Rectangle-2"/>
          <p:cNvSpPr>
            <a:spLocks noGrp="1" noRot="1" noChangeAspect="1" noChangeArrowheads="1" noTextEdit="1"/>
          </p:cNvSpPr>
          <p:nvPr>
            <p:ph type="sldImg"/>
          </p:nvPr>
        </p:nvSpPr>
        <p:spPr>
          <a:ln/>
        </p:spPr>
      </p:sp>
      <p:sp>
        <p:nvSpPr>
          <p:cNvPr id="376835" name="Rectangle-3"/>
          <p:cNvSpPr>
            <a:spLocks noGrp="1" noChangeArrowheads="1"/>
          </p:cNvSpPr>
          <p:nvPr>
            <p:ph type="body" idx="1"/>
          </p:nvPr>
        </p:nvSpPr>
        <p:spPr/>
        <p:txBody>
          <a:bodyPr/>
          <a:lstStyle/>
          <a:p>
            <a:pPr>
              <a:lnSpc>
                <a:spcPct val="80000"/>
              </a:lnSpc>
            </a:pPr>
            <a:r>
              <a:rPr lang="en-US" sz="900" b="1"/>
              <a:t>Course 2152B_13</a:t>
            </a:r>
          </a:p>
          <a:p>
            <a:pPr>
              <a:lnSpc>
                <a:spcPct val="80000"/>
              </a:lnSpc>
            </a:pPr>
            <a:r>
              <a:rPr lang="en-US" sz="900"/>
              <a:t>supports fault tolerance through striped volumes with parity, more commonly referred to as RAID-5. </a:t>
            </a:r>
            <a:r>
              <a:rPr lang="en-US" sz="900" i="1"/>
              <a:t>Parity</a:t>
            </a:r>
            <a:r>
              <a:rPr lang="en-US" sz="900"/>
              <a:t> is a mathematical method of determining the number of odd and even bits in a number or series of numbers, which can be used to reconstruct data if one number in a sequence of numbers is lost.</a:t>
            </a:r>
          </a:p>
          <a:p>
            <a:pPr>
              <a:lnSpc>
                <a:spcPct val="80000"/>
              </a:lnSpc>
            </a:pPr>
            <a:r>
              <a:rPr lang="en-US" sz="900"/>
              <a:t>In a RAID-5 volume, Windows 2000 achieves fault tolerance by adding a parity-information stripe to each disk partition in the volume. If a single disk fails, Windows 2000 can use the data </a:t>
            </a:r>
            <a:r>
              <a:rPr lang="en-US" sz="900" i="1"/>
              <a:t>and </a:t>
            </a:r>
            <a:r>
              <a:rPr lang="en-US" sz="900"/>
              <a:t>parity information on the remaining disks to reconstruct the data that was on the failed disk.</a:t>
            </a:r>
          </a:p>
          <a:p>
            <a:pPr>
              <a:lnSpc>
                <a:spcPct val="80000"/>
              </a:lnSpc>
            </a:pPr>
            <a:r>
              <a:rPr lang="en-US" sz="900"/>
              <a:t>RAID-5 and Disk Performance</a:t>
            </a:r>
          </a:p>
          <a:p>
            <a:pPr>
              <a:lnSpc>
                <a:spcPct val="80000"/>
              </a:lnSpc>
            </a:pPr>
            <a:r>
              <a:rPr lang="en-US" sz="900"/>
              <a:t>Because of the parity calculation, write operations on a RAID-5 volume are slower than on a mirrored volume. However, RAID-5 volumes provide better read performance than mirrored volumes, especially with multiple controllers, because data is distributed among multiple drives. If a disk fails, however, the read performance on a RAID-5 volume slows while Windows 2000 Server reconstructs the data for the failed disk by using parity information.Characteristics of RAID-5 Volumes</a:t>
            </a:r>
          </a:p>
          <a:p>
            <a:pPr>
              <a:lnSpc>
                <a:spcPct val="80000"/>
              </a:lnSpc>
            </a:pPr>
            <a:r>
              <a:rPr lang="en-US" sz="900"/>
              <a:t>RAID-5 volumes have a cost advantage over mirrored volumes because disk usage is optimized. The equation to determine the amount of space used in the RAID 5 volume is the total number of space in the RAID 5 volume less one volume. The more disks that you have in the RAID-5 volume, the less the cost of the redundant data stripe.</a:t>
            </a:r>
          </a:p>
          <a:p>
            <a:pPr>
              <a:lnSpc>
                <a:spcPct val="80000"/>
              </a:lnSpc>
            </a:pPr>
            <a:r>
              <a:rPr lang="en-US" sz="900"/>
              <a:t>The following table shows how the amount of space required for the data stripe decreases with the addition of 2-gigabyte (GB) disks to the RAID-5 volume.</a:t>
            </a:r>
            <a:endParaRPr lang="en-US" sz="900" b="1"/>
          </a:p>
          <a:p>
            <a:pPr>
              <a:lnSpc>
                <a:spcPct val="80000"/>
              </a:lnSpc>
            </a:pPr>
            <a:r>
              <a:rPr lang="en-US" sz="900" b="1"/>
              <a:t>Number of disksDisk space usedAvailable disk spaceRedundancy</a:t>
            </a:r>
            <a:r>
              <a:rPr lang="en-US" sz="900"/>
              <a:t>36 GB4 GB33 percent48 GB6 GB25 percent510 GB8 GB20 percent</a:t>
            </a:r>
          </a:p>
          <a:p>
            <a:pPr>
              <a:lnSpc>
                <a:spcPct val="80000"/>
              </a:lnSpc>
            </a:pPr>
            <a:r>
              <a:rPr lang="en-US" sz="900"/>
              <a:t>The following list describes additional benefits and disadvantages to RAID-5 volumes. RAID-5:</a:t>
            </a:r>
          </a:p>
          <a:p>
            <a:pPr>
              <a:lnSpc>
                <a:spcPct val="80000"/>
              </a:lnSpc>
            </a:pPr>
            <a:r>
              <a:rPr lang="en-US" sz="900"/>
              <a:t>Volumes support FAT and NTFS.</a:t>
            </a:r>
          </a:p>
          <a:p>
            <a:pPr>
              <a:lnSpc>
                <a:spcPct val="80000"/>
              </a:lnSpc>
            </a:pPr>
            <a:r>
              <a:rPr lang="en-US" sz="900"/>
              <a:t>Cannot protect system or boot partitions.</a:t>
            </a:r>
          </a:p>
          <a:p>
            <a:pPr>
              <a:lnSpc>
                <a:spcPct val="80000"/>
              </a:lnSpc>
            </a:pPr>
            <a:r>
              <a:rPr lang="en-US" sz="900"/>
              <a:t>Requires a minimum of three hard disks.</a:t>
            </a:r>
          </a:p>
          <a:p>
            <a:pPr>
              <a:lnSpc>
                <a:spcPct val="80000"/>
              </a:lnSpc>
            </a:pPr>
            <a:r>
              <a:rPr lang="en-US" sz="900"/>
              <a:t>Has lower cost per MB as compared to mirrored disks.</a:t>
            </a:r>
          </a:p>
          <a:p>
            <a:pPr>
              <a:lnSpc>
                <a:spcPct val="80000"/>
              </a:lnSpc>
            </a:pPr>
            <a:r>
              <a:rPr lang="en-US" sz="900"/>
              <a:t>Has moderate write performance but excellent read performance.</a:t>
            </a:r>
          </a:p>
          <a:p>
            <a:pPr>
              <a:lnSpc>
                <a:spcPct val="80000"/>
              </a:lnSpc>
            </a:pPr>
            <a:r>
              <a:rPr lang="en-US" sz="900"/>
              <a:t>Requires more system memory.</a:t>
            </a:r>
            <a:endParaRPr lang="en-US" sz="900" b="1"/>
          </a:p>
          <a:p>
            <a:pPr>
              <a:lnSpc>
                <a:spcPct val="80000"/>
              </a:lnSpc>
            </a:pPr>
            <a:r>
              <a:rPr lang="en-US" sz="900" b="1"/>
              <a:t>Note</a:t>
            </a:r>
            <a:r>
              <a:rPr lang="en-US" sz="900"/>
              <a:t>A software implemented RAID-5 volume cannot contain the boot or system partition.</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D2F6929-1E4C-487D-A041-B86BD41187A8}" type="slidenum">
              <a:rPr lang="en-US"/>
              <a:pPr/>
              <a:t>20</a:t>
            </a:fld>
            <a:endParaRPr lang="en-US"/>
          </a:p>
        </p:txBody>
      </p:sp>
      <p:sp>
        <p:nvSpPr>
          <p:cNvPr id="631810" name="Rectangle-2"/>
          <p:cNvSpPr>
            <a:spLocks noGrp="1" noRot="1" noChangeAspect="1" noChangeArrowheads="1" noTextEdit="1"/>
          </p:cNvSpPr>
          <p:nvPr>
            <p:ph type="sldImg"/>
          </p:nvPr>
        </p:nvSpPr>
        <p:spPr>
          <a:ln/>
        </p:spPr>
      </p:sp>
      <p:sp>
        <p:nvSpPr>
          <p:cNvPr id="631811" name="Rectangle-3"/>
          <p:cNvSpPr>
            <a:spLocks noGrp="1" noChangeArrowheads="1"/>
          </p:cNvSpPr>
          <p:nvPr>
            <p:ph type="body" idx="1"/>
          </p:nvPr>
        </p:nvSpPr>
        <p:spPr/>
        <p:txBody>
          <a:bodyPr/>
          <a:lstStyle/>
          <a:p>
            <a:endParaRPr lang="en-I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bg>
      <p:bgRef idx="1001">
        <a:schemeClr val="bg2"/>
      </p:bgRef>
    </p:bg>
    <p:spTree>
      <p:nvGrpSpPr>
        <p:cNvPr id="1" name=""/>
        <p:cNvGrpSpPr/>
        <p:nvPr/>
      </p:nvGrpSpPr>
      <p:grpSpPr>
        <a:xfrm>
          <a:off x="0" y="0"/>
          <a:ext cx="0" cy="0"/>
          <a:chOff x="0" y="0"/>
          <a:chExt cx="0" cy="0"/>
        </a:xfrm>
      </p:grpSpPr>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8991600" y="3048"/>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25146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Sous-titre 8"/>
          <p:cNvSpPr>
            <a:spLocks noGrp="1"/>
          </p:cNvSpPr>
          <p:nvPr>
            <p:ph type="subTitle" idx="1"/>
          </p:nvPr>
        </p:nvSpPr>
        <p:spPr>
          <a:xfrm>
            <a:off x="1371600" y="2819400"/>
            <a:ext cx="6400800" cy="1752600"/>
          </a:xfrm>
        </p:spPr>
        <p:txBody>
          <a:bodyPr/>
          <a:lstStyle>
            <a:lvl1pPr marL="0" indent="0" algn="ctr">
              <a:buNone/>
              <a:defRPr sz="1600" b="1" cap="all" spc="250" baseline="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fr-FR" smtClean="0"/>
              <a:t>Cliquez pour modifier le style des sous-titres du masque</a:t>
            </a:r>
            <a:endParaRPr kumimoji="0" lang="en-US"/>
          </a:p>
        </p:txBody>
      </p:sp>
      <p:sp>
        <p:nvSpPr>
          <p:cNvPr id="28" name="Espace réservé de la date 27"/>
          <p:cNvSpPr>
            <a:spLocks noGrp="1"/>
          </p:cNvSpPr>
          <p:nvPr>
            <p:ph type="dt" sz="half" idx="10"/>
          </p:nvPr>
        </p:nvSpPr>
        <p:spPr/>
        <p:txBody>
          <a:bodyPr/>
          <a:lstStyle/>
          <a:p>
            <a:fld id="{9D21D778-B565-4D7E-94D7-64010A445B68}" type="datetimeFigureOut">
              <a:rPr lang="en-US" smtClean="0"/>
              <a:pPr/>
              <a:t>5/14/2017</a:t>
            </a:fld>
            <a:endParaRPr lang="en-US"/>
          </a:p>
        </p:txBody>
      </p:sp>
      <p:sp>
        <p:nvSpPr>
          <p:cNvPr id="17" name="Espace réservé du pied de page 16"/>
          <p:cNvSpPr>
            <a:spLocks noGrp="1"/>
          </p:cNvSpPr>
          <p:nvPr>
            <p:ph type="ftr" sz="quarter" idx="11"/>
          </p:nvPr>
        </p:nvSpPr>
        <p:spPr/>
        <p:txBody>
          <a:bodyPr/>
          <a:lstStyle/>
          <a:p>
            <a:endParaRPr kumimoji="0" lang="en-US"/>
          </a:p>
        </p:txBody>
      </p:sp>
      <p:sp>
        <p:nvSpPr>
          <p:cNvPr id="7" name="Connecteur droit 6"/>
          <p:cNvSpPr>
            <a:spLocks noChangeShapeType="1"/>
          </p:cNvSpPr>
          <p:nvPr/>
        </p:nvSpPr>
        <p:spPr bwMode="auto">
          <a:xfrm>
            <a:off x="155448" y="2420112"/>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Ellipse 12"/>
          <p:cNvSpPr/>
          <p:nvPr/>
        </p:nvSpPr>
        <p:spPr>
          <a:xfrm>
            <a:off x="4267200" y="2115312"/>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Ellipse 13"/>
          <p:cNvSpPr/>
          <p:nvPr/>
        </p:nvSpPr>
        <p:spPr>
          <a:xfrm>
            <a:off x="4361688" y="2209800"/>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Espace réservé du numéro de diapositive 28"/>
          <p:cNvSpPr>
            <a:spLocks noGrp="1"/>
          </p:cNvSpPr>
          <p:nvPr>
            <p:ph type="sldNum" sz="quarter" idx="12"/>
          </p:nvPr>
        </p:nvSpPr>
        <p:spPr>
          <a:xfrm>
            <a:off x="4343400" y="2199450"/>
            <a:ext cx="457200" cy="441325"/>
          </a:xfrm>
        </p:spPr>
        <p:txBody>
          <a:bodyPr/>
          <a:lstStyle>
            <a:lvl1pPr>
              <a:defRPr>
                <a:solidFill>
                  <a:schemeClr val="accent3">
                    <a:shade val="75000"/>
                  </a:schemeClr>
                </a:solidFill>
              </a:defRPr>
            </a:lvl1pPr>
          </a:lstStyle>
          <a:p>
            <a:fld id="{2C6B1FF6-39B9-40F5-8B67-33C6354A3D4F}" type="slidenum">
              <a:rPr kumimoji="0" lang="en-US" smtClean="0"/>
              <a:pPr/>
              <a:t>‹N°›</a:t>
            </a:fld>
            <a:endParaRPr kumimoji="0" lang="en-US" dirty="0">
              <a:solidFill>
                <a:schemeClr val="accent3">
                  <a:shade val="75000"/>
                </a:schemeClr>
              </a:solidFill>
            </a:endParaRPr>
          </a:p>
        </p:txBody>
      </p:sp>
      <p:sp>
        <p:nvSpPr>
          <p:cNvPr id="8" name="Titre 7"/>
          <p:cNvSpPr>
            <a:spLocks noGrp="1"/>
          </p:cNvSpPr>
          <p:nvPr>
            <p:ph type="ctrTitle"/>
          </p:nvPr>
        </p:nvSpPr>
        <p:spPr>
          <a:xfrm>
            <a:off x="685800" y="381000"/>
            <a:ext cx="7772400" cy="1752600"/>
          </a:xfrm>
        </p:spPr>
        <p:txBody>
          <a:bodyPr anchor="b"/>
          <a:lstStyle>
            <a:lvl1pPr>
              <a:defRPr sz="4200">
                <a:solidFill>
                  <a:schemeClr val="accent1"/>
                </a:solidFill>
              </a:defRPr>
            </a:lvl1pPr>
          </a:lstStyle>
          <a:p>
            <a:r>
              <a:rPr kumimoji="0" lang="fr-FR" smtClean="0"/>
              <a:t>Cliquez pour modifier le style du titre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bg>
      <p:bgRef idx="1001">
        <a:schemeClr val="bg2"/>
      </p:bgRef>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a:solidFill>
                  <a:schemeClr val="accent3">
                    <a:shade val="75000"/>
                  </a:schemeClr>
                </a:solidFill>
              </a:defRPr>
            </a:lvl1pPr>
          </a:lstStyle>
          <a:p>
            <a:r>
              <a:rPr kumimoji="0" lang="fr-FR" smtClean="0"/>
              <a:t>Cliquez pour modifier le style du titre</a:t>
            </a:r>
            <a:endParaRPr kumimoji="0" lang="en-US"/>
          </a:p>
        </p:txBody>
      </p:sp>
      <p:sp>
        <p:nvSpPr>
          <p:cNvPr id="4" name="Espace réservé de la date 3"/>
          <p:cNvSpPr>
            <a:spLocks noGrp="1"/>
          </p:cNvSpPr>
          <p:nvPr>
            <p:ph type="dt" sz="half" idx="10"/>
          </p:nvPr>
        </p:nvSpPr>
        <p:spPr/>
        <p:txBody>
          <a:bodyPr/>
          <a:lstStyle/>
          <a:p>
            <a:fld id="{9D21D778-B565-4D7E-94D7-64010A445B68}" type="datetimeFigureOut">
              <a:rPr lang="en-US" smtClean="0"/>
              <a:pPr/>
              <a:t>5/14/2017</a:t>
            </a:fld>
            <a:endParaRPr lang="en-US"/>
          </a:p>
        </p:txBody>
      </p:sp>
      <p:sp>
        <p:nvSpPr>
          <p:cNvPr id="5" name="Espace réservé du pied de page 4"/>
          <p:cNvSpPr>
            <a:spLocks noGrp="1"/>
          </p:cNvSpPr>
          <p:nvPr>
            <p:ph type="ftr" sz="quarter" idx="11"/>
          </p:nvPr>
        </p:nvSpPr>
        <p:spPr/>
        <p:txBody>
          <a:bodyPr/>
          <a:lstStyle/>
          <a:p>
            <a:endParaRPr kumimoji="0" lang="en-US"/>
          </a:p>
        </p:txBody>
      </p:sp>
      <p:sp>
        <p:nvSpPr>
          <p:cNvPr id="6" name="Espace réservé du numéro de diapositive 5"/>
          <p:cNvSpPr>
            <a:spLocks noGrp="1"/>
          </p:cNvSpPr>
          <p:nvPr>
            <p:ph type="sldNum" sz="quarter" idx="12"/>
          </p:nvPr>
        </p:nvSpPr>
        <p:spPr>
          <a:xfrm>
            <a:off x="4361688" y="1026372"/>
            <a:ext cx="457200" cy="441325"/>
          </a:xfrm>
        </p:spPr>
        <p:txBody>
          <a:bodyPr/>
          <a:lstStyle/>
          <a:p>
            <a:fld id="{2C6B1FF6-39B9-40F5-8B67-33C6354A3D4F}" type="slidenum">
              <a:rPr kumimoji="0" lang="en-US" smtClean="0"/>
              <a:pPr/>
              <a:t>‹N°›</a:t>
            </a:fld>
            <a:endParaRPr kumimoji="0" lang="en-US" dirty="0"/>
          </a:p>
        </p:txBody>
      </p:sp>
      <p:sp>
        <p:nvSpPr>
          <p:cNvPr id="8" name="Espace réservé du contenu 7"/>
          <p:cNvSpPr>
            <a:spLocks noGrp="1"/>
          </p:cNvSpPr>
          <p:nvPr>
            <p:ph sz="quarter" idx="1"/>
          </p:nvPr>
        </p:nvSpPr>
        <p:spPr>
          <a:xfrm>
            <a:off x="301752" y="1527048"/>
            <a:ext cx="8503920" cy="4572000"/>
          </a:xfrm>
        </p:spPr>
        <p:txBody>
          <a:bodyPr/>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8991600" y="1905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152400" y="2286000"/>
            <a:ext cx="8833104" cy="304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55448" y="142352"/>
            <a:ext cx="8833104" cy="2139696"/>
          </a:xfrm>
          <a:prstGeom prst="rect">
            <a:avLst/>
          </a:prstGeom>
          <a:solidFill>
            <a:schemeClr val="accent1"/>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Espace réservé du texte 2"/>
          <p:cNvSpPr>
            <a:spLocks noGrp="1"/>
          </p:cNvSpPr>
          <p:nvPr>
            <p:ph type="body" idx="1"/>
          </p:nvPr>
        </p:nvSpPr>
        <p:spPr>
          <a:xfrm>
            <a:off x="1368426" y="2743200"/>
            <a:ext cx="6480174" cy="1673225"/>
          </a:xfrm>
        </p:spPr>
        <p:txBody>
          <a:bodyPr anchor="t"/>
          <a:lstStyle>
            <a:lvl1pPr marL="0" indent="0" algn="ctr">
              <a:buNone/>
              <a:defRPr sz="1600" b="1" cap="all" spc="250" baseline="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fr-FR" smtClean="0"/>
              <a:t>Cliquez pour modifier les styles du texte du masque</a:t>
            </a:r>
          </a:p>
        </p:txBody>
      </p:sp>
      <p:sp>
        <p:nvSpPr>
          <p:cNvPr id="13" name="Rectangle 12"/>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Rectangle 13"/>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5" name="Espace réservé du pied de page 4"/>
          <p:cNvSpPr>
            <a:spLocks noGrp="1"/>
          </p:cNvSpPr>
          <p:nvPr>
            <p:ph type="ftr" sz="quarter" idx="11"/>
          </p:nvPr>
        </p:nvSpPr>
        <p:spPr/>
        <p:txBody>
          <a:bodyPr/>
          <a:lstStyle/>
          <a:p>
            <a:endParaRPr kumimoji="0" lang="en-US"/>
          </a:p>
        </p:txBody>
      </p:sp>
      <p:sp>
        <p:nvSpPr>
          <p:cNvPr id="4" name="Espace réservé de la date 3"/>
          <p:cNvSpPr>
            <a:spLocks noGrp="1"/>
          </p:cNvSpPr>
          <p:nvPr>
            <p:ph type="dt" sz="half" idx="10"/>
          </p:nvPr>
        </p:nvSpPr>
        <p:spPr/>
        <p:txBody>
          <a:bodyPr/>
          <a:lstStyle/>
          <a:p>
            <a:fld id="{9D21D778-B565-4D7E-94D7-64010A445B68}" type="datetimeFigureOut">
              <a:rPr lang="en-US" smtClean="0"/>
              <a:pPr/>
              <a:t>5/14/2017</a:t>
            </a:fld>
            <a:endParaRPr lang="en-US"/>
          </a:p>
        </p:txBody>
      </p:sp>
      <p:sp>
        <p:nvSpPr>
          <p:cNvPr id="8" name="Connecteur droit 7"/>
          <p:cNvSpPr>
            <a:spLocks noChangeShapeType="1"/>
          </p:cNvSpPr>
          <p:nvPr/>
        </p:nvSpPr>
        <p:spPr bwMode="auto">
          <a:xfrm>
            <a:off x="152400" y="2438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Ellipse 9"/>
          <p:cNvSpPr/>
          <p:nvPr/>
        </p:nvSpPr>
        <p:spPr>
          <a:xfrm>
            <a:off x="4267200" y="2115312"/>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Ellipse 10"/>
          <p:cNvSpPr/>
          <p:nvPr/>
        </p:nvSpPr>
        <p:spPr>
          <a:xfrm>
            <a:off x="4361688" y="2209800"/>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Espace réservé du numéro de diapositive 5"/>
          <p:cNvSpPr>
            <a:spLocks noGrp="1"/>
          </p:cNvSpPr>
          <p:nvPr>
            <p:ph type="sldNum" sz="quarter" idx="12"/>
          </p:nvPr>
        </p:nvSpPr>
        <p:spPr>
          <a:xfrm>
            <a:off x="4343400" y="2199450"/>
            <a:ext cx="457200" cy="441325"/>
          </a:xfrm>
        </p:spPr>
        <p:txBody>
          <a:bodyPr/>
          <a:lstStyle>
            <a:lvl1pPr>
              <a:defRPr>
                <a:solidFill>
                  <a:schemeClr val="accent3">
                    <a:shade val="75000"/>
                  </a:schemeClr>
                </a:solidFill>
              </a:defRPr>
            </a:lvl1pPr>
          </a:lstStyle>
          <a:p>
            <a:fld id="{2C6B1FF6-39B9-40F5-8B67-33C6354A3D4F}" type="slidenum">
              <a:rPr kumimoji="0" lang="en-US" smtClean="0"/>
              <a:pPr/>
              <a:t>‹N°›</a:t>
            </a:fld>
            <a:endParaRPr kumimoji="0" lang="en-US" dirty="0">
              <a:solidFill>
                <a:schemeClr val="accent3">
                  <a:shade val="75000"/>
                </a:schemeClr>
              </a:solidFill>
            </a:endParaRPr>
          </a:p>
        </p:txBody>
      </p:sp>
      <p:sp>
        <p:nvSpPr>
          <p:cNvPr id="2" name="Titre 1"/>
          <p:cNvSpPr>
            <a:spLocks noGrp="1"/>
          </p:cNvSpPr>
          <p:nvPr>
            <p:ph type="title"/>
          </p:nvPr>
        </p:nvSpPr>
        <p:spPr>
          <a:xfrm>
            <a:off x="722313" y="533400"/>
            <a:ext cx="7772400" cy="1524000"/>
          </a:xfrm>
        </p:spPr>
        <p:txBody>
          <a:bodyPr anchor="b"/>
          <a:lstStyle>
            <a:lvl1pPr algn="ctr">
              <a:buNone/>
              <a:defRPr sz="4200" b="0" cap="none" baseline="0">
                <a:solidFill>
                  <a:srgbClr val="FFFFFF"/>
                </a:solidFill>
              </a:defRPr>
            </a:lvl1pPr>
          </a:lstStyle>
          <a:p>
            <a:r>
              <a:rPr kumimoji="0" lang="fr-FR" smtClean="0"/>
              <a:t>Cliquez pour modifier le style du titre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bg>
      <p:bgRef idx="1001">
        <a:schemeClr val="bg2"/>
      </p:bgRef>
    </p:bg>
    <p:spTree>
      <p:nvGrpSpPr>
        <p:cNvPr id="1" name=""/>
        <p:cNvGrpSpPr/>
        <p:nvPr/>
      </p:nvGrpSpPr>
      <p:grpSpPr>
        <a:xfrm>
          <a:off x="0" y="0"/>
          <a:ext cx="0" cy="0"/>
          <a:chOff x="0" y="0"/>
          <a:chExt cx="0" cy="0"/>
        </a:xfrm>
      </p:grpSpPr>
      <p:sp>
        <p:nvSpPr>
          <p:cNvPr id="2" name="Titre 1"/>
          <p:cNvSpPr>
            <a:spLocks noGrp="1"/>
          </p:cNvSpPr>
          <p:nvPr>
            <p:ph type="title"/>
          </p:nvPr>
        </p:nvSpPr>
        <p:spPr>
          <a:xfrm>
            <a:off x="301752" y="228600"/>
            <a:ext cx="8534400" cy="758952"/>
          </a:xfrm>
        </p:spPr>
        <p:txBody>
          <a:bodyPr/>
          <a:lstStyle/>
          <a:p>
            <a:r>
              <a:rPr kumimoji="0" lang="fr-FR" smtClean="0"/>
              <a:t>Cliquez pour modifier le style du titre</a:t>
            </a:r>
            <a:endParaRPr kumimoji="0" lang="en-US"/>
          </a:p>
        </p:txBody>
      </p:sp>
      <p:sp>
        <p:nvSpPr>
          <p:cNvPr id="5" name="Espace réservé de la date 4"/>
          <p:cNvSpPr>
            <a:spLocks noGrp="1"/>
          </p:cNvSpPr>
          <p:nvPr>
            <p:ph type="dt" sz="half" idx="10"/>
          </p:nvPr>
        </p:nvSpPr>
        <p:spPr>
          <a:xfrm>
            <a:off x="5791200" y="6409944"/>
            <a:ext cx="3044952" cy="365760"/>
          </a:xfrm>
        </p:spPr>
        <p:txBody>
          <a:bodyPr/>
          <a:lstStyle/>
          <a:p>
            <a:fld id="{9D21D778-B565-4D7E-94D7-64010A445B68}" type="datetimeFigureOut">
              <a:rPr lang="en-US" smtClean="0"/>
              <a:pPr/>
              <a:t>5/14/2017</a:t>
            </a:fld>
            <a:endParaRPr lang="en-US"/>
          </a:p>
        </p:txBody>
      </p:sp>
      <p:sp>
        <p:nvSpPr>
          <p:cNvPr id="6" name="Espace réservé du pied de page 5"/>
          <p:cNvSpPr>
            <a:spLocks noGrp="1"/>
          </p:cNvSpPr>
          <p:nvPr>
            <p:ph type="ftr" sz="quarter" idx="11"/>
          </p:nvPr>
        </p:nvSpPr>
        <p:spPr/>
        <p:txBody>
          <a:bodyPr/>
          <a:lstStyle/>
          <a:p>
            <a:endParaRPr kumimoji="0" lang="en-US" dirty="0"/>
          </a:p>
        </p:txBody>
      </p:sp>
      <p:sp>
        <p:nvSpPr>
          <p:cNvPr id="7" name="Espace réservé du numéro de diapositive 6"/>
          <p:cNvSpPr>
            <a:spLocks noGrp="1"/>
          </p:cNvSpPr>
          <p:nvPr>
            <p:ph type="sldNum" sz="quarter" idx="12"/>
          </p:nvPr>
        </p:nvSpPr>
        <p:spPr/>
        <p:txBody>
          <a:bodyPr/>
          <a:lstStyle/>
          <a:p>
            <a:fld id="{2C6B1FF6-39B9-40F5-8B67-33C6354A3D4F}" type="slidenum">
              <a:rPr kumimoji="0" lang="en-US" smtClean="0"/>
              <a:pPr/>
              <a:t>‹N°›</a:t>
            </a:fld>
            <a:endParaRPr kumimoji="0" lang="en-US"/>
          </a:p>
        </p:txBody>
      </p:sp>
      <p:sp>
        <p:nvSpPr>
          <p:cNvPr id="8" name="Connecteur droit 7"/>
          <p:cNvSpPr>
            <a:spLocks noChangeShapeType="1"/>
          </p:cNvSpPr>
          <p:nvPr/>
        </p:nvSpPr>
        <p:spPr bwMode="auto">
          <a:xfrm flipV="1">
            <a:off x="4563080" y="1575652"/>
            <a:ext cx="8921" cy="4819557"/>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Espace réservé du contenu 9"/>
          <p:cNvSpPr>
            <a:spLocks noGrp="1"/>
          </p:cNvSpPr>
          <p:nvPr>
            <p:ph sz="half" idx="1"/>
          </p:nvPr>
        </p:nvSpPr>
        <p:spPr>
          <a:xfrm>
            <a:off x="301752" y="1371600"/>
            <a:ext cx="4038600" cy="4681728"/>
          </a:xfrm>
        </p:spPr>
        <p:txBody>
          <a:bodyPr/>
          <a:lstStyle>
            <a:lvl1pPr>
              <a:defRPr sz="2500"/>
            </a:lvl1pPr>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12" name="Espace réservé du contenu 11"/>
          <p:cNvSpPr>
            <a:spLocks noGrp="1"/>
          </p:cNvSpPr>
          <p:nvPr>
            <p:ph sz="half" idx="2"/>
          </p:nvPr>
        </p:nvSpPr>
        <p:spPr>
          <a:xfrm>
            <a:off x="4800600" y="1371600"/>
            <a:ext cx="4038600" cy="4681728"/>
          </a:xfrm>
        </p:spPr>
        <p:txBody>
          <a:bodyPr/>
          <a:lstStyle>
            <a:lvl1pPr>
              <a:defRPr sz="2500"/>
            </a:lvl1pPr>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aison">
    <p:bg>
      <p:bgRef idx="1001">
        <a:schemeClr val="bg2"/>
      </p:bgRef>
    </p:bg>
    <p:spTree>
      <p:nvGrpSpPr>
        <p:cNvPr id="1" name=""/>
        <p:cNvGrpSpPr/>
        <p:nvPr/>
      </p:nvGrpSpPr>
      <p:grpSpPr>
        <a:xfrm>
          <a:off x="0" y="0"/>
          <a:ext cx="0" cy="0"/>
          <a:chOff x="0" y="0"/>
          <a:chExt cx="0" cy="0"/>
        </a:xfrm>
      </p:grpSpPr>
      <p:sp>
        <p:nvSpPr>
          <p:cNvPr id="10" name="Connecteur droit 9"/>
          <p:cNvSpPr>
            <a:spLocks noChangeShapeType="1"/>
          </p:cNvSpPr>
          <p:nvPr/>
        </p:nvSpPr>
        <p:spPr bwMode="auto">
          <a:xfrm flipV="1">
            <a:off x="4572000" y="2200275"/>
            <a:ext cx="0" cy="4187952"/>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Rectangle 19"/>
          <p:cNvSpPr>
            <a:spLocks noChangeArrowheads="1"/>
          </p:cNvSpPr>
          <p:nvPr/>
        </p:nvSpPr>
        <p:spPr bwMode="white">
          <a:xfrm>
            <a:off x="0" y="0"/>
            <a:ext cx="9144000" cy="1447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1" name="Rectangle 20"/>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2" name="Rectangle 21"/>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Rectangle 10"/>
          <p:cNvSpPr/>
          <p:nvPr/>
        </p:nvSpPr>
        <p:spPr>
          <a:xfrm>
            <a:off x="152400" y="1371600"/>
            <a:ext cx="8833104" cy="914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a:spLocks noChangeArrowheads="1"/>
          </p:cNvSpPr>
          <p:nvPr/>
        </p:nvSpPr>
        <p:spPr bwMode="auto">
          <a:xfrm>
            <a:off x="145923" y="6391656"/>
            <a:ext cx="8833104" cy="310896"/>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Espace réservé du texte 2"/>
          <p:cNvSpPr>
            <a:spLocks noGrp="1"/>
          </p:cNvSpPr>
          <p:nvPr>
            <p:ph type="body" idx="1"/>
          </p:nvPr>
        </p:nvSpPr>
        <p:spPr>
          <a:xfrm>
            <a:off x="301752" y="1524000"/>
            <a:ext cx="4040188" cy="732974"/>
          </a:xfrm>
          <a:noFill/>
          <a:ln w="15875" cap="rnd" cmpd="sng" algn="ctr">
            <a:noFill/>
            <a:prstDash val="solid"/>
          </a:ln>
        </p:spPr>
        <p:style>
          <a:lnRef idx="3">
            <a:schemeClr val="lt1"/>
          </a:lnRef>
          <a:fillRef idx="1">
            <a:schemeClr val="accent1"/>
          </a:fillRef>
          <a:effectRef idx="1">
            <a:schemeClr val="accent1"/>
          </a:effectRef>
          <a:fontRef idx="minor">
            <a:schemeClr val="lt1"/>
          </a:fontRef>
        </p:style>
        <p:txBody>
          <a:bodyPr anchor="ctr">
            <a:noAutofit/>
          </a:bodyPr>
          <a:lstStyle>
            <a:lvl1pPr marL="0" indent="0">
              <a:buNone/>
              <a:defRPr lang="en-US" sz="2200" b="1" dirty="0" smtClean="0">
                <a:solidFill>
                  <a:srgbClr val="FFFFFF"/>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fr-FR" smtClean="0"/>
              <a:t>Cliquez pour modifier les styles du texte du masque</a:t>
            </a:r>
          </a:p>
        </p:txBody>
      </p:sp>
      <p:sp>
        <p:nvSpPr>
          <p:cNvPr id="4" name="Espace réservé du texte 3"/>
          <p:cNvSpPr>
            <a:spLocks noGrp="1"/>
          </p:cNvSpPr>
          <p:nvPr>
            <p:ph type="body" sz="half" idx="3"/>
          </p:nvPr>
        </p:nvSpPr>
        <p:spPr>
          <a:xfrm>
            <a:off x="4791330" y="1524000"/>
            <a:ext cx="4041775" cy="731520"/>
          </a:xfrm>
          <a:noFill/>
          <a:ln w="15875" cap="rnd" cmpd="sng" algn="ctr">
            <a:noFill/>
            <a:prstDash val="solid"/>
          </a:ln>
        </p:spPr>
        <p:style>
          <a:lnRef idx="3">
            <a:schemeClr val="lt1"/>
          </a:lnRef>
          <a:fillRef idx="1">
            <a:schemeClr val="accent2"/>
          </a:fillRef>
          <a:effectRef idx="1">
            <a:schemeClr val="accent2"/>
          </a:effectRef>
          <a:fontRef idx="minor">
            <a:schemeClr val="lt1"/>
          </a:fontRef>
        </p:style>
        <p:txBody>
          <a:bodyPr anchor="ctr">
            <a:noAutofit/>
          </a:bodyPr>
          <a:lstStyle>
            <a:lvl1pPr marL="0" indent="0">
              <a:buNone/>
              <a:defRPr sz="2200" b="1"/>
            </a:lvl1pPr>
            <a:lvl2pPr>
              <a:buNone/>
              <a:defRPr sz="2000" b="1"/>
            </a:lvl2pPr>
            <a:lvl3pPr>
              <a:buNone/>
              <a:defRPr sz="1800" b="1"/>
            </a:lvl3pPr>
            <a:lvl4pPr>
              <a:buNone/>
              <a:defRPr sz="1600" b="1"/>
            </a:lvl4pPr>
            <a:lvl5pPr>
              <a:buNone/>
              <a:defRPr sz="1600" b="1"/>
            </a:lvl5pPr>
          </a:lstStyle>
          <a:p>
            <a:pPr lvl="0" eaLnBrk="1" latinLnBrk="0" hangingPunct="1"/>
            <a:r>
              <a:rPr kumimoji="0" lang="fr-FR" smtClean="0"/>
              <a:t>Cliquez pour modifier les styles du texte du masque</a:t>
            </a:r>
          </a:p>
        </p:txBody>
      </p:sp>
      <p:sp>
        <p:nvSpPr>
          <p:cNvPr id="7" name="Espace réservé de la date 6"/>
          <p:cNvSpPr>
            <a:spLocks noGrp="1"/>
          </p:cNvSpPr>
          <p:nvPr>
            <p:ph type="dt" sz="half" idx="10"/>
          </p:nvPr>
        </p:nvSpPr>
        <p:spPr/>
        <p:txBody>
          <a:bodyPr/>
          <a:lstStyle/>
          <a:p>
            <a:fld id="{9D21D778-B565-4D7E-94D7-64010A445B68}" type="datetimeFigureOut">
              <a:rPr lang="en-US" smtClean="0"/>
              <a:pPr/>
              <a:t>5/14/2017</a:t>
            </a:fld>
            <a:endParaRPr lang="en-US"/>
          </a:p>
        </p:txBody>
      </p:sp>
      <p:sp>
        <p:nvSpPr>
          <p:cNvPr id="8" name="Espace réservé du pied de page 7"/>
          <p:cNvSpPr>
            <a:spLocks noGrp="1"/>
          </p:cNvSpPr>
          <p:nvPr>
            <p:ph type="ftr" sz="quarter" idx="11"/>
          </p:nvPr>
        </p:nvSpPr>
        <p:spPr>
          <a:xfrm>
            <a:off x="304800" y="6409944"/>
            <a:ext cx="3581400" cy="365760"/>
          </a:xfrm>
        </p:spPr>
        <p:txBody>
          <a:bodyPr/>
          <a:lstStyle/>
          <a:p>
            <a:endParaRPr kumimoji="0" lang="en-US"/>
          </a:p>
        </p:txBody>
      </p:sp>
      <p:sp>
        <p:nvSpPr>
          <p:cNvPr id="15" name="Connecteur droit 14"/>
          <p:cNvSpPr>
            <a:spLocks noChangeShapeType="1"/>
          </p:cNvSpPr>
          <p:nvPr/>
        </p:nvSpPr>
        <p:spPr bwMode="auto">
          <a:xfrm>
            <a:off x="152400" y="128016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4" name="Espace réservé du contenu 23"/>
          <p:cNvSpPr>
            <a:spLocks noGrp="1"/>
          </p:cNvSpPr>
          <p:nvPr>
            <p:ph sz="quarter" idx="2"/>
          </p:nvPr>
        </p:nvSpPr>
        <p:spPr>
          <a:xfrm>
            <a:off x="301752" y="2471383"/>
            <a:ext cx="4041648" cy="3818404"/>
          </a:xfrm>
        </p:spPr>
        <p:txBody>
          <a:bodyPr/>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26" name="Espace réservé du contenu 25"/>
          <p:cNvSpPr>
            <a:spLocks noGrp="1"/>
          </p:cNvSpPr>
          <p:nvPr>
            <p:ph sz="quarter" idx="4"/>
          </p:nvPr>
        </p:nvSpPr>
        <p:spPr>
          <a:xfrm>
            <a:off x="4800600" y="2471383"/>
            <a:ext cx="4038600" cy="3822192"/>
          </a:xfrm>
        </p:spPr>
        <p:txBody>
          <a:bodyPr/>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25" name="Ellipse 24"/>
          <p:cNvSpPr/>
          <p:nvPr/>
        </p:nvSpPr>
        <p:spPr>
          <a:xfrm>
            <a:off x="4267200" y="956036"/>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7" name="Ellipse 26"/>
          <p:cNvSpPr/>
          <p:nvPr/>
        </p:nvSpPr>
        <p:spPr>
          <a:xfrm>
            <a:off x="4361688" y="1050524"/>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Espace réservé du numéro de diapositive 8"/>
          <p:cNvSpPr>
            <a:spLocks noGrp="1"/>
          </p:cNvSpPr>
          <p:nvPr>
            <p:ph type="sldNum" sz="quarter" idx="12"/>
          </p:nvPr>
        </p:nvSpPr>
        <p:spPr>
          <a:xfrm>
            <a:off x="4343400" y="1042416"/>
            <a:ext cx="457200" cy="441325"/>
          </a:xfrm>
        </p:spPr>
        <p:txBody>
          <a:bodyPr/>
          <a:lstStyle>
            <a:lvl1pPr algn="ctr">
              <a:defRPr/>
            </a:lvl1pPr>
          </a:lstStyle>
          <a:p>
            <a:pPr algn="ctr" eaLnBrk="1" latinLnBrk="0" hangingPunct="1"/>
            <a:fld id="{2C6B1FF6-39B9-40F5-8B67-33C6354A3D4F}" type="slidenum">
              <a:rPr kumimoji="0" lang="en-US" smtClean="0"/>
              <a:pPr algn="ctr" eaLnBrk="1" latinLnBrk="0" hangingPunct="1"/>
              <a:t>‹N°›</a:t>
            </a:fld>
            <a:endParaRPr kumimoji="0" lang="en-US" dirty="0"/>
          </a:p>
        </p:txBody>
      </p:sp>
      <p:sp>
        <p:nvSpPr>
          <p:cNvPr id="23" name="Titre 22"/>
          <p:cNvSpPr>
            <a:spLocks noGrp="1"/>
          </p:cNvSpPr>
          <p:nvPr>
            <p:ph type="title"/>
          </p:nvPr>
        </p:nvSpPr>
        <p:spPr/>
        <p:txBody>
          <a:bodyPr rtlCol="0" anchor="b" anchorCtr="0"/>
          <a:lstStyle/>
          <a:p>
            <a:r>
              <a:rPr kumimoji="0" lang="fr-FR" smtClean="0"/>
              <a:t>Cliquez pour modifier le style du titre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fr-FR" smtClean="0"/>
              <a:t>Cliquez pour modifier le style du titre</a:t>
            </a:r>
            <a:endParaRPr kumimoji="0" lang="en-US"/>
          </a:p>
        </p:txBody>
      </p:sp>
      <p:sp>
        <p:nvSpPr>
          <p:cNvPr id="3" name="Espace réservé de la date 2"/>
          <p:cNvSpPr>
            <a:spLocks noGrp="1"/>
          </p:cNvSpPr>
          <p:nvPr>
            <p:ph type="dt" sz="half" idx="10"/>
          </p:nvPr>
        </p:nvSpPr>
        <p:spPr/>
        <p:txBody>
          <a:bodyPr/>
          <a:lstStyle/>
          <a:p>
            <a:fld id="{9D21D778-B565-4D7E-94D7-64010A445B68}" type="datetimeFigureOut">
              <a:rPr lang="en-US" smtClean="0"/>
              <a:pPr/>
              <a:t>5/14/2017</a:t>
            </a:fld>
            <a:endParaRPr lang="en-US"/>
          </a:p>
        </p:txBody>
      </p:sp>
      <p:sp>
        <p:nvSpPr>
          <p:cNvPr id="4" name="Espace réservé du pied de page 3"/>
          <p:cNvSpPr>
            <a:spLocks noGrp="1"/>
          </p:cNvSpPr>
          <p:nvPr>
            <p:ph type="ftr" sz="quarter" idx="11"/>
          </p:nvPr>
        </p:nvSpPr>
        <p:spPr/>
        <p:txBody>
          <a:bodyPr/>
          <a:lstStyle/>
          <a:p>
            <a:endParaRPr kumimoji="0" lang="en-US" dirty="0"/>
          </a:p>
        </p:txBody>
      </p:sp>
      <p:sp>
        <p:nvSpPr>
          <p:cNvPr id="5" name="Espace réservé du numéro de diapositive 4"/>
          <p:cNvSpPr>
            <a:spLocks noGrp="1"/>
          </p:cNvSpPr>
          <p:nvPr>
            <p:ph type="sldNum" sz="quarter" idx="12"/>
          </p:nvPr>
        </p:nvSpPr>
        <p:spPr>
          <a:xfrm>
            <a:off x="4343400" y="1036020"/>
            <a:ext cx="457200" cy="441325"/>
          </a:xfrm>
        </p:spPr>
        <p:txBody>
          <a:bodyPr/>
          <a:lstStyle/>
          <a:p>
            <a:fld id="{2C6B1FF6-39B9-40F5-8B67-33C6354A3D4F}" type="slidenum">
              <a:rPr kumimoji="0" lang="en-US" smtClean="0"/>
              <a:pPr/>
              <a:t>‹N°›</a:t>
            </a:fld>
            <a:endParaRPr kumimoji="0"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Vide">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a:spLocks noChangeArrowheads="1"/>
          </p:cNvSpPr>
          <p:nvPr/>
        </p:nvSpPr>
        <p:spPr bwMode="white">
          <a:xfrm>
            <a:off x="0" y="0"/>
            <a:ext cx="9144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Rectangle 4"/>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6" name="Rectangle 5"/>
          <p:cNvSpPr>
            <a:spLocks noChangeArrowheads="1"/>
          </p:cNvSpPr>
          <p:nvPr/>
        </p:nvSpPr>
        <p:spPr bwMode="auto">
          <a:xfrm>
            <a:off x="152400" y="158496"/>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 name="Espace réservé de la date 1"/>
          <p:cNvSpPr>
            <a:spLocks noGrp="1"/>
          </p:cNvSpPr>
          <p:nvPr>
            <p:ph type="dt" sz="half" idx="10"/>
          </p:nvPr>
        </p:nvSpPr>
        <p:spPr/>
        <p:txBody>
          <a:bodyPr/>
          <a:lstStyle/>
          <a:p>
            <a:fld id="{9D21D778-B565-4D7E-94D7-64010A445B68}" type="datetimeFigureOut">
              <a:rPr lang="en-US" smtClean="0"/>
              <a:pPr/>
              <a:t>5/14/2017</a:t>
            </a:fld>
            <a:endParaRPr lang="en-US"/>
          </a:p>
        </p:txBody>
      </p:sp>
      <p:sp>
        <p:nvSpPr>
          <p:cNvPr id="3" name="Espace réservé du pied de page 2"/>
          <p:cNvSpPr>
            <a:spLocks noGrp="1"/>
          </p:cNvSpPr>
          <p:nvPr>
            <p:ph type="ftr" sz="quarter" idx="11"/>
          </p:nvPr>
        </p:nvSpPr>
        <p:spPr/>
        <p:txBody>
          <a:bodyPr/>
          <a:lstStyle/>
          <a:p>
            <a:endParaRPr kumimoji="0" lang="en-US"/>
          </a:p>
        </p:txBody>
      </p:sp>
      <p:sp>
        <p:nvSpPr>
          <p:cNvPr id="4" name="Espace réservé du numéro de diapositive 3"/>
          <p:cNvSpPr>
            <a:spLocks noGrp="1"/>
          </p:cNvSpPr>
          <p:nvPr>
            <p:ph type="sldNum" sz="quarter" idx="12"/>
          </p:nvPr>
        </p:nvSpPr>
        <p:spPr>
          <a:xfrm>
            <a:off x="4267200" y="6324600"/>
            <a:ext cx="609600" cy="441324"/>
          </a:xfrm>
        </p:spPr>
        <p:txBody>
          <a:bodyPr/>
          <a:lstStyle>
            <a:lvl1pPr>
              <a:defRPr>
                <a:solidFill>
                  <a:srgbClr val="FFFFFF"/>
                </a:solidFill>
              </a:defRPr>
            </a:lvl1pPr>
          </a:lstStyle>
          <a:p>
            <a:fld id="{2C6B1FF6-39B9-40F5-8B67-33C6354A3D4F}" type="slidenum">
              <a:rPr kumimoji="0" lang="en-US" smtClean="0"/>
              <a:pPr/>
              <a:t>‹N°›</a:t>
            </a:fld>
            <a:endParaRPr kumimoji="0" lang="en-US" dirty="0">
              <a:solidFill>
                <a:srgbClr val="FFFFFF"/>
              </a:solidFil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u avec légende">
    <p:bg>
      <p:bgRef idx="1001">
        <a:schemeClr val="bg1"/>
      </p:bgRef>
    </p:bg>
    <p:spTree>
      <p:nvGrpSpPr>
        <p:cNvPr id="1" name=""/>
        <p:cNvGrpSpPr/>
        <p:nvPr/>
      </p:nvGrpSpPr>
      <p:grpSpPr>
        <a:xfrm>
          <a:off x="0" y="0"/>
          <a:ext cx="0" cy="0"/>
          <a:chOff x="0" y="0"/>
          <a:chExt cx="0" cy="0"/>
        </a:xfrm>
      </p:grpSpPr>
      <p:sp>
        <p:nvSpPr>
          <p:cNvPr id="19" name="Rectangle 18"/>
          <p:cNvSpPr>
            <a:spLocks noChangeArrowheads="1"/>
          </p:cNvSpPr>
          <p:nvPr/>
        </p:nvSpPr>
        <p:spPr bwMode="auto">
          <a:xfrm>
            <a:off x="152400" y="152400"/>
            <a:ext cx="8833104" cy="304800"/>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18872"/>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Rectangle 16"/>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3" name="Rectangle 12"/>
          <p:cNvSpPr/>
          <p:nvPr/>
        </p:nvSpPr>
        <p:spPr>
          <a:xfrm>
            <a:off x="152400" y="609600"/>
            <a:ext cx="27432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re 1"/>
          <p:cNvSpPr>
            <a:spLocks noGrp="1"/>
          </p:cNvSpPr>
          <p:nvPr>
            <p:ph type="title"/>
          </p:nvPr>
        </p:nvSpPr>
        <p:spPr>
          <a:xfrm>
            <a:off x="381000" y="914400"/>
            <a:ext cx="2362200" cy="990600"/>
          </a:xfrm>
        </p:spPr>
        <p:txBody>
          <a:bodyPr anchor="b">
            <a:noAutofit/>
          </a:bodyPr>
          <a:lstStyle>
            <a:lvl1pPr algn="l">
              <a:buNone/>
              <a:defRPr sz="2200" b="1">
                <a:solidFill>
                  <a:srgbClr val="FFFFFF"/>
                </a:solidFill>
              </a:defRPr>
            </a:lvl1pPr>
          </a:lstStyle>
          <a:p>
            <a:r>
              <a:rPr kumimoji="0" lang="fr-FR" smtClean="0"/>
              <a:t>Cliquez pour modifier le style du titre</a:t>
            </a:r>
            <a:endParaRPr kumimoji="0" lang="en-US"/>
          </a:p>
        </p:txBody>
      </p:sp>
      <p:sp>
        <p:nvSpPr>
          <p:cNvPr id="3" name="Espace réservé du texte 2"/>
          <p:cNvSpPr>
            <a:spLocks noGrp="1"/>
          </p:cNvSpPr>
          <p:nvPr>
            <p:ph type="body" idx="2"/>
          </p:nvPr>
        </p:nvSpPr>
        <p:spPr>
          <a:xfrm>
            <a:off x="381000" y="1981200"/>
            <a:ext cx="2362200" cy="4144963"/>
          </a:xfrm>
        </p:spPr>
        <p:txBody>
          <a:bodyPr/>
          <a:lstStyle>
            <a:lvl1pPr marL="0" indent="0">
              <a:spcAft>
                <a:spcPts val="1000"/>
              </a:spcAft>
              <a:buNone/>
              <a:defRPr sz="1600">
                <a:solidFill>
                  <a:srgbClr val="FFFFFF"/>
                </a:solidFill>
              </a:defRPr>
            </a:lvl1pPr>
            <a:lvl2pPr>
              <a:buNone/>
              <a:defRPr sz="1200"/>
            </a:lvl2pPr>
            <a:lvl3pPr>
              <a:buNone/>
              <a:defRPr sz="1000"/>
            </a:lvl3pPr>
            <a:lvl4pPr>
              <a:buNone/>
              <a:defRPr sz="900"/>
            </a:lvl4pPr>
            <a:lvl5pPr>
              <a:buNone/>
              <a:defRPr sz="900"/>
            </a:lvl5pPr>
          </a:lstStyle>
          <a:p>
            <a:pPr lvl="0" eaLnBrk="1" latinLnBrk="0" hangingPunct="1"/>
            <a:r>
              <a:rPr kumimoji="0" lang="fr-FR" smtClean="0"/>
              <a:t>Cliquez pour modifier les styles du texte du masque</a:t>
            </a:r>
          </a:p>
        </p:txBody>
      </p:sp>
      <p:sp>
        <p:nvSpPr>
          <p:cNvPr id="8" name="Rectangle 7"/>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9" name="Connecteur droit 8"/>
          <p:cNvSpPr>
            <a:spLocks noChangeShapeType="1"/>
          </p:cNvSpPr>
          <p:nvPr/>
        </p:nvSpPr>
        <p:spPr bwMode="auto">
          <a:xfrm>
            <a:off x="152400" y="533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Espace réservé du contenu 19"/>
          <p:cNvSpPr>
            <a:spLocks noGrp="1"/>
          </p:cNvSpPr>
          <p:nvPr>
            <p:ph sz="quarter" idx="1"/>
          </p:nvPr>
        </p:nvSpPr>
        <p:spPr>
          <a:xfrm>
            <a:off x="3124200" y="685800"/>
            <a:ext cx="5638800" cy="5410200"/>
          </a:xfrm>
        </p:spPr>
        <p:txBody>
          <a:bodyPr/>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10" name="Ellipse 9"/>
          <p:cNvSpPr/>
          <p:nvPr/>
        </p:nvSpPr>
        <p:spPr>
          <a:xfrm>
            <a:off x="1295400" y="22860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Ellipse 10"/>
          <p:cNvSpPr/>
          <p:nvPr/>
        </p:nvSpPr>
        <p:spPr>
          <a:xfrm>
            <a:off x="1389888" y="323088"/>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Espace réservé du numéro de diapositive 6"/>
          <p:cNvSpPr>
            <a:spLocks noGrp="1"/>
          </p:cNvSpPr>
          <p:nvPr>
            <p:ph type="sldNum" sz="quarter" idx="12"/>
          </p:nvPr>
        </p:nvSpPr>
        <p:spPr>
          <a:xfrm>
            <a:off x="1371600" y="312738"/>
            <a:ext cx="457200" cy="441325"/>
          </a:xfrm>
        </p:spPr>
        <p:txBody>
          <a:bodyPr/>
          <a:lstStyle>
            <a:lvl1pPr>
              <a:defRPr>
                <a:solidFill>
                  <a:schemeClr val="accent3">
                    <a:shade val="75000"/>
                  </a:schemeClr>
                </a:solidFill>
              </a:defRPr>
            </a:lvl1pPr>
          </a:lstStyle>
          <a:p>
            <a:fld id="{2C6B1FF6-39B9-40F5-8B67-33C6354A3D4F}" type="slidenum">
              <a:rPr kumimoji="0" lang="en-US" smtClean="0"/>
              <a:pPr/>
              <a:t>‹N°›</a:t>
            </a:fld>
            <a:endParaRPr kumimoji="0" lang="en-US" dirty="0">
              <a:solidFill>
                <a:schemeClr val="accent3">
                  <a:shade val="75000"/>
                </a:schemeClr>
              </a:solidFill>
            </a:endParaRPr>
          </a:p>
        </p:txBody>
      </p:sp>
      <p:sp>
        <p:nvSpPr>
          <p:cNvPr id="21" name="Rectangle 20"/>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Espace réservé de la date 4"/>
          <p:cNvSpPr>
            <a:spLocks noGrp="1"/>
          </p:cNvSpPr>
          <p:nvPr>
            <p:ph type="dt" sz="half" idx="10"/>
          </p:nvPr>
        </p:nvSpPr>
        <p:spPr/>
        <p:txBody>
          <a:bodyPr/>
          <a:lstStyle/>
          <a:p>
            <a:fld id="{9D21D778-B565-4D7E-94D7-64010A445B68}" type="datetimeFigureOut">
              <a:rPr lang="en-US" smtClean="0"/>
              <a:pPr/>
              <a:t>5/14/2017</a:t>
            </a:fld>
            <a:endParaRPr lang="en-US"/>
          </a:p>
        </p:txBody>
      </p:sp>
      <p:sp>
        <p:nvSpPr>
          <p:cNvPr id="6" name="Espace réservé du pied de page 5"/>
          <p:cNvSpPr>
            <a:spLocks noGrp="1"/>
          </p:cNvSpPr>
          <p:nvPr>
            <p:ph type="ftr" sz="quarter" idx="11"/>
          </p:nvPr>
        </p:nvSpPr>
        <p:spPr>
          <a:xfrm>
            <a:off x="301752" y="6410848"/>
            <a:ext cx="3383280" cy="365760"/>
          </a:xfrm>
        </p:spPr>
        <p:txBody>
          <a:bodyPr/>
          <a:lstStyle/>
          <a:p>
            <a:endParaRPr kumimoji="0"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 avec légende">
    <p:spTree>
      <p:nvGrpSpPr>
        <p:cNvPr id="1" name=""/>
        <p:cNvGrpSpPr/>
        <p:nvPr/>
      </p:nvGrpSpPr>
      <p:grpSpPr>
        <a:xfrm>
          <a:off x="0" y="0"/>
          <a:ext cx="0" cy="0"/>
          <a:chOff x="0" y="0"/>
          <a:chExt cx="0" cy="0"/>
        </a:xfrm>
      </p:grpSpPr>
      <p:sp>
        <p:nvSpPr>
          <p:cNvPr id="21" name="Connecteur droit 20"/>
          <p:cNvSpPr>
            <a:spLocks noChangeShapeType="1"/>
          </p:cNvSpPr>
          <p:nvPr/>
        </p:nvSpPr>
        <p:spPr bwMode="auto">
          <a:xfrm>
            <a:off x="152400" y="533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Rectangle 16"/>
          <p:cNvSpPr>
            <a:spLocks noChangeArrowheads="1"/>
          </p:cNvSpPr>
          <p:nvPr/>
        </p:nvSpPr>
        <p:spPr bwMode="white">
          <a:xfrm>
            <a:off x="0" y="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0" name="Rectangle 19"/>
          <p:cNvSpPr>
            <a:spLocks noChangeArrowheads="1"/>
          </p:cNvSpPr>
          <p:nvPr/>
        </p:nvSpPr>
        <p:spPr bwMode="auto">
          <a:xfrm>
            <a:off x="152400" y="152400"/>
            <a:ext cx="8833104" cy="301752"/>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p:nvPr/>
        </p:nvSpPr>
        <p:spPr>
          <a:xfrm>
            <a:off x="152400" y="609600"/>
            <a:ext cx="27432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Rectangle 14"/>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2" name="Ellipse 11"/>
          <p:cNvSpPr/>
          <p:nvPr/>
        </p:nvSpPr>
        <p:spPr>
          <a:xfrm>
            <a:off x="1295400" y="22860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Ellipse 12"/>
          <p:cNvSpPr/>
          <p:nvPr/>
        </p:nvSpPr>
        <p:spPr>
          <a:xfrm>
            <a:off x="1389888" y="323088"/>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Espace réservé du numéro de diapositive 6"/>
          <p:cNvSpPr>
            <a:spLocks noGrp="1"/>
          </p:cNvSpPr>
          <p:nvPr>
            <p:ph type="sldNum" sz="quarter" idx="12"/>
          </p:nvPr>
        </p:nvSpPr>
        <p:spPr>
          <a:xfrm>
            <a:off x="1371600" y="312738"/>
            <a:ext cx="457200" cy="441325"/>
          </a:xfrm>
        </p:spPr>
        <p:txBody>
          <a:bodyPr/>
          <a:lstStyle/>
          <a:p>
            <a:fld id="{2C6B1FF6-39B9-40F5-8B67-33C6354A3D4F}" type="slidenum">
              <a:rPr kumimoji="0" lang="en-US" smtClean="0"/>
              <a:pPr/>
              <a:t>‹N°›</a:t>
            </a:fld>
            <a:endParaRPr kumimoji="0" lang="en-US" dirty="0"/>
          </a:p>
        </p:txBody>
      </p:sp>
      <p:sp>
        <p:nvSpPr>
          <p:cNvPr id="2" name="Titre 1"/>
          <p:cNvSpPr>
            <a:spLocks noGrp="1"/>
          </p:cNvSpPr>
          <p:nvPr>
            <p:ph type="title"/>
          </p:nvPr>
        </p:nvSpPr>
        <p:spPr>
          <a:xfrm>
            <a:off x="3000375" y="5029200"/>
            <a:ext cx="5867400" cy="1219200"/>
          </a:xfrm>
        </p:spPr>
        <p:txBody>
          <a:bodyPr anchor="t">
            <a:noAutofit/>
          </a:bodyPr>
          <a:lstStyle>
            <a:lvl1pPr algn="l">
              <a:buNone/>
              <a:defRPr sz="2400" b="1">
                <a:solidFill>
                  <a:schemeClr val="tx2"/>
                </a:solidFill>
              </a:defRPr>
            </a:lvl1pPr>
          </a:lstStyle>
          <a:p>
            <a:r>
              <a:rPr kumimoji="0" lang="fr-FR" smtClean="0"/>
              <a:t>Cliquez pour modifier le style du titre</a:t>
            </a:r>
            <a:endParaRPr kumimoji="0" lang="en-US"/>
          </a:p>
        </p:txBody>
      </p:sp>
      <p:sp>
        <p:nvSpPr>
          <p:cNvPr id="3" name="Espace réservé pour une image  2"/>
          <p:cNvSpPr>
            <a:spLocks noGrp="1"/>
          </p:cNvSpPr>
          <p:nvPr>
            <p:ph type="pic" idx="1"/>
          </p:nvPr>
        </p:nvSpPr>
        <p:spPr>
          <a:xfrm>
            <a:off x="3000375" y="609600"/>
            <a:ext cx="5867400" cy="4267200"/>
          </a:xfrm>
        </p:spPr>
        <p:txBody>
          <a:bodyPr/>
          <a:lstStyle>
            <a:lvl1pPr marL="0" indent="0">
              <a:buNone/>
              <a:defRPr sz="3200"/>
            </a:lvl1pPr>
          </a:lstStyle>
          <a:p>
            <a:r>
              <a:rPr kumimoji="0" lang="fr-FR" smtClean="0"/>
              <a:t>Cliquez sur l'icône pour ajouter une image</a:t>
            </a:r>
            <a:endParaRPr kumimoji="0" lang="en-US" dirty="0"/>
          </a:p>
        </p:txBody>
      </p:sp>
      <p:sp>
        <p:nvSpPr>
          <p:cNvPr id="4" name="Espace réservé du texte 3"/>
          <p:cNvSpPr>
            <a:spLocks noGrp="1"/>
          </p:cNvSpPr>
          <p:nvPr>
            <p:ph type="body" sz="half" idx="2"/>
          </p:nvPr>
        </p:nvSpPr>
        <p:spPr>
          <a:xfrm>
            <a:off x="381000" y="990600"/>
            <a:ext cx="2438400" cy="5257800"/>
          </a:xfrm>
        </p:spPr>
        <p:txBody>
          <a:bodyPr/>
          <a:lstStyle>
            <a:lvl1pPr marL="0" indent="0">
              <a:spcAft>
                <a:spcPts val="1000"/>
              </a:spcAft>
              <a:buFontTx/>
              <a:buNone/>
              <a:defRPr sz="1600">
                <a:solidFill>
                  <a:srgbClr val="FFFFFF"/>
                </a:solidFill>
              </a:defRPr>
            </a:lvl1pPr>
            <a:lvl2pPr>
              <a:defRPr sz="1200"/>
            </a:lvl2pPr>
            <a:lvl3pPr>
              <a:defRPr sz="1000"/>
            </a:lvl3pPr>
            <a:lvl4pPr>
              <a:defRPr sz="900"/>
            </a:lvl4pPr>
            <a:lvl5pPr>
              <a:defRPr sz="900"/>
            </a:lvl5pPr>
          </a:lstStyle>
          <a:p>
            <a:pPr lvl="0" eaLnBrk="1" latinLnBrk="0" hangingPunct="1"/>
            <a:r>
              <a:rPr kumimoji="0" lang="fr-FR" smtClean="0"/>
              <a:t>Cliquez pour modifier les styles du texte du masque</a:t>
            </a:r>
          </a:p>
        </p:txBody>
      </p:sp>
      <p:sp>
        <p:nvSpPr>
          <p:cNvPr id="22" name="Rectangle 21"/>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Espace réservé de la date 4"/>
          <p:cNvSpPr>
            <a:spLocks noGrp="1"/>
          </p:cNvSpPr>
          <p:nvPr>
            <p:ph type="dt" sz="half" idx="10"/>
          </p:nvPr>
        </p:nvSpPr>
        <p:spPr>
          <a:xfrm>
            <a:off x="5788152" y="6404984"/>
            <a:ext cx="3044952" cy="365760"/>
          </a:xfrm>
        </p:spPr>
        <p:txBody>
          <a:bodyPr/>
          <a:lstStyle/>
          <a:p>
            <a:fld id="{9D21D778-B565-4D7E-94D7-64010A445B68}" type="datetimeFigureOut">
              <a:rPr lang="en-US" smtClean="0"/>
              <a:pPr/>
              <a:t>5/14/2017</a:t>
            </a:fld>
            <a:endParaRPr lang="en-US" dirty="0"/>
          </a:p>
        </p:txBody>
      </p:sp>
      <p:sp>
        <p:nvSpPr>
          <p:cNvPr id="6" name="Espace réservé du pied de page 5"/>
          <p:cNvSpPr>
            <a:spLocks noGrp="1"/>
          </p:cNvSpPr>
          <p:nvPr>
            <p:ph type="ftr" sz="quarter" idx="11"/>
          </p:nvPr>
        </p:nvSpPr>
        <p:spPr>
          <a:xfrm>
            <a:off x="301752" y="6410848"/>
            <a:ext cx="3584448" cy="365760"/>
          </a:xfrm>
        </p:spPr>
        <p:txBody>
          <a:bodyPr/>
          <a:lstStyle/>
          <a:p>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bg>
      <p:bgRef idx="1001">
        <a:schemeClr val="bg2"/>
      </p:bgRef>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fr-FR" smtClean="0"/>
              <a:t>Cliquez pour modifier le style du titre</a:t>
            </a:r>
            <a:endParaRPr kumimoji="0" lang="en-US"/>
          </a:p>
        </p:txBody>
      </p:sp>
      <p:sp>
        <p:nvSpPr>
          <p:cNvPr id="3" name="Espace réservé du texte vertical 2"/>
          <p:cNvSpPr>
            <a:spLocks noGrp="1"/>
          </p:cNvSpPr>
          <p:nvPr>
            <p:ph type="body" orient="vert" idx="1"/>
          </p:nvPr>
        </p:nvSpPr>
        <p:spPr/>
        <p:txBody>
          <a:bodyPr vert="eaVert"/>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4" name="Espace réservé de la date 3"/>
          <p:cNvSpPr>
            <a:spLocks noGrp="1"/>
          </p:cNvSpPr>
          <p:nvPr>
            <p:ph type="dt" sz="half" idx="10"/>
          </p:nvPr>
        </p:nvSpPr>
        <p:spPr/>
        <p:txBody>
          <a:bodyPr/>
          <a:lstStyle/>
          <a:p>
            <a:fld id="{9D21D778-B565-4D7E-94D7-64010A445B68}" type="datetimeFigureOut">
              <a:rPr lang="en-US" smtClean="0"/>
              <a:pPr/>
              <a:t>5/14/2017</a:t>
            </a:fld>
            <a:endParaRPr lang="en-US"/>
          </a:p>
        </p:txBody>
      </p:sp>
      <p:sp>
        <p:nvSpPr>
          <p:cNvPr id="5" name="Espace réservé du pied de page 4"/>
          <p:cNvSpPr>
            <a:spLocks noGrp="1"/>
          </p:cNvSpPr>
          <p:nvPr>
            <p:ph type="ftr" sz="quarter" idx="11"/>
          </p:nvPr>
        </p:nvSpPr>
        <p:spPr/>
        <p:txBody>
          <a:bodyPr/>
          <a:lstStyle/>
          <a:p>
            <a:endParaRPr kumimoji="0" lang="en-US"/>
          </a:p>
        </p:txBody>
      </p:sp>
      <p:sp>
        <p:nvSpPr>
          <p:cNvPr id="6" name="Espace réservé du numéro de diapositive 5"/>
          <p:cNvSpPr>
            <a:spLocks noGrp="1"/>
          </p:cNvSpPr>
          <p:nvPr>
            <p:ph type="sldNum" sz="quarter" idx="12"/>
          </p:nvPr>
        </p:nvSpPr>
        <p:spPr/>
        <p:txBody>
          <a:bodyPr/>
          <a:lstStyle/>
          <a:p>
            <a:fld id="{2C6B1FF6-39B9-40F5-8B67-33C6354A3D4F}" type="slidenum">
              <a:rPr kumimoji="0" lang="en-US" smtClean="0"/>
              <a:pPr/>
              <a:t>‹N°›</a:t>
            </a:fld>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Titre vertical et texte">
    <p:bg>
      <p:bgRef idx="1001">
        <a:schemeClr val="bg2"/>
      </p:bgRef>
    </p:bg>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a:spLocks noChangeArrowheads="1"/>
          </p:cNvSpPr>
          <p:nvPr/>
        </p:nvSpPr>
        <p:spPr bwMode="white">
          <a:xfrm>
            <a:off x="7010400" y="0"/>
            <a:ext cx="21336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white">
          <a:xfrm>
            <a:off x="0" y="0"/>
            <a:ext cx="9144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Rectangle 10"/>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Connecteur droit 12"/>
          <p:cNvSpPr>
            <a:spLocks noChangeShapeType="1"/>
          </p:cNvSpPr>
          <p:nvPr/>
        </p:nvSpPr>
        <p:spPr bwMode="auto">
          <a:xfrm rot="5400000">
            <a:off x="4021836" y="3278124"/>
            <a:ext cx="6245352"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4" name="Ellipse 13"/>
          <p:cNvSpPr/>
          <p:nvPr/>
        </p:nvSpPr>
        <p:spPr>
          <a:xfrm>
            <a:off x="6839712" y="2925763"/>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Ellipse 14"/>
          <p:cNvSpPr/>
          <p:nvPr/>
        </p:nvSpPr>
        <p:spPr>
          <a:xfrm>
            <a:off x="6934200" y="3020251"/>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Espace réservé du numéro de diapositive 5"/>
          <p:cNvSpPr>
            <a:spLocks noGrp="1"/>
          </p:cNvSpPr>
          <p:nvPr>
            <p:ph type="sldNum" sz="quarter" idx="12"/>
          </p:nvPr>
        </p:nvSpPr>
        <p:spPr>
          <a:xfrm>
            <a:off x="6915912" y="3009901"/>
            <a:ext cx="457200" cy="441325"/>
          </a:xfrm>
        </p:spPr>
        <p:txBody>
          <a:bodyPr/>
          <a:lstStyle/>
          <a:p>
            <a:fld id="{2C6B1FF6-39B9-40F5-8B67-33C6354A3D4F}" type="slidenum">
              <a:rPr kumimoji="0" lang="en-US" smtClean="0"/>
              <a:pPr/>
              <a:t>‹N°›</a:t>
            </a:fld>
            <a:endParaRPr kumimoji="0" lang="en-US" dirty="0"/>
          </a:p>
        </p:txBody>
      </p:sp>
      <p:sp>
        <p:nvSpPr>
          <p:cNvPr id="3" name="Espace réservé du texte vertical 2"/>
          <p:cNvSpPr>
            <a:spLocks noGrp="1"/>
          </p:cNvSpPr>
          <p:nvPr>
            <p:ph type="body" orient="vert" idx="1"/>
          </p:nvPr>
        </p:nvSpPr>
        <p:spPr>
          <a:xfrm>
            <a:off x="304800" y="304800"/>
            <a:ext cx="6553200" cy="5821366"/>
          </a:xfrm>
        </p:spPr>
        <p:txBody>
          <a:bodyPr vert="eaVert"/>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4" name="Espace réservé de la date 3"/>
          <p:cNvSpPr>
            <a:spLocks noGrp="1"/>
          </p:cNvSpPr>
          <p:nvPr>
            <p:ph type="dt" sz="half" idx="10"/>
          </p:nvPr>
        </p:nvSpPr>
        <p:spPr/>
        <p:txBody>
          <a:bodyPr/>
          <a:lstStyle/>
          <a:p>
            <a:fld id="{9D21D778-B565-4D7E-94D7-64010A445B68}" type="datetimeFigureOut">
              <a:rPr lang="en-US" smtClean="0"/>
              <a:pPr/>
              <a:t>5/14/2017</a:t>
            </a:fld>
            <a:endParaRPr lang="en-US"/>
          </a:p>
        </p:txBody>
      </p:sp>
      <p:sp>
        <p:nvSpPr>
          <p:cNvPr id="5" name="Espace réservé du pied de page 4"/>
          <p:cNvSpPr>
            <a:spLocks noGrp="1"/>
          </p:cNvSpPr>
          <p:nvPr>
            <p:ph type="ftr" sz="quarter" idx="11"/>
          </p:nvPr>
        </p:nvSpPr>
        <p:spPr/>
        <p:txBody>
          <a:bodyPr/>
          <a:lstStyle/>
          <a:p>
            <a:endParaRPr kumimoji="0" lang="en-US"/>
          </a:p>
        </p:txBody>
      </p:sp>
      <p:sp>
        <p:nvSpPr>
          <p:cNvPr id="2" name="Titre vertical 1"/>
          <p:cNvSpPr>
            <a:spLocks noGrp="1"/>
          </p:cNvSpPr>
          <p:nvPr>
            <p:ph type="title" orient="vert"/>
          </p:nvPr>
        </p:nvSpPr>
        <p:spPr>
          <a:xfrm>
            <a:off x="7391400" y="304801"/>
            <a:ext cx="1447800" cy="5851525"/>
          </a:xfrm>
        </p:spPr>
        <p:txBody>
          <a:bodyPr vert="eaVert"/>
          <a:lstStyle/>
          <a:p>
            <a:r>
              <a:rPr kumimoji="0" lang="fr-FR" smtClean="0"/>
              <a:t>Cliquez pour modifier le style du titre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cSld name="Titre. Texte et 2 contenus">
    <p:spTree>
      <p:nvGrpSpPr>
        <p:cNvPr id="1" name=""/>
        <p:cNvGrpSpPr/>
        <p:nvPr/>
      </p:nvGrpSpPr>
      <p:grpSpPr>
        <a:xfrm>
          <a:off x="0" y="0"/>
          <a:ext cx="0" cy="0"/>
          <a:chOff x="0" y="0"/>
          <a:chExt cx="0" cy="0"/>
        </a:xfrm>
      </p:grpSpPr>
      <p:sp>
        <p:nvSpPr>
          <p:cNvPr id="2" name="Titre 1"/>
          <p:cNvSpPr>
            <a:spLocks noGrp="1"/>
          </p:cNvSpPr>
          <p:nvPr>
            <p:ph type="title"/>
          </p:nvPr>
        </p:nvSpPr>
        <p:spPr>
          <a:xfrm>
            <a:off x="838200" y="77788"/>
            <a:ext cx="7391400" cy="684212"/>
          </a:xfrm>
        </p:spPr>
        <p:txBody>
          <a:bodyPr/>
          <a:lstStyle/>
          <a:p>
            <a:r>
              <a:rPr lang="fr-FR" smtClean="0"/>
              <a:t>Cliquez pour modifier le style du titre</a:t>
            </a:r>
            <a:endParaRPr lang="fr-FR"/>
          </a:p>
        </p:txBody>
      </p:sp>
      <p:sp>
        <p:nvSpPr>
          <p:cNvPr id="3" name="Espace réservé du texte 2"/>
          <p:cNvSpPr>
            <a:spLocks noGrp="1"/>
          </p:cNvSpPr>
          <p:nvPr>
            <p:ph type="body" sz="half" idx="1"/>
          </p:nvPr>
        </p:nvSpPr>
        <p:spPr>
          <a:xfrm>
            <a:off x="1050925" y="1447800"/>
            <a:ext cx="3436938" cy="4694238"/>
          </a:xfrm>
        </p:spPr>
        <p:txBody>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contenu 3"/>
          <p:cNvSpPr>
            <a:spLocks noGrp="1"/>
          </p:cNvSpPr>
          <p:nvPr>
            <p:ph sz="quarter" idx="2"/>
          </p:nvPr>
        </p:nvSpPr>
        <p:spPr>
          <a:xfrm>
            <a:off x="4640263" y="1447800"/>
            <a:ext cx="3436937" cy="2270125"/>
          </a:xfrm>
        </p:spPr>
        <p:txBody>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Espace réservé du contenu 4"/>
          <p:cNvSpPr>
            <a:spLocks noGrp="1"/>
          </p:cNvSpPr>
          <p:nvPr>
            <p:ph sz="quarter" idx="3"/>
          </p:nvPr>
        </p:nvSpPr>
        <p:spPr>
          <a:xfrm>
            <a:off x="4640263" y="3870325"/>
            <a:ext cx="3436937" cy="2271713"/>
          </a:xfrm>
        </p:spPr>
        <p:txBody>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cSld name="Titre. Texte et contenu">
    <p:spTree>
      <p:nvGrpSpPr>
        <p:cNvPr id="1" name=""/>
        <p:cNvGrpSpPr/>
        <p:nvPr/>
      </p:nvGrpSpPr>
      <p:grpSpPr>
        <a:xfrm>
          <a:off x="0" y="0"/>
          <a:ext cx="0" cy="0"/>
          <a:chOff x="0" y="0"/>
          <a:chExt cx="0" cy="0"/>
        </a:xfrm>
      </p:grpSpPr>
      <p:sp>
        <p:nvSpPr>
          <p:cNvPr id="2" name="Titre 1"/>
          <p:cNvSpPr>
            <a:spLocks noGrp="1"/>
          </p:cNvSpPr>
          <p:nvPr>
            <p:ph type="title"/>
          </p:nvPr>
        </p:nvSpPr>
        <p:spPr>
          <a:xfrm>
            <a:off x="838200" y="77788"/>
            <a:ext cx="7391400" cy="684212"/>
          </a:xfrm>
        </p:spPr>
        <p:txBody>
          <a:bodyPr/>
          <a:lstStyle/>
          <a:p>
            <a:r>
              <a:rPr lang="fr-FR" smtClean="0"/>
              <a:t>Cliquez pour modifier le style du titre</a:t>
            </a:r>
            <a:endParaRPr lang="fr-FR"/>
          </a:p>
        </p:txBody>
      </p:sp>
      <p:sp>
        <p:nvSpPr>
          <p:cNvPr id="3" name="Espace réservé du texte 2"/>
          <p:cNvSpPr>
            <a:spLocks noGrp="1"/>
          </p:cNvSpPr>
          <p:nvPr>
            <p:ph type="body" sz="half" idx="1"/>
          </p:nvPr>
        </p:nvSpPr>
        <p:spPr>
          <a:xfrm>
            <a:off x="1050925" y="1447800"/>
            <a:ext cx="3436938" cy="4694238"/>
          </a:xfrm>
        </p:spPr>
        <p:txBody>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contenu 3"/>
          <p:cNvSpPr>
            <a:spLocks noGrp="1"/>
          </p:cNvSpPr>
          <p:nvPr>
            <p:ph sz="half" idx="2"/>
          </p:nvPr>
        </p:nvSpPr>
        <p:spPr>
          <a:xfrm>
            <a:off x="4640263" y="1447800"/>
            <a:ext cx="3436937" cy="4694238"/>
          </a:xfrm>
        </p:spPr>
        <p:txBody>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OverObj">
  <p:cSld name="Titre et texte sur contenu">
    <p:spTree>
      <p:nvGrpSpPr>
        <p:cNvPr id="1" name=""/>
        <p:cNvGrpSpPr/>
        <p:nvPr/>
      </p:nvGrpSpPr>
      <p:grpSpPr>
        <a:xfrm>
          <a:off x="0" y="0"/>
          <a:ext cx="0" cy="0"/>
          <a:chOff x="0" y="0"/>
          <a:chExt cx="0" cy="0"/>
        </a:xfrm>
      </p:grpSpPr>
      <p:sp>
        <p:nvSpPr>
          <p:cNvPr id="2" name="Titre 1"/>
          <p:cNvSpPr>
            <a:spLocks noGrp="1"/>
          </p:cNvSpPr>
          <p:nvPr>
            <p:ph type="title"/>
          </p:nvPr>
        </p:nvSpPr>
        <p:spPr>
          <a:xfrm>
            <a:off x="838200" y="77788"/>
            <a:ext cx="7391400" cy="684212"/>
          </a:xfrm>
        </p:spPr>
        <p:txBody>
          <a:bodyPr/>
          <a:lstStyle/>
          <a:p>
            <a:r>
              <a:rPr lang="fr-FR" smtClean="0"/>
              <a:t>Cliquez pour modifier le style du titre</a:t>
            </a:r>
            <a:endParaRPr lang="fr-FR"/>
          </a:p>
        </p:txBody>
      </p:sp>
      <p:sp>
        <p:nvSpPr>
          <p:cNvPr id="3" name="Espace réservé du texte 2"/>
          <p:cNvSpPr>
            <a:spLocks noGrp="1"/>
          </p:cNvSpPr>
          <p:nvPr>
            <p:ph type="body" sz="half" idx="1"/>
          </p:nvPr>
        </p:nvSpPr>
        <p:spPr>
          <a:xfrm>
            <a:off x="1050925" y="1447800"/>
            <a:ext cx="7026275" cy="2270125"/>
          </a:xfrm>
        </p:spPr>
        <p:txBody>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contenu 3"/>
          <p:cNvSpPr>
            <a:spLocks noGrp="1"/>
          </p:cNvSpPr>
          <p:nvPr>
            <p:ph sz="half" idx="2"/>
          </p:nvPr>
        </p:nvSpPr>
        <p:spPr>
          <a:xfrm>
            <a:off x="1050925" y="3870325"/>
            <a:ext cx="7026275" cy="2271713"/>
          </a:xfrm>
        </p:spPr>
        <p:txBody>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AndTwoObj">
  <p:cSld name="Titre. Contenu et 2 contenus">
    <p:spTree>
      <p:nvGrpSpPr>
        <p:cNvPr id="1" name=""/>
        <p:cNvGrpSpPr/>
        <p:nvPr/>
      </p:nvGrpSpPr>
      <p:grpSpPr>
        <a:xfrm>
          <a:off x="0" y="0"/>
          <a:ext cx="0" cy="0"/>
          <a:chOff x="0" y="0"/>
          <a:chExt cx="0" cy="0"/>
        </a:xfrm>
      </p:grpSpPr>
      <p:sp>
        <p:nvSpPr>
          <p:cNvPr id="2" name="Titre 1"/>
          <p:cNvSpPr>
            <a:spLocks noGrp="1"/>
          </p:cNvSpPr>
          <p:nvPr>
            <p:ph type="title"/>
          </p:nvPr>
        </p:nvSpPr>
        <p:spPr>
          <a:xfrm>
            <a:off x="838200" y="77788"/>
            <a:ext cx="7391400" cy="684212"/>
          </a:xfrm>
        </p:spPr>
        <p:txBody>
          <a:bodyPr/>
          <a:lstStyle/>
          <a:p>
            <a:r>
              <a:rPr lang="fr-FR" smtClean="0"/>
              <a:t>Cliquez pour modifier le style du titre</a:t>
            </a:r>
            <a:endParaRPr lang="fr-FR"/>
          </a:p>
        </p:txBody>
      </p:sp>
      <p:sp>
        <p:nvSpPr>
          <p:cNvPr id="3" name="Espace réservé du contenu 2"/>
          <p:cNvSpPr>
            <a:spLocks noGrp="1"/>
          </p:cNvSpPr>
          <p:nvPr>
            <p:ph sz="half" idx="1"/>
          </p:nvPr>
        </p:nvSpPr>
        <p:spPr>
          <a:xfrm>
            <a:off x="1050925" y="1447800"/>
            <a:ext cx="3436938" cy="4694238"/>
          </a:xfrm>
        </p:spPr>
        <p:txBody>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contenu 3"/>
          <p:cNvSpPr>
            <a:spLocks noGrp="1"/>
          </p:cNvSpPr>
          <p:nvPr>
            <p:ph sz="quarter" idx="2"/>
          </p:nvPr>
        </p:nvSpPr>
        <p:spPr>
          <a:xfrm>
            <a:off x="4640263" y="1447800"/>
            <a:ext cx="3436937" cy="2270125"/>
          </a:xfrm>
        </p:spPr>
        <p:txBody>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Espace réservé du contenu 4"/>
          <p:cNvSpPr>
            <a:spLocks noGrp="1"/>
          </p:cNvSpPr>
          <p:nvPr>
            <p:ph sz="quarter" idx="3"/>
          </p:nvPr>
        </p:nvSpPr>
        <p:spPr>
          <a:xfrm>
            <a:off x="4640263" y="3870325"/>
            <a:ext cx="3436937" cy="2271713"/>
          </a:xfrm>
        </p:spPr>
        <p:txBody>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393371"/>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Espace réservé de la date 13"/>
          <p:cNvSpPr>
            <a:spLocks noGrp="1"/>
          </p:cNvSpPr>
          <p:nvPr>
            <p:ph type="dt" sz="half" idx="2"/>
          </p:nvPr>
        </p:nvSpPr>
        <p:spPr>
          <a:xfrm>
            <a:off x="5791200" y="6404984"/>
            <a:ext cx="3044952" cy="365760"/>
          </a:xfrm>
          <a:prstGeom prst="rect">
            <a:avLst/>
          </a:prstGeom>
        </p:spPr>
        <p:txBody>
          <a:bodyPr vert="horz"/>
          <a:lstStyle>
            <a:lvl1pPr algn="r" eaLnBrk="1" latinLnBrk="0" hangingPunct="1">
              <a:defRPr kumimoji="0" sz="1400">
                <a:solidFill>
                  <a:srgbClr val="FFFFFF"/>
                </a:solidFill>
              </a:defRPr>
            </a:lvl1pPr>
          </a:lstStyle>
          <a:p>
            <a:pPr algn="r" eaLnBrk="1" latinLnBrk="0" hangingPunct="1"/>
            <a:fld id="{9D21D778-B565-4D7E-94D7-64010A445B68}" type="datetimeFigureOut">
              <a:rPr lang="en-US" smtClean="0"/>
              <a:pPr algn="r" eaLnBrk="1" latinLnBrk="0" hangingPunct="1"/>
              <a:t>5/14/2017</a:t>
            </a:fld>
            <a:endParaRPr lang="en-US" sz="1400" dirty="0">
              <a:solidFill>
                <a:srgbClr val="FFFFFF"/>
              </a:solidFill>
            </a:endParaRPr>
          </a:p>
        </p:txBody>
      </p:sp>
      <p:sp>
        <p:nvSpPr>
          <p:cNvPr id="3" name="Espace réservé du pied de page 2"/>
          <p:cNvSpPr>
            <a:spLocks noGrp="1"/>
          </p:cNvSpPr>
          <p:nvPr>
            <p:ph type="ftr" sz="quarter" idx="3"/>
          </p:nvPr>
        </p:nvSpPr>
        <p:spPr>
          <a:xfrm>
            <a:off x="304800" y="6410848"/>
            <a:ext cx="3581400" cy="365760"/>
          </a:xfrm>
          <a:prstGeom prst="rect">
            <a:avLst/>
          </a:prstGeom>
        </p:spPr>
        <p:txBody>
          <a:bodyPr vert="horz"/>
          <a:lstStyle>
            <a:lvl1pPr algn="l" eaLnBrk="1" latinLnBrk="0" hangingPunct="1">
              <a:defRPr kumimoji="0" sz="1200">
                <a:solidFill>
                  <a:srgbClr val="FFFFFF"/>
                </a:solidFill>
              </a:defRPr>
            </a:lvl1pPr>
          </a:lstStyle>
          <a:p>
            <a:pPr algn="l" eaLnBrk="1" latinLnBrk="0" hangingPunct="1"/>
            <a:endParaRPr kumimoji="0" lang="en-US" dirty="0">
              <a:solidFill>
                <a:srgbClr val="FFFFFF"/>
              </a:solidFill>
            </a:endParaRPr>
          </a:p>
        </p:txBody>
      </p:sp>
      <p:sp>
        <p:nvSpPr>
          <p:cNvPr id="8" name="Rectangle 7"/>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0" name="Connecteur droit 9"/>
          <p:cNvSpPr>
            <a:spLocks noChangeShapeType="1"/>
          </p:cNvSpPr>
          <p:nvPr/>
        </p:nvSpPr>
        <p:spPr bwMode="auto">
          <a:xfrm>
            <a:off x="152400" y="1276743"/>
            <a:ext cx="8833104"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2" name="Ellipse 11"/>
          <p:cNvSpPr/>
          <p:nvPr/>
        </p:nvSpPr>
        <p:spPr>
          <a:xfrm>
            <a:off x="4267200" y="956036"/>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Ellipse 14"/>
          <p:cNvSpPr/>
          <p:nvPr/>
        </p:nvSpPr>
        <p:spPr>
          <a:xfrm>
            <a:off x="4361688" y="1050524"/>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Espace réservé du numéro de diapositive 22"/>
          <p:cNvSpPr>
            <a:spLocks noGrp="1"/>
          </p:cNvSpPr>
          <p:nvPr>
            <p:ph type="sldNum" sz="quarter" idx="4"/>
          </p:nvPr>
        </p:nvSpPr>
        <p:spPr>
          <a:xfrm>
            <a:off x="4343400" y="1040174"/>
            <a:ext cx="457200" cy="441325"/>
          </a:xfrm>
          <a:prstGeom prst="rect">
            <a:avLst/>
          </a:prstGeom>
        </p:spPr>
        <p:txBody>
          <a:bodyPr vert="horz" lIns="45720" rIns="45720" anchor="ctr">
            <a:normAutofit/>
          </a:bodyPr>
          <a:lstStyle>
            <a:lvl1pPr algn="ctr" eaLnBrk="1" latinLnBrk="0" hangingPunct="1">
              <a:defRPr kumimoji="0" sz="1600">
                <a:solidFill>
                  <a:schemeClr val="accent3">
                    <a:shade val="75000"/>
                  </a:schemeClr>
                </a:solidFill>
              </a:defRPr>
            </a:lvl1pPr>
          </a:lstStyle>
          <a:p>
            <a:pPr algn="ctr" eaLnBrk="1" latinLnBrk="0" hangingPunct="1"/>
            <a:fld id="{2C6B1FF6-39B9-40F5-8B67-33C6354A3D4F}" type="slidenum">
              <a:rPr kumimoji="0" lang="en-US" smtClean="0"/>
              <a:pPr algn="ctr" eaLnBrk="1" latinLnBrk="0" hangingPunct="1"/>
              <a:t>‹N°›</a:t>
            </a:fld>
            <a:endParaRPr kumimoji="0" lang="en-US" sz="1600" dirty="0">
              <a:solidFill>
                <a:schemeClr val="accent3">
                  <a:shade val="75000"/>
                </a:schemeClr>
              </a:solidFill>
            </a:endParaRPr>
          </a:p>
        </p:txBody>
      </p:sp>
      <p:sp>
        <p:nvSpPr>
          <p:cNvPr id="22" name="Espace réservé du titre 21"/>
          <p:cNvSpPr>
            <a:spLocks noGrp="1"/>
          </p:cNvSpPr>
          <p:nvPr>
            <p:ph type="title"/>
          </p:nvPr>
        </p:nvSpPr>
        <p:spPr>
          <a:xfrm>
            <a:off x="301752" y="228600"/>
            <a:ext cx="8534400" cy="758952"/>
          </a:xfrm>
          <a:prstGeom prst="rect">
            <a:avLst/>
          </a:prstGeom>
        </p:spPr>
        <p:txBody>
          <a:bodyPr vert="horz" anchor="b">
            <a:normAutofit/>
          </a:bodyPr>
          <a:lstStyle/>
          <a:p>
            <a:r>
              <a:rPr kumimoji="0" lang="fr-FR" smtClean="0"/>
              <a:t>Cliquez pour modifier le style du titre</a:t>
            </a:r>
            <a:endParaRPr kumimoji="0" lang="en-US"/>
          </a:p>
        </p:txBody>
      </p:sp>
      <p:sp>
        <p:nvSpPr>
          <p:cNvPr id="13" name="Espace réservé du texte 12"/>
          <p:cNvSpPr>
            <a:spLocks noGrp="1"/>
          </p:cNvSpPr>
          <p:nvPr>
            <p:ph type="body" idx="1"/>
          </p:nvPr>
        </p:nvSpPr>
        <p:spPr>
          <a:xfrm>
            <a:off x="301752" y="1524000"/>
            <a:ext cx="8534400" cy="4599432"/>
          </a:xfrm>
          <a:prstGeom prst="rect">
            <a:avLst/>
          </a:prstGeom>
        </p:spPr>
        <p:txBody>
          <a:bodyPr vert="horz">
            <a:normAutofit/>
          </a:bodyPr>
          <a:lstStyle/>
          <a:p>
            <a:pPr lvl="0" eaLnBrk="1" latinLnBrk="0" hangingPunct="1"/>
            <a:r>
              <a:rPr kumimoji="0" lang="fr-FR" smtClean="0"/>
              <a:t>Cliquez pour modifier les styles du texte du masque</a:t>
            </a:r>
          </a:p>
          <a:p>
            <a:pPr lvl="1" eaLnBrk="1" latinLnBrk="0" hangingPunct="1"/>
            <a:r>
              <a:rPr kumimoji="0" lang="fr-FR" smtClean="0"/>
              <a:t>Deuxième niveau</a:t>
            </a:r>
          </a:p>
          <a:p>
            <a:pPr lvl="2" eaLnBrk="1" latinLnBrk="0" hangingPunct="1"/>
            <a:r>
              <a:rPr kumimoji="0" lang="fr-FR" smtClean="0"/>
              <a:t>Troisième niveau</a:t>
            </a:r>
          </a:p>
          <a:p>
            <a:pPr lvl="3" eaLnBrk="1" latinLnBrk="0" hangingPunct="1"/>
            <a:r>
              <a:rPr kumimoji="0" lang="fr-FR" smtClean="0"/>
              <a:t>Quatrième niveau</a:t>
            </a:r>
          </a:p>
          <a:p>
            <a:pPr lvl="4" eaLnBrk="1" latinLnBrk="0" hangingPunct="1"/>
            <a:r>
              <a:rPr kumimoji="0" lang="fr-FR" smtClean="0"/>
              <a:t>Cinquième niveau</a:t>
            </a:r>
            <a:endParaRPr kumimoji="0" lang="en-US"/>
          </a:p>
        </p:txBody>
      </p:sp>
    </p:spTree>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 id="2147483671" r:id="rId6"/>
    <p:sldLayoutId id="2147483672" r:id="rId7"/>
    <p:sldLayoutId id="2147483673" r:id="rId8"/>
    <p:sldLayoutId id="2147483674" r:id="rId9"/>
    <p:sldLayoutId id="2147483675" r:id="rId10"/>
    <p:sldLayoutId id="2147483676" r:id="rId11"/>
    <p:sldLayoutId id="2147483677" r:id="rId12"/>
    <p:sldLayoutId id="2147483678" r:id="rId13"/>
    <p:sldLayoutId id="2147483679" r:id="rId14"/>
    <p:sldLayoutId id="2147483680" r:id="rId15"/>
  </p:sldLayoutIdLst>
  <p:txStyles>
    <p:titleStyle>
      <a:lvl1pPr algn="ctr" rtl="0" eaLnBrk="1" latinLnBrk="0" hangingPunct="1">
        <a:spcBef>
          <a:spcPct val="0"/>
        </a:spcBef>
        <a:buNone/>
        <a:defRPr kumimoji="0" sz="3300" kern="1200">
          <a:solidFill>
            <a:schemeClr val="accent3">
              <a:shade val="75000"/>
            </a:schemeClr>
          </a:solidFill>
          <a:latin typeface="+mj-lt"/>
          <a:ea typeface="+mj-ea"/>
          <a:cs typeface="+mj-cs"/>
        </a:defRPr>
      </a:lvl1pPr>
    </p:titleStyle>
    <p:bodyStyle>
      <a:lvl1pPr marL="274320" indent="-274320" algn="l" rtl="0" eaLnBrk="1" latinLnBrk="0" hangingPunct="1">
        <a:spcBef>
          <a:spcPct val="20000"/>
        </a:spcBef>
        <a:buClr>
          <a:schemeClr val="accent1"/>
        </a:buClr>
        <a:buSzPct val="85000"/>
        <a:buFont typeface="Wingdings 2"/>
        <a:buChar char=""/>
        <a:defRPr kumimoji="0" sz="2700" kern="1200">
          <a:solidFill>
            <a:schemeClr val="tx1"/>
          </a:solidFill>
          <a:latin typeface="+mn-lt"/>
          <a:ea typeface="+mn-ea"/>
          <a:cs typeface="+mn-cs"/>
        </a:defRPr>
      </a:lvl1pPr>
      <a:lvl2pPr marL="548640" indent="-274320" algn="l" rtl="0" eaLnBrk="1" latinLnBrk="0" hangingPunct="1">
        <a:spcBef>
          <a:spcPct val="20000"/>
        </a:spcBef>
        <a:buClr>
          <a:schemeClr val="accent2"/>
        </a:buClr>
        <a:buSzPct val="70000"/>
        <a:buFont typeface="Wingdings"/>
        <a:buChar char=""/>
        <a:defRPr kumimoji="0" sz="2200" kern="1200">
          <a:solidFill>
            <a:schemeClr val="tx2"/>
          </a:solidFill>
          <a:latin typeface="+mn-lt"/>
          <a:ea typeface="+mn-ea"/>
          <a:cs typeface="+mn-cs"/>
        </a:defRPr>
      </a:lvl2pPr>
      <a:lvl3pPr marL="822960" indent="-228600" algn="l" rtl="0" eaLnBrk="1" latinLnBrk="0" hangingPunct="1">
        <a:spcBef>
          <a:spcPct val="20000"/>
        </a:spcBef>
        <a:buClr>
          <a:schemeClr val="accent3"/>
        </a:buClr>
        <a:buSzPct val="7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ct val="20000"/>
        </a:spcBef>
        <a:buClr>
          <a:schemeClr val="accent4"/>
        </a:buClr>
        <a:buSzPct val="70000"/>
        <a:buFont typeface="Wingdings"/>
        <a:buChar char=""/>
        <a:defRPr kumimoji="0" sz="2000" kern="1200">
          <a:solidFill>
            <a:schemeClr val="tx2"/>
          </a:solidFill>
          <a:latin typeface="+mn-lt"/>
          <a:ea typeface="+mn-ea"/>
          <a:cs typeface="+mn-cs"/>
        </a:defRPr>
      </a:lvl4pPr>
      <a:lvl5pPr marL="1371600" indent="-228600" algn="l" rtl="0" eaLnBrk="1" latinLnBrk="0" hangingPunct="1">
        <a:spcBef>
          <a:spcPct val="20000"/>
        </a:spcBef>
        <a:buClr>
          <a:schemeClr val="accent5"/>
        </a:buClr>
        <a:buFontTx/>
        <a:buChar char="•"/>
        <a:defRPr kumimoji="0" sz="1800" kern="1200">
          <a:solidFill>
            <a:schemeClr val="tx1"/>
          </a:solidFill>
          <a:latin typeface="+mn-lt"/>
          <a:ea typeface="+mn-ea"/>
          <a:cs typeface="+mn-cs"/>
        </a:defRPr>
      </a:lvl5pPr>
      <a:lvl6pPr marL="1645920" indent="-182880" algn="l" rtl="0" eaLnBrk="1" latinLnBrk="0" hangingPunct="1">
        <a:spcBef>
          <a:spcPct val="20000"/>
        </a:spcBef>
        <a:buClr>
          <a:schemeClr val="accent6"/>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1">
            <a:shade val="75000"/>
          </a:schemeClr>
        </a:buClr>
        <a:buSzPct val="90000"/>
        <a:buChar char="•"/>
        <a:defRPr kumimoji="0" sz="1600" kern="1200" baseline="0">
          <a:solidFill>
            <a:schemeClr val="tx1"/>
          </a:solidFill>
          <a:latin typeface="+mn-lt"/>
          <a:ea typeface="+mn-ea"/>
          <a:cs typeface="+mn-cs"/>
        </a:defRPr>
      </a:lvl7pPr>
      <a:lvl8pPr marL="2103120" indent="-182880" algn="l" rtl="0" eaLnBrk="1" latinLnBrk="0" hangingPunct="1">
        <a:spcBef>
          <a:spcPct val="20000"/>
        </a:spcBef>
        <a:buClr>
          <a:schemeClr val="accent4">
            <a:shade val="75000"/>
          </a:schemeClr>
        </a:buClr>
        <a:buChar char="•"/>
        <a:defRPr kumimoji="0" sz="1600" kern="1200">
          <a:solidFill>
            <a:schemeClr val="tx1"/>
          </a:solidFill>
          <a:latin typeface="+mn-lt"/>
          <a:ea typeface="+mn-ea"/>
          <a:cs typeface="+mn-cs"/>
        </a:defRPr>
      </a:lvl8pPr>
      <a:lvl9pPr marL="2377440" indent="-182880" algn="l" rtl="0" eaLnBrk="1" latinLnBrk="0" hangingPunct="1">
        <a:spcBef>
          <a:spcPct val="20000"/>
        </a:spcBef>
        <a:buClr>
          <a:schemeClr val="accent2">
            <a:shade val="75000"/>
          </a:schemeClr>
        </a:buClr>
        <a:buSzPct val="90000"/>
        <a:buChar char="•"/>
        <a:defRPr kumimoji="0" sz="1400" kern="1200" cap="all"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14.xml"/><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13.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9.xml"/><Relationship Id="rId1" Type="http://schemas.openxmlformats.org/officeDocument/2006/relationships/slideLayout" Target="../slideLayouts/slideLayout12.xml"/><Relationship Id="rId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0580" name="Rectangle-4"/>
          <p:cNvSpPr>
            <a:spLocks noGrp="1" noChangeArrowheads="1"/>
          </p:cNvSpPr>
          <p:nvPr>
            <p:ph type="ctrTitle"/>
          </p:nvPr>
        </p:nvSpPr>
        <p:spPr>
          <a:xfrm>
            <a:off x="1328738" y="3352800"/>
            <a:ext cx="6443662" cy="1741488"/>
          </a:xfrm>
        </p:spPr>
        <p:txBody>
          <a:bodyPr>
            <a:normAutofit/>
          </a:bodyPr>
          <a:lstStyle/>
          <a:p>
            <a:r>
              <a:rPr lang="fr-FR" sz="4800" dirty="0" smtClean="0">
                <a:solidFill>
                  <a:srgbClr val="000000"/>
                </a:solidFill>
                <a:ea typeface="SimSun" pitchFamily="2" charset="-122"/>
              </a:rPr>
              <a:t>Chapitre 12</a:t>
            </a:r>
            <a:r>
              <a:rPr lang="fr-FR" sz="4800" dirty="0">
                <a:solidFill>
                  <a:srgbClr val="000000"/>
                </a:solidFill>
                <a:ea typeface="SimSun" pitchFamily="2" charset="-122"/>
              </a:rPr>
              <a:t> </a:t>
            </a:r>
            <a:r>
              <a:rPr lang="fr-FR" sz="4800" dirty="0" smtClean="0">
                <a:solidFill>
                  <a:srgbClr val="000000"/>
                </a:solidFill>
                <a:ea typeface="SimSun" pitchFamily="2" charset="-122"/>
              </a:rPr>
              <a:t/>
            </a:r>
            <a:br>
              <a:rPr lang="fr-FR" sz="4800" dirty="0" smtClean="0">
                <a:solidFill>
                  <a:srgbClr val="000000"/>
                </a:solidFill>
                <a:ea typeface="SimSun" pitchFamily="2" charset="-122"/>
              </a:rPr>
            </a:br>
            <a:r>
              <a:rPr lang="fr-FR" sz="4800" dirty="0" smtClean="0">
                <a:solidFill>
                  <a:srgbClr val="000000"/>
                </a:solidFill>
                <a:ea typeface="SimSun" pitchFamily="2" charset="-122"/>
              </a:rPr>
              <a:t> </a:t>
            </a:r>
            <a:r>
              <a:rPr lang="fr-FR" sz="4800" dirty="0">
                <a:solidFill>
                  <a:srgbClr val="000000"/>
                </a:solidFill>
                <a:ea typeface="SimSun" pitchFamily="2" charset="-122"/>
              </a:rPr>
              <a:t>Gestion des disques</a:t>
            </a:r>
            <a:endParaRPr lang="en-IE" sz="4800" dirty="0">
              <a:solidFill>
                <a:srgbClr val="000000"/>
              </a:solidFill>
            </a:endParaRPr>
          </a:p>
        </p:txBody>
      </p:sp>
      <p:sp>
        <p:nvSpPr>
          <p:cNvPr id="4" name="ZoneTexte 3"/>
          <p:cNvSpPr txBox="1"/>
          <p:nvPr/>
        </p:nvSpPr>
        <p:spPr>
          <a:xfrm>
            <a:off x="1634818" y="942115"/>
            <a:ext cx="5749636" cy="830997"/>
          </a:xfrm>
          <a:prstGeom prst="rect">
            <a:avLst/>
          </a:prstGeom>
          <a:noFill/>
        </p:spPr>
        <p:txBody>
          <a:bodyPr wrap="square" rtlCol="0">
            <a:spAutoFit/>
          </a:bodyPr>
          <a:lstStyle/>
          <a:p>
            <a:r>
              <a:rPr lang="fr-FR" sz="4800" dirty="0" smtClean="0">
                <a:solidFill>
                  <a:schemeClr val="tx1"/>
                </a:solidFill>
              </a:rPr>
              <a:t>Module S42</a:t>
            </a:r>
            <a:endParaRPr lang="fr-FR" sz="4800" dirty="0">
              <a:solidFill>
                <a:schemeClr val="tx1"/>
              </a:solidFill>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7746" name="Rectangle-2"/>
          <p:cNvSpPr>
            <a:spLocks noGrp="1" noChangeArrowheads="1"/>
          </p:cNvSpPr>
          <p:nvPr>
            <p:ph type="title"/>
          </p:nvPr>
        </p:nvSpPr>
        <p:spPr/>
        <p:txBody>
          <a:bodyPr/>
          <a:lstStyle/>
          <a:p>
            <a:r>
              <a:rPr lang="fr-FR" dirty="0" smtClean="0">
                <a:solidFill>
                  <a:srgbClr val="000000"/>
                </a:solidFill>
                <a:ea typeface="SimSun" pitchFamily="2" charset="-122"/>
              </a:rPr>
              <a:t>Plan du cours</a:t>
            </a:r>
            <a:endParaRPr lang="en-US" dirty="0">
              <a:solidFill>
                <a:srgbClr val="000000"/>
              </a:solidFill>
            </a:endParaRPr>
          </a:p>
        </p:txBody>
      </p:sp>
      <p:sp>
        <p:nvSpPr>
          <p:cNvPr id="287747" name="Rectangle-3"/>
          <p:cNvSpPr>
            <a:spLocks noGrp="1" noChangeArrowheads="1"/>
          </p:cNvSpPr>
          <p:nvPr>
            <p:ph sz="quarter" idx="1"/>
          </p:nvPr>
        </p:nvSpPr>
        <p:spPr>
          <a:xfrm>
            <a:off x="347472" y="2197608"/>
            <a:ext cx="8503920" cy="3395472"/>
          </a:xfrm>
        </p:spPr>
        <p:txBody>
          <a:bodyPr/>
          <a:lstStyle/>
          <a:p>
            <a:pPr marL="514350" indent="-514350">
              <a:buClr>
                <a:schemeClr val="tx1"/>
              </a:buClr>
              <a:buFont typeface="+mj-lt"/>
              <a:buAutoNum type="arabicPeriod"/>
            </a:pPr>
            <a:r>
              <a:rPr lang="fr-FR" dirty="0">
                <a:solidFill>
                  <a:srgbClr val="000000"/>
                </a:solidFill>
                <a:ea typeface="SimSun" pitchFamily="2" charset="-122"/>
              </a:rPr>
              <a:t>Préparation des disques</a:t>
            </a:r>
            <a:r>
              <a:rPr lang="en-IE" dirty="0">
                <a:solidFill>
                  <a:srgbClr val="000000"/>
                </a:solidFill>
              </a:rPr>
              <a:t> </a:t>
            </a:r>
            <a:r>
              <a:rPr lang="en-US" dirty="0"/>
              <a:t> </a:t>
            </a:r>
          </a:p>
          <a:p>
            <a:pPr marL="514350" indent="-514350">
              <a:buClr>
                <a:schemeClr val="tx1"/>
              </a:buClr>
              <a:buFont typeface="+mj-lt"/>
              <a:buAutoNum type="arabicPeriod"/>
            </a:pPr>
            <a:r>
              <a:rPr lang="fr-FR" dirty="0" smtClean="0">
                <a:solidFill>
                  <a:srgbClr val="000000"/>
                </a:solidFill>
                <a:ea typeface="SimSun" pitchFamily="2" charset="-122"/>
              </a:rPr>
              <a:t>Gestion </a:t>
            </a:r>
            <a:r>
              <a:rPr lang="fr-FR" dirty="0">
                <a:solidFill>
                  <a:srgbClr val="000000"/>
                </a:solidFill>
                <a:ea typeface="SimSun" pitchFamily="2" charset="-122"/>
              </a:rPr>
              <a:t>des lecteurs montés</a:t>
            </a:r>
            <a:r>
              <a:rPr lang="en-IE" dirty="0">
                <a:solidFill>
                  <a:srgbClr val="000000"/>
                </a:solidFill>
              </a:rPr>
              <a:t> </a:t>
            </a:r>
            <a:r>
              <a:rPr lang="en-US" dirty="0"/>
              <a:t> </a:t>
            </a:r>
          </a:p>
          <a:p>
            <a:pPr marL="514350" indent="-514350">
              <a:buClr>
                <a:schemeClr val="tx1"/>
              </a:buClr>
              <a:buFont typeface="+mj-lt"/>
              <a:buAutoNum type="arabicPeriod"/>
            </a:pPr>
            <a:r>
              <a:rPr lang="fr-FR" dirty="0">
                <a:solidFill>
                  <a:srgbClr val="000000"/>
                </a:solidFill>
                <a:ea typeface="SimSun" pitchFamily="2" charset="-122"/>
              </a:rPr>
              <a:t>Conversion de disques</a:t>
            </a:r>
            <a:r>
              <a:rPr lang="en-IE" dirty="0">
                <a:solidFill>
                  <a:srgbClr val="000000"/>
                </a:solidFill>
              </a:rPr>
              <a:t> </a:t>
            </a:r>
            <a:r>
              <a:rPr lang="en-US" dirty="0"/>
              <a:t> </a:t>
            </a:r>
          </a:p>
          <a:p>
            <a:pPr marL="514350" indent="-514350">
              <a:buClr>
                <a:schemeClr val="tx1"/>
              </a:buClr>
              <a:buFont typeface="+mj-lt"/>
              <a:buAutoNum type="arabicPeriod"/>
            </a:pPr>
            <a:r>
              <a:rPr lang="fr-FR" dirty="0">
                <a:solidFill>
                  <a:srgbClr val="000000"/>
                </a:solidFill>
                <a:ea typeface="SimSun" pitchFamily="2" charset="-122"/>
              </a:rPr>
              <a:t>Création de volumes</a:t>
            </a:r>
            <a:r>
              <a:rPr lang="en-IE" dirty="0">
                <a:solidFill>
                  <a:srgbClr val="000000"/>
                </a:solidFill>
              </a:rPr>
              <a:t> </a:t>
            </a:r>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5634" name="Rectangle-2"/>
          <p:cNvSpPr>
            <a:spLocks noGrp="1" noChangeArrowheads="1"/>
          </p:cNvSpPr>
          <p:nvPr>
            <p:ph type="title"/>
          </p:nvPr>
        </p:nvSpPr>
        <p:spPr>
          <a:xfrm>
            <a:off x="180109" y="228600"/>
            <a:ext cx="8797636" cy="758952"/>
          </a:xfrm>
        </p:spPr>
        <p:txBody>
          <a:bodyPr/>
          <a:lstStyle/>
          <a:p>
            <a:r>
              <a:rPr lang="fr-FR" b="1" dirty="0" smtClean="0">
                <a:solidFill>
                  <a:srgbClr val="000000"/>
                </a:solidFill>
                <a:ea typeface="SimSun" pitchFamily="2" charset="-122"/>
              </a:rPr>
              <a:t>1. Préparation </a:t>
            </a:r>
            <a:r>
              <a:rPr lang="fr-FR" b="1" dirty="0">
                <a:solidFill>
                  <a:srgbClr val="000000"/>
                </a:solidFill>
                <a:ea typeface="SimSun" pitchFamily="2" charset="-122"/>
              </a:rPr>
              <a:t>des disques</a:t>
            </a:r>
            <a:r>
              <a:rPr lang="en-IE" b="1" dirty="0">
                <a:solidFill>
                  <a:srgbClr val="000000"/>
                </a:solidFill>
              </a:rPr>
              <a:t> </a:t>
            </a:r>
            <a:endParaRPr lang="en-US" b="1" dirty="0">
              <a:solidFill>
                <a:srgbClr val="000000"/>
              </a:solidFill>
            </a:endParaRPr>
          </a:p>
        </p:txBody>
      </p:sp>
      <p:sp>
        <p:nvSpPr>
          <p:cNvPr id="325635" name="Rectangle-3"/>
          <p:cNvSpPr>
            <a:spLocks noGrp="1" noChangeArrowheads="1"/>
          </p:cNvSpPr>
          <p:nvPr>
            <p:ph sz="quarter" idx="1"/>
          </p:nvPr>
        </p:nvSpPr>
        <p:spPr/>
        <p:txBody>
          <a:bodyPr>
            <a:normAutofit/>
          </a:bodyPr>
          <a:lstStyle/>
          <a:p>
            <a:pPr>
              <a:buClr>
                <a:srgbClr val="C00000"/>
              </a:buClr>
              <a:buFont typeface="Wingdings" pitchFamily="2" charset="2"/>
              <a:buChar char="q"/>
            </a:pPr>
            <a:r>
              <a:rPr lang="fr-FR" b="1" dirty="0">
                <a:solidFill>
                  <a:srgbClr val="C00000"/>
                </a:solidFill>
                <a:ea typeface="SimSun" pitchFamily="2" charset="-122"/>
              </a:rPr>
              <a:t>Qu'</a:t>
            </a:r>
            <a:r>
              <a:rPr lang="fr-FR" b="1" dirty="0" err="1">
                <a:solidFill>
                  <a:srgbClr val="C00000"/>
                </a:solidFill>
                <a:ea typeface="SimSun" pitchFamily="2" charset="-122"/>
              </a:rPr>
              <a:t>est‑ce</a:t>
            </a:r>
            <a:r>
              <a:rPr lang="fr-FR" b="1" dirty="0">
                <a:solidFill>
                  <a:srgbClr val="C00000"/>
                </a:solidFill>
                <a:ea typeface="SimSun" pitchFamily="2" charset="-122"/>
              </a:rPr>
              <a:t> que l'outil Gestion des disques ?</a:t>
            </a:r>
            <a:r>
              <a:rPr lang="en-IE" b="1" dirty="0">
                <a:solidFill>
                  <a:srgbClr val="C00000"/>
                </a:solidFill>
              </a:rPr>
              <a:t> </a:t>
            </a:r>
            <a:endParaRPr lang="en-US" b="1" dirty="0">
              <a:solidFill>
                <a:srgbClr val="C00000"/>
              </a:solidFill>
            </a:endParaRPr>
          </a:p>
          <a:p>
            <a:pPr>
              <a:buClr>
                <a:srgbClr val="C00000"/>
              </a:buClr>
              <a:buFont typeface="Wingdings" pitchFamily="2" charset="2"/>
              <a:buChar char="q"/>
            </a:pPr>
            <a:r>
              <a:rPr lang="fr-FR" b="1" dirty="0">
                <a:solidFill>
                  <a:srgbClr val="C00000"/>
                </a:solidFill>
                <a:ea typeface="SimSun" pitchFamily="2" charset="-122"/>
              </a:rPr>
              <a:t>Qu'</a:t>
            </a:r>
            <a:r>
              <a:rPr lang="fr-FR" b="1" dirty="0" err="1">
                <a:solidFill>
                  <a:srgbClr val="C00000"/>
                </a:solidFill>
                <a:ea typeface="SimSun" pitchFamily="2" charset="-122"/>
              </a:rPr>
              <a:t>est‑ce</a:t>
            </a:r>
            <a:r>
              <a:rPr lang="fr-FR" b="1" dirty="0">
                <a:solidFill>
                  <a:srgbClr val="C00000"/>
                </a:solidFill>
                <a:ea typeface="SimSun" pitchFamily="2" charset="-122"/>
              </a:rPr>
              <a:t> que l'outil </a:t>
            </a:r>
            <a:r>
              <a:rPr lang="fr-FR" b="1" dirty="0" err="1">
                <a:solidFill>
                  <a:srgbClr val="C00000"/>
                </a:solidFill>
                <a:ea typeface="SimSun" pitchFamily="2" charset="-122"/>
              </a:rPr>
              <a:t>DiskPart</a:t>
            </a:r>
            <a:r>
              <a:rPr lang="fr-FR" b="1" dirty="0">
                <a:solidFill>
                  <a:srgbClr val="C00000"/>
                </a:solidFill>
                <a:ea typeface="SimSun" pitchFamily="2" charset="-122"/>
              </a:rPr>
              <a:t> ?</a:t>
            </a:r>
            <a:r>
              <a:rPr lang="en-IE" b="1" dirty="0">
                <a:solidFill>
                  <a:srgbClr val="C00000"/>
                </a:solidFill>
              </a:rPr>
              <a:t> </a:t>
            </a:r>
            <a:endParaRPr lang="en-US" b="1" dirty="0">
              <a:solidFill>
                <a:srgbClr val="C00000"/>
              </a:solidFill>
            </a:endParaRPr>
          </a:p>
          <a:p>
            <a:pPr>
              <a:buClr>
                <a:srgbClr val="C00000"/>
              </a:buClr>
              <a:buFont typeface="Wingdings" pitchFamily="2" charset="2"/>
              <a:buChar char="q"/>
            </a:pPr>
            <a:r>
              <a:rPr lang="fr-FR" b="1" dirty="0">
                <a:solidFill>
                  <a:srgbClr val="C00000"/>
                </a:solidFill>
                <a:ea typeface="SimSun" pitchFamily="2" charset="-122"/>
              </a:rPr>
              <a:t>Qu'</a:t>
            </a:r>
            <a:r>
              <a:rPr lang="fr-FR" b="1" dirty="0" err="1">
                <a:solidFill>
                  <a:srgbClr val="C00000"/>
                </a:solidFill>
                <a:ea typeface="SimSun" pitchFamily="2" charset="-122"/>
              </a:rPr>
              <a:t>est‑ce</a:t>
            </a:r>
            <a:r>
              <a:rPr lang="fr-FR" b="1" dirty="0">
                <a:solidFill>
                  <a:srgbClr val="C00000"/>
                </a:solidFill>
                <a:ea typeface="SimSun" pitchFamily="2" charset="-122"/>
              </a:rPr>
              <a:t> qu'une partition ?</a:t>
            </a:r>
            <a:r>
              <a:rPr lang="en-IE" b="1" dirty="0">
                <a:solidFill>
                  <a:srgbClr val="C00000"/>
                </a:solidFill>
              </a:rPr>
              <a:t> </a:t>
            </a:r>
            <a:endParaRPr lang="en-US" b="1" dirty="0">
              <a:solidFill>
                <a:srgbClr val="C00000"/>
              </a:solidFill>
            </a:endParaRPr>
          </a:p>
          <a:p>
            <a:pPr>
              <a:buClr>
                <a:srgbClr val="C00000"/>
              </a:buClr>
              <a:buFont typeface="Wingdings" pitchFamily="2" charset="2"/>
              <a:buChar char="q"/>
            </a:pPr>
            <a:r>
              <a:rPr lang="fr-FR" b="1" dirty="0">
                <a:solidFill>
                  <a:srgbClr val="C00000"/>
                </a:solidFill>
                <a:ea typeface="SimSun" pitchFamily="2" charset="-122"/>
              </a:rPr>
              <a:t>Comment préparer un disque ?</a:t>
            </a:r>
            <a:r>
              <a:rPr lang="en-IE" b="1" dirty="0">
                <a:solidFill>
                  <a:srgbClr val="C00000"/>
                </a:solidFill>
              </a:rPr>
              <a:t> </a:t>
            </a:r>
            <a:r>
              <a:rPr lang="en-US" b="1" dirty="0">
                <a:solidFill>
                  <a:srgbClr val="C00000"/>
                </a:solidFill>
              </a:rPr>
              <a:t> </a:t>
            </a:r>
          </a:p>
          <a:p>
            <a:pPr>
              <a:buClr>
                <a:srgbClr val="C00000"/>
              </a:buClr>
              <a:buFont typeface="Wingdings" pitchFamily="2" charset="2"/>
              <a:buChar char="q"/>
            </a:pPr>
            <a:r>
              <a:rPr lang="fr-FR" b="1" dirty="0" smtClean="0">
                <a:solidFill>
                  <a:srgbClr val="C00000"/>
                </a:solidFill>
                <a:ea typeface="SimSun" pitchFamily="2" charset="-122"/>
              </a:rPr>
              <a:t>Comment </a:t>
            </a:r>
            <a:r>
              <a:rPr lang="fr-FR" b="1" dirty="0">
                <a:solidFill>
                  <a:srgbClr val="C00000"/>
                </a:solidFill>
                <a:ea typeface="SimSun" pitchFamily="2" charset="-122"/>
              </a:rPr>
              <a:t>convertir les systèmes de fichiers </a:t>
            </a:r>
            <a:r>
              <a:rPr lang="fr-FR" b="1" dirty="0" smtClean="0">
                <a:solidFill>
                  <a:srgbClr val="C00000"/>
                </a:solidFill>
                <a:ea typeface="SimSun" pitchFamily="2" charset="-122"/>
              </a:rPr>
              <a:t>?</a:t>
            </a:r>
          </a:p>
          <a:p>
            <a:pPr>
              <a:buClr>
                <a:srgbClr val="C00000"/>
              </a:buClr>
              <a:buFont typeface="Wingdings" pitchFamily="2" charset="2"/>
              <a:buChar char="q"/>
            </a:pPr>
            <a:r>
              <a:rPr lang="fr-FR" b="1" dirty="0" smtClean="0">
                <a:solidFill>
                  <a:srgbClr val="C00000"/>
                </a:solidFill>
                <a:ea typeface="SimSun" pitchFamily="2" charset="-122"/>
              </a:rPr>
              <a:t>Que sont les propriétés d'un disque ?</a:t>
            </a:r>
            <a:r>
              <a:rPr lang="en-IE" b="1" dirty="0" smtClean="0">
                <a:solidFill>
                  <a:srgbClr val="C00000"/>
                </a:solidFill>
              </a:rPr>
              <a:t>  </a:t>
            </a:r>
            <a:endParaRPr lang="en-US" b="1" dirty="0">
              <a:solidFill>
                <a:srgbClr val="C00000"/>
              </a:solidFill>
            </a:endParaRPr>
          </a:p>
          <a:p>
            <a:pPr>
              <a:buFont typeface="Wingdings" charset="2"/>
              <a:buNone/>
            </a:pPr>
            <a:endParaRPr lang="en-US" dirty="0"/>
          </a:p>
          <a:p>
            <a:endParaRPr lang="en-US" dirty="0"/>
          </a:p>
          <a:p>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62" name="Rectangle-2"/>
          <p:cNvSpPr>
            <a:spLocks noGrp="1" noChangeArrowheads="1"/>
          </p:cNvSpPr>
          <p:nvPr>
            <p:ph type="title"/>
          </p:nvPr>
        </p:nvSpPr>
        <p:spPr>
          <a:xfrm>
            <a:off x="214745" y="285606"/>
            <a:ext cx="8763000" cy="684212"/>
          </a:xfrm>
        </p:spPr>
        <p:txBody>
          <a:bodyPr>
            <a:normAutofit fontScale="90000"/>
          </a:bodyPr>
          <a:lstStyle/>
          <a:p>
            <a:r>
              <a:rPr lang="fr-FR" b="1" dirty="0">
                <a:solidFill>
                  <a:srgbClr val="C00000"/>
                </a:solidFill>
                <a:ea typeface="SimSun" pitchFamily="2" charset="-122"/>
              </a:rPr>
              <a:t>Qu’</a:t>
            </a:r>
            <a:r>
              <a:rPr lang="fr-FR" b="1" dirty="0" err="1">
                <a:solidFill>
                  <a:srgbClr val="C00000"/>
                </a:solidFill>
                <a:ea typeface="SimSun" pitchFamily="2" charset="-122"/>
              </a:rPr>
              <a:t>est‑ce</a:t>
            </a:r>
            <a:r>
              <a:rPr lang="fr-FR" b="1" dirty="0">
                <a:solidFill>
                  <a:srgbClr val="C00000"/>
                </a:solidFill>
                <a:ea typeface="SimSun" pitchFamily="2" charset="-122"/>
              </a:rPr>
              <a:t> que l’outil Gestion des disques ?</a:t>
            </a:r>
            <a:r>
              <a:rPr lang="en-IE" b="1" dirty="0">
                <a:solidFill>
                  <a:srgbClr val="C00000"/>
                </a:solidFill>
              </a:rPr>
              <a:t> </a:t>
            </a:r>
            <a:endParaRPr lang="en-US" b="1" dirty="0">
              <a:solidFill>
                <a:srgbClr val="C00000"/>
              </a:solidFill>
            </a:endParaRPr>
          </a:p>
        </p:txBody>
      </p:sp>
      <p:sp>
        <p:nvSpPr>
          <p:cNvPr id="552963" name="Rectangle-3"/>
          <p:cNvSpPr>
            <a:spLocks noGrp="1" noChangeArrowheads="1"/>
          </p:cNvSpPr>
          <p:nvPr>
            <p:ph type="body" sz="half" idx="1"/>
          </p:nvPr>
        </p:nvSpPr>
        <p:spPr>
          <a:xfrm>
            <a:off x="180109" y="1403351"/>
            <a:ext cx="8797636" cy="1422976"/>
          </a:xfrm>
        </p:spPr>
        <p:txBody>
          <a:bodyPr>
            <a:normAutofit/>
          </a:bodyPr>
          <a:lstStyle/>
          <a:p>
            <a:pPr>
              <a:lnSpc>
                <a:spcPct val="80000"/>
              </a:lnSpc>
            </a:pPr>
            <a:r>
              <a:rPr lang="fr-FR" sz="2400" dirty="0" smtClean="0">
                <a:solidFill>
                  <a:srgbClr val="000000"/>
                </a:solidFill>
                <a:ea typeface="SimSun" pitchFamily="2" charset="-122"/>
              </a:rPr>
              <a:t>C’est un </a:t>
            </a:r>
            <a:r>
              <a:rPr lang="fr-FR" sz="2400" dirty="0">
                <a:solidFill>
                  <a:srgbClr val="000000"/>
                </a:solidFill>
                <a:ea typeface="SimSun" pitchFamily="2" charset="-122"/>
              </a:rPr>
              <a:t>composant logiciel </a:t>
            </a:r>
            <a:r>
              <a:rPr lang="fr-FR" sz="2400" dirty="0" smtClean="0">
                <a:solidFill>
                  <a:srgbClr val="000000"/>
                </a:solidFill>
                <a:ea typeface="SimSun" pitchFamily="2" charset="-122"/>
              </a:rPr>
              <a:t>enfichable</a:t>
            </a:r>
            <a:endParaRPr lang="en-US" sz="2400" dirty="0"/>
          </a:p>
          <a:p>
            <a:pPr>
              <a:lnSpc>
                <a:spcPct val="80000"/>
              </a:lnSpc>
            </a:pPr>
            <a:r>
              <a:rPr lang="fr-FR" sz="2400" dirty="0">
                <a:solidFill>
                  <a:srgbClr val="000000"/>
                </a:solidFill>
                <a:ea typeface="SimSun" pitchFamily="2" charset="-122"/>
              </a:rPr>
              <a:t>Affiche les informations de </a:t>
            </a:r>
            <a:r>
              <a:rPr lang="fr-FR" sz="2400" dirty="0" smtClean="0">
                <a:solidFill>
                  <a:srgbClr val="000000"/>
                </a:solidFill>
                <a:ea typeface="SimSun" pitchFamily="2" charset="-122"/>
              </a:rPr>
              <a:t>disque</a:t>
            </a:r>
          </a:p>
          <a:p>
            <a:pPr>
              <a:lnSpc>
                <a:spcPct val="80000"/>
              </a:lnSpc>
            </a:pPr>
            <a:r>
              <a:rPr lang="fr-FR" sz="2400" dirty="0" smtClean="0">
                <a:solidFill>
                  <a:srgbClr val="000000"/>
                </a:solidFill>
                <a:ea typeface="SimSun" pitchFamily="2" charset="-122"/>
              </a:rPr>
              <a:t>Permet </a:t>
            </a:r>
            <a:r>
              <a:rPr lang="fr-FR" sz="2400" dirty="0">
                <a:solidFill>
                  <a:srgbClr val="000000"/>
                </a:solidFill>
                <a:ea typeface="SimSun" pitchFamily="2" charset="-122"/>
              </a:rPr>
              <a:t>d'effectuer les tâches de gestion </a:t>
            </a:r>
            <a:r>
              <a:rPr lang="fr-FR" sz="2400" dirty="0" smtClean="0">
                <a:solidFill>
                  <a:srgbClr val="000000"/>
                </a:solidFill>
                <a:ea typeface="SimSun" pitchFamily="2" charset="-122"/>
              </a:rPr>
              <a:t>sur </a:t>
            </a:r>
            <a:r>
              <a:rPr lang="fr-FR" sz="2400" dirty="0">
                <a:solidFill>
                  <a:srgbClr val="000000"/>
                </a:solidFill>
                <a:ea typeface="SimSun" pitchFamily="2" charset="-122"/>
              </a:rPr>
              <a:t>des ordinateurs locaux et distants</a:t>
            </a:r>
            <a:r>
              <a:rPr lang="en-IE" sz="2400" dirty="0">
                <a:solidFill>
                  <a:srgbClr val="000000"/>
                </a:solidFill>
              </a:rPr>
              <a:t> </a:t>
            </a:r>
            <a:endParaRPr lang="en-US" sz="2400" dirty="0"/>
          </a:p>
        </p:txBody>
      </p:sp>
      <p:pic>
        <p:nvPicPr>
          <p:cNvPr id="552979" name="Picture-19"/>
          <p:cNvPicPr>
            <a:picLocks noChangeAspect="1" noChangeArrowheads="1"/>
          </p:cNvPicPr>
          <p:nvPr/>
        </p:nvPicPr>
        <p:blipFill>
          <a:blip r:embed="rId3"/>
          <a:srcRect/>
          <a:stretch>
            <a:fillRect/>
          </a:stretch>
        </p:blipFill>
        <p:spPr bwMode="auto">
          <a:xfrm>
            <a:off x="2951018" y="2690605"/>
            <a:ext cx="6192982" cy="4167395"/>
          </a:xfrm>
          <a:prstGeom prst="rect">
            <a:avLst/>
          </a:prstGeom>
          <a:noFill/>
          <a:ln>
            <a:noFill/>
          </a:ln>
          <a:effectLst/>
        </p:spPr>
      </p:pic>
      <p:sp>
        <p:nvSpPr>
          <p:cNvPr id="552977" name="AutoShape-17"/>
          <p:cNvSpPr>
            <a:spLocks noChangeArrowheads="1"/>
          </p:cNvSpPr>
          <p:nvPr/>
        </p:nvSpPr>
        <p:spPr bwMode="auto">
          <a:xfrm>
            <a:off x="2247905" y="4531593"/>
            <a:ext cx="1044575" cy="477838"/>
          </a:xfrm>
          <a:prstGeom prst="rightArrow">
            <a:avLst>
              <a:gd name="adj1" fmla="val 50167"/>
              <a:gd name="adj2" fmla="val 113624"/>
            </a:avLst>
          </a:prstGeom>
          <a:solidFill>
            <a:srgbClr val="FF0000">
              <a:alpha val="75000"/>
            </a:srgbClr>
          </a:solidFill>
          <a:ln w="9525">
            <a:noFill/>
            <a:miter lim="800000"/>
            <a:headEnd/>
            <a:tailEnd/>
          </a:ln>
        </p:spPr>
        <p:txBody>
          <a:bodyPr/>
          <a:lstStyle/>
          <a:p>
            <a:endParaRPr lang="fr-F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552963">
                                            <p:txEl>
                                              <p:pRg st="0" end="0"/>
                                            </p:txEl>
                                          </p:spTgt>
                                        </p:tgtEl>
                                        <p:attrNameLst>
                                          <p:attrName>style.visibility</p:attrName>
                                        </p:attrNameLst>
                                      </p:cBhvr>
                                      <p:to>
                                        <p:strVal val="visible"/>
                                      </p:to>
                                    </p:set>
                                    <p:animEffect transition="in" filter="checkerboard(across)">
                                      <p:cBhvr>
                                        <p:cTn id="7" dur="500"/>
                                        <p:tgtEl>
                                          <p:spTgt spid="55296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552963">
                                            <p:txEl>
                                              <p:pRg st="1" end="1"/>
                                            </p:txEl>
                                          </p:spTgt>
                                        </p:tgtEl>
                                        <p:attrNameLst>
                                          <p:attrName>style.visibility</p:attrName>
                                        </p:attrNameLst>
                                      </p:cBhvr>
                                      <p:to>
                                        <p:strVal val="visible"/>
                                      </p:to>
                                    </p:set>
                                    <p:animEffect transition="in" filter="checkerboard(across)">
                                      <p:cBhvr>
                                        <p:cTn id="12" dur="500"/>
                                        <p:tgtEl>
                                          <p:spTgt spid="55296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552963">
                                            <p:txEl>
                                              <p:pRg st="2" end="2"/>
                                            </p:txEl>
                                          </p:spTgt>
                                        </p:tgtEl>
                                        <p:attrNameLst>
                                          <p:attrName>style.visibility</p:attrName>
                                        </p:attrNameLst>
                                      </p:cBhvr>
                                      <p:to>
                                        <p:strVal val="visible"/>
                                      </p:to>
                                    </p:set>
                                    <p:animEffect transition="in" filter="checkerboard(across)">
                                      <p:cBhvr>
                                        <p:cTn id="17" dur="500"/>
                                        <p:tgtEl>
                                          <p:spTgt spid="55296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8690" name="Rectangle-2"/>
          <p:cNvSpPr>
            <a:spLocks noGrp="1" noChangeArrowheads="1"/>
          </p:cNvSpPr>
          <p:nvPr>
            <p:ph type="title"/>
          </p:nvPr>
        </p:nvSpPr>
        <p:spPr>
          <a:xfrm>
            <a:off x="173181" y="327170"/>
            <a:ext cx="8804564" cy="684212"/>
          </a:xfrm>
        </p:spPr>
        <p:txBody>
          <a:bodyPr/>
          <a:lstStyle/>
          <a:p>
            <a:r>
              <a:rPr lang="fr-FR" b="1" dirty="0">
                <a:solidFill>
                  <a:srgbClr val="C00000"/>
                </a:solidFill>
                <a:ea typeface="SimSun" pitchFamily="2" charset="-122"/>
              </a:rPr>
              <a:t>Qu'</a:t>
            </a:r>
            <a:r>
              <a:rPr lang="fr-FR" b="1" dirty="0" err="1">
                <a:solidFill>
                  <a:srgbClr val="C00000"/>
                </a:solidFill>
                <a:ea typeface="SimSun" pitchFamily="2" charset="-122"/>
              </a:rPr>
              <a:t>est‑ce</a:t>
            </a:r>
            <a:r>
              <a:rPr lang="fr-FR" b="1" dirty="0">
                <a:solidFill>
                  <a:srgbClr val="C00000"/>
                </a:solidFill>
                <a:ea typeface="SimSun" pitchFamily="2" charset="-122"/>
              </a:rPr>
              <a:t> que l'outil </a:t>
            </a:r>
            <a:r>
              <a:rPr lang="fr-FR" b="1" dirty="0" err="1">
                <a:solidFill>
                  <a:srgbClr val="C00000"/>
                </a:solidFill>
                <a:ea typeface="SimSun" pitchFamily="2" charset="-122"/>
              </a:rPr>
              <a:t>DiskPart</a:t>
            </a:r>
            <a:r>
              <a:rPr lang="fr-FR" b="1" dirty="0">
                <a:solidFill>
                  <a:srgbClr val="C00000"/>
                </a:solidFill>
                <a:ea typeface="SimSun" pitchFamily="2" charset="-122"/>
              </a:rPr>
              <a:t> ?</a:t>
            </a:r>
            <a:r>
              <a:rPr lang="en-IE" b="1" dirty="0">
                <a:solidFill>
                  <a:srgbClr val="C00000"/>
                </a:solidFill>
              </a:rPr>
              <a:t> </a:t>
            </a:r>
            <a:endParaRPr lang="en-US" b="1" dirty="0">
              <a:solidFill>
                <a:srgbClr val="C00000"/>
              </a:solidFill>
            </a:endParaRPr>
          </a:p>
        </p:txBody>
      </p:sp>
      <p:sp>
        <p:nvSpPr>
          <p:cNvPr id="498691" name="Rectangle-3"/>
          <p:cNvSpPr>
            <a:spLocks noGrp="1" noChangeArrowheads="1"/>
          </p:cNvSpPr>
          <p:nvPr>
            <p:ph type="body" sz="half" idx="1"/>
          </p:nvPr>
        </p:nvSpPr>
        <p:spPr>
          <a:xfrm>
            <a:off x="193964" y="1411288"/>
            <a:ext cx="8756072" cy="4269076"/>
          </a:xfrm>
          <a:noFill/>
          <a:ln/>
        </p:spPr>
        <p:txBody>
          <a:bodyPr>
            <a:noAutofit/>
          </a:bodyPr>
          <a:lstStyle/>
          <a:p>
            <a:pPr>
              <a:buClrTx/>
              <a:buFont typeface="Wingdings" pitchFamily="2" charset="2"/>
              <a:buChar char="q"/>
            </a:pPr>
            <a:r>
              <a:rPr lang="fr-FR" sz="2200" dirty="0">
                <a:solidFill>
                  <a:srgbClr val="000000"/>
                </a:solidFill>
                <a:ea typeface="SimSun" pitchFamily="2" charset="-122"/>
              </a:rPr>
              <a:t>Vous pouvez utiliser l'outil de ligne de commande </a:t>
            </a:r>
            <a:r>
              <a:rPr lang="fr-FR" sz="2200" dirty="0" err="1">
                <a:solidFill>
                  <a:srgbClr val="000000"/>
                </a:solidFill>
                <a:ea typeface="SimSun" pitchFamily="2" charset="-122"/>
              </a:rPr>
              <a:t>DiskPart</a:t>
            </a:r>
            <a:r>
              <a:rPr lang="fr-FR" sz="2200" dirty="0">
                <a:solidFill>
                  <a:srgbClr val="000000"/>
                </a:solidFill>
                <a:ea typeface="SimSun" pitchFamily="2" charset="-122"/>
              </a:rPr>
              <a:t> </a:t>
            </a:r>
            <a:r>
              <a:rPr lang="fr-FR" sz="2200" dirty="0" smtClean="0">
                <a:solidFill>
                  <a:srgbClr val="000000"/>
                </a:solidFill>
                <a:ea typeface="SimSun" pitchFamily="2" charset="-122"/>
              </a:rPr>
              <a:t>pour </a:t>
            </a:r>
            <a:r>
              <a:rPr lang="fr-FR" sz="2200" dirty="0">
                <a:solidFill>
                  <a:srgbClr val="000000"/>
                </a:solidFill>
                <a:ea typeface="SimSun" pitchFamily="2" charset="-122"/>
              </a:rPr>
              <a:t>gérer :</a:t>
            </a:r>
            <a:r>
              <a:rPr lang="en-IE" sz="2200" dirty="0">
                <a:solidFill>
                  <a:srgbClr val="000000"/>
                </a:solidFill>
              </a:rPr>
              <a:t> </a:t>
            </a:r>
            <a:endParaRPr lang="en-US" sz="2200" dirty="0"/>
          </a:p>
          <a:p>
            <a:pPr lvl="1">
              <a:spcBef>
                <a:spcPct val="15000"/>
              </a:spcBef>
              <a:buClrTx/>
              <a:buFont typeface="Wingdings" pitchFamily="2" charset="2"/>
              <a:buChar char="§"/>
            </a:pPr>
            <a:r>
              <a:rPr lang="fr-FR" dirty="0">
                <a:solidFill>
                  <a:srgbClr val="000000"/>
                </a:solidFill>
                <a:ea typeface="SimSun" pitchFamily="2" charset="-122"/>
              </a:rPr>
              <a:t>Les disques</a:t>
            </a:r>
            <a:r>
              <a:rPr lang="en-IE" dirty="0">
                <a:solidFill>
                  <a:srgbClr val="000000"/>
                </a:solidFill>
              </a:rPr>
              <a:t> </a:t>
            </a:r>
            <a:r>
              <a:rPr lang="en-US" dirty="0"/>
              <a:t>  </a:t>
            </a:r>
          </a:p>
          <a:p>
            <a:pPr lvl="1">
              <a:spcBef>
                <a:spcPct val="15000"/>
              </a:spcBef>
              <a:buClrTx/>
              <a:buFont typeface="Wingdings" pitchFamily="2" charset="2"/>
              <a:buChar char="§"/>
            </a:pPr>
            <a:r>
              <a:rPr lang="fr-FR" dirty="0">
                <a:solidFill>
                  <a:srgbClr val="000000"/>
                </a:solidFill>
                <a:ea typeface="SimSun" pitchFamily="2" charset="-122"/>
              </a:rPr>
              <a:t>Les partitions</a:t>
            </a:r>
            <a:r>
              <a:rPr lang="en-IE" dirty="0">
                <a:solidFill>
                  <a:srgbClr val="000000"/>
                </a:solidFill>
              </a:rPr>
              <a:t> </a:t>
            </a:r>
            <a:endParaRPr lang="en-US" dirty="0"/>
          </a:p>
          <a:p>
            <a:pPr lvl="1">
              <a:spcBef>
                <a:spcPct val="15000"/>
              </a:spcBef>
              <a:buClrTx/>
              <a:buFont typeface="Wingdings" pitchFamily="2" charset="2"/>
              <a:buChar char="§"/>
            </a:pPr>
            <a:r>
              <a:rPr lang="fr-FR" dirty="0">
                <a:solidFill>
                  <a:srgbClr val="000000"/>
                </a:solidFill>
                <a:ea typeface="SimSun" pitchFamily="2" charset="-122"/>
              </a:rPr>
              <a:t>Les volumes</a:t>
            </a:r>
            <a:r>
              <a:rPr lang="en-IE" dirty="0">
                <a:solidFill>
                  <a:srgbClr val="000000"/>
                </a:solidFill>
              </a:rPr>
              <a:t> </a:t>
            </a:r>
            <a:endParaRPr lang="en-US" dirty="0"/>
          </a:p>
          <a:p>
            <a:pPr>
              <a:spcBef>
                <a:spcPct val="25000"/>
              </a:spcBef>
              <a:buClrTx/>
              <a:buFont typeface="Wingdings" pitchFamily="2" charset="2"/>
              <a:buChar char="q"/>
            </a:pPr>
            <a:r>
              <a:rPr lang="fr-FR" sz="2200" dirty="0">
                <a:solidFill>
                  <a:srgbClr val="000000"/>
                </a:solidFill>
                <a:ea typeface="SimSun" pitchFamily="2" charset="-122"/>
              </a:rPr>
              <a:t>Avant d'utiliser la commande </a:t>
            </a:r>
            <a:r>
              <a:rPr lang="fr-FR" sz="2200" dirty="0" err="1">
                <a:solidFill>
                  <a:srgbClr val="000000"/>
                </a:solidFill>
                <a:ea typeface="SimSun" pitchFamily="2" charset="-122"/>
              </a:rPr>
              <a:t>DiskPart</a:t>
            </a:r>
            <a:r>
              <a:rPr lang="fr-FR" sz="2200" dirty="0">
                <a:solidFill>
                  <a:srgbClr val="000000"/>
                </a:solidFill>
                <a:ea typeface="SimSun" pitchFamily="2" charset="-122"/>
              </a:rPr>
              <a:t>, répertoriez les objets, puis sélectionnez celui sur lequel vous souhaitez porter le focus</a:t>
            </a:r>
            <a:r>
              <a:rPr lang="en-IE" sz="2200" dirty="0">
                <a:solidFill>
                  <a:srgbClr val="000000"/>
                </a:solidFill>
              </a:rPr>
              <a:t> </a:t>
            </a:r>
            <a:endParaRPr lang="en-US" sz="2200" dirty="0"/>
          </a:p>
          <a:p>
            <a:pPr>
              <a:spcBef>
                <a:spcPct val="25000"/>
              </a:spcBef>
              <a:buClrTx/>
              <a:buFont typeface="Wingdings" pitchFamily="2" charset="2"/>
              <a:buChar char="q"/>
            </a:pPr>
            <a:r>
              <a:rPr lang="fr-FR" sz="2200" dirty="0">
                <a:solidFill>
                  <a:srgbClr val="000000"/>
                </a:solidFill>
                <a:ea typeface="SimSun" pitchFamily="2" charset="-122"/>
              </a:rPr>
              <a:t>Une fois que le « focus » est porté sur cet objet, toutes les commandes </a:t>
            </a:r>
            <a:r>
              <a:rPr lang="fr-FR" sz="2200" dirty="0" err="1">
                <a:solidFill>
                  <a:srgbClr val="000000"/>
                </a:solidFill>
                <a:ea typeface="SimSun" pitchFamily="2" charset="-122"/>
              </a:rPr>
              <a:t>DiskPart</a:t>
            </a:r>
            <a:r>
              <a:rPr lang="fr-FR" sz="2200" dirty="0">
                <a:solidFill>
                  <a:srgbClr val="000000"/>
                </a:solidFill>
                <a:ea typeface="SimSun" pitchFamily="2" charset="-122"/>
              </a:rPr>
              <a:t> que vous entrez lui sont appliquées</a:t>
            </a:r>
            <a:r>
              <a:rPr lang="en-IE" sz="2200" dirty="0">
                <a:solidFill>
                  <a:srgbClr val="000000"/>
                </a:solidFill>
              </a:rPr>
              <a:t> </a:t>
            </a:r>
            <a:endParaRPr lang="en-US" sz="2200" dirty="0"/>
          </a:p>
          <a:p>
            <a:pPr>
              <a:spcBef>
                <a:spcPct val="25000"/>
              </a:spcBef>
              <a:buClrTx/>
              <a:buFont typeface="Wingdings" pitchFamily="2" charset="2"/>
              <a:buChar char="q"/>
            </a:pPr>
            <a:r>
              <a:rPr lang="fr-FR" sz="2200" dirty="0">
                <a:solidFill>
                  <a:srgbClr val="000000"/>
                </a:solidFill>
                <a:ea typeface="SimSun" pitchFamily="2" charset="-122"/>
              </a:rPr>
              <a:t>Utilisez </a:t>
            </a:r>
            <a:r>
              <a:rPr lang="fr-FR" sz="2200" dirty="0" err="1">
                <a:solidFill>
                  <a:srgbClr val="000000"/>
                </a:solidFill>
                <a:ea typeface="SimSun" pitchFamily="2" charset="-122"/>
              </a:rPr>
              <a:t>DiskPart</a:t>
            </a:r>
            <a:r>
              <a:rPr lang="fr-FR" sz="2200" dirty="0">
                <a:solidFill>
                  <a:srgbClr val="000000"/>
                </a:solidFill>
                <a:ea typeface="SimSun" pitchFamily="2" charset="-122"/>
              </a:rPr>
              <a:t> pour exécuter des scripts et effectuer des tâches répétitives</a:t>
            </a:r>
            <a:r>
              <a:rPr lang="en-IE" sz="2200" dirty="0">
                <a:solidFill>
                  <a:srgbClr val="000000"/>
                </a:solidFill>
              </a:rPr>
              <a:t> </a:t>
            </a:r>
          </a:p>
        </p:txBody>
      </p:sp>
      <p:pic>
        <p:nvPicPr>
          <p:cNvPr id="498692" name="Picture-4" descr="diskpart"/>
          <p:cNvPicPr>
            <a:picLocks noGrp="1" noChangeAspect="1" noChangeArrowheads="1"/>
          </p:cNvPicPr>
          <p:nvPr>
            <p:ph sz="half" idx="2"/>
          </p:nvPr>
        </p:nvPicPr>
        <p:blipFill>
          <a:blip r:embed="rId3"/>
          <a:srcRect/>
          <a:stretch>
            <a:fillRect/>
          </a:stretch>
        </p:blipFill>
        <p:spPr>
          <a:xfrm>
            <a:off x="2898198" y="5245958"/>
            <a:ext cx="4001366" cy="1371031"/>
          </a:xfrm>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498691">
                                            <p:txEl>
                                              <p:pRg st="0" end="0"/>
                                            </p:txEl>
                                          </p:spTgt>
                                        </p:tgtEl>
                                        <p:attrNameLst>
                                          <p:attrName>style.visibility</p:attrName>
                                        </p:attrNameLst>
                                      </p:cBhvr>
                                      <p:to>
                                        <p:strVal val="visible"/>
                                      </p:to>
                                    </p:set>
                                    <p:animEffect transition="in" filter="checkerboard(across)">
                                      <p:cBhvr>
                                        <p:cTn id="7" dur="500"/>
                                        <p:tgtEl>
                                          <p:spTgt spid="498691">
                                            <p:txEl>
                                              <p:pRg st="0" end="0"/>
                                            </p:txEl>
                                          </p:spTgt>
                                        </p:tgtEl>
                                      </p:cBhvr>
                                    </p:animEffect>
                                  </p:childTnLst>
                                </p:cTn>
                              </p:par>
                              <p:par>
                                <p:cTn id="8" presetID="5" presetClass="entr" presetSubtype="10" fill="hold" nodeType="withEffect">
                                  <p:stCondLst>
                                    <p:cond delay="0"/>
                                  </p:stCondLst>
                                  <p:childTnLst>
                                    <p:set>
                                      <p:cBhvr>
                                        <p:cTn id="9" dur="1" fill="hold">
                                          <p:stCondLst>
                                            <p:cond delay="0"/>
                                          </p:stCondLst>
                                        </p:cTn>
                                        <p:tgtEl>
                                          <p:spTgt spid="498691">
                                            <p:txEl>
                                              <p:pRg st="1" end="1"/>
                                            </p:txEl>
                                          </p:spTgt>
                                        </p:tgtEl>
                                        <p:attrNameLst>
                                          <p:attrName>style.visibility</p:attrName>
                                        </p:attrNameLst>
                                      </p:cBhvr>
                                      <p:to>
                                        <p:strVal val="visible"/>
                                      </p:to>
                                    </p:set>
                                    <p:animEffect transition="in" filter="checkerboard(across)">
                                      <p:cBhvr>
                                        <p:cTn id="10" dur="500"/>
                                        <p:tgtEl>
                                          <p:spTgt spid="498691">
                                            <p:txEl>
                                              <p:pRg st="1" end="1"/>
                                            </p:txEl>
                                          </p:spTgt>
                                        </p:tgtEl>
                                      </p:cBhvr>
                                    </p:animEffect>
                                  </p:childTnLst>
                                </p:cTn>
                              </p:par>
                              <p:par>
                                <p:cTn id="11" presetID="5" presetClass="entr" presetSubtype="10" fill="hold" nodeType="withEffect">
                                  <p:stCondLst>
                                    <p:cond delay="0"/>
                                  </p:stCondLst>
                                  <p:childTnLst>
                                    <p:set>
                                      <p:cBhvr>
                                        <p:cTn id="12" dur="1" fill="hold">
                                          <p:stCondLst>
                                            <p:cond delay="0"/>
                                          </p:stCondLst>
                                        </p:cTn>
                                        <p:tgtEl>
                                          <p:spTgt spid="498691">
                                            <p:txEl>
                                              <p:pRg st="2" end="2"/>
                                            </p:txEl>
                                          </p:spTgt>
                                        </p:tgtEl>
                                        <p:attrNameLst>
                                          <p:attrName>style.visibility</p:attrName>
                                        </p:attrNameLst>
                                      </p:cBhvr>
                                      <p:to>
                                        <p:strVal val="visible"/>
                                      </p:to>
                                    </p:set>
                                    <p:animEffect transition="in" filter="checkerboard(across)">
                                      <p:cBhvr>
                                        <p:cTn id="13" dur="500"/>
                                        <p:tgtEl>
                                          <p:spTgt spid="498691">
                                            <p:txEl>
                                              <p:pRg st="2" end="2"/>
                                            </p:txEl>
                                          </p:spTgt>
                                        </p:tgtEl>
                                      </p:cBhvr>
                                    </p:animEffect>
                                  </p:childTnLst>
                                </p:cTn>
                              </p:par>
                              <p:par>
                                <p:cTn id="14" presetID="5" presetClass="entr" presetSubtype="10" fill="hold" nodeType="withEffect">
                                  <p:stCondLst>
                                    <p:cond delay="0"/>
                                  </p:stCondLst>
                                  <p:childTnLst>
                                    <p:set>
                                      <p:cBhvr>
                                        <p:cTn id="15" dur="1" fill="hold">
                                          <p:stCondLst>
                                            <p:cond delay="0"/>
                                          </p:stCondLst>
                                        </p:cTn>
                                        <p:tgtEl>
                                          <p:spTgt spid="498691">
                                            <p:txEl>
                                              <p:pRg st="3" end="3"/>
                                            </p:txEl>
                                          </p:spTgt>
                                        </p:tgtEl>
                                        <p:attrNameLst>
                                          <p:attrName>style.visibility</p:attrName>
                                        </p:attrNameLst>
                                      </p:cBhvr>
                                      <p:to>
                                        <p:strVal val="visible"/>
                                      </p:to>
                                    </p:set>
                                    <p:animEffect transition="in" filter="checkerboard(across)">
                                      <p:cBhvr>
                                        <p:cTn id="16" dur="500"/>
                                        <p:tgtEl>
                                          <p:spTgt spid="498691">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 presetClass="entr" presetSubtype="10" fill="hold" nodeType="clickEffect">
                                  <p:stCondLst>
                                    <p:cond delay="0"/>
                                  </p:stCondLst>
                                  <p:childTnLst>
                                    <p:set>
                                      <p:cBhvr>
                                        <p:cTn id="20" dur="1" fill="hold">
                                          <p:stCondLst>
                                            <p:cond delay="0"/>
                                          </p:stCondLst>
                                        </p:cTn>
                                        <p:tgtEl>
                                          <p:spTgt spid="498691">
                                            <p:txEl>
                                              <p:pRg st="4" end="4"/>
                                            </p:txEl>
                                          </p:spTgt>
                                        </p:tgtEl>
                                        <p:attrNameLst>
                                          <p:attrName>style.visibility</p:attrName>
                                        </p:attrNameLst>
                                      </p:cBhvr>
                                      <p:to>
                                        <p:strVal val="visible"/>
                                      </p:to>
                                    </p:set>
                                    <p:animEffect transition="in" filter="checkerboard(across)">
                                      <p:cBhvr>
                                        <p:cTn id="21" dur="500"/>
                                        <p:tgtEl>
                                          <p:spTgt spid="498691">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5" presetClass="entr" presetSubtype="10" fill="hold" nodeType="clickEffect">
                                  <p:stCondLst>
                                    <p:cond delay="0"/>
                                  </p:stCondLst>
                                  <p:childTnLst>
                                    <p:set>
                                      <p:cBhvr>
                                        <p:cTn id="25" dur="1" fill="hold">
                                          <p:stCondLst>
                                            <p:cond delay="0"/>
                                          </p:stCondLst>
                                        </p:cTn>
                                        <p:tgtEl>
                                          <p:spTgt spid="498691">
                                            <p:txEl>
                                              <p:pRg st="5" end="5"/>
                                            </p:txEl>
                                          </p:spTgt>
                                        </p:tgtEl>
                                        <p:attrNameLst>
                                          <p:attrName>style.visibility</p:attrName>
                                        </p:attrNameLst>
                                      </p:cBhvr>
                                      <p:to>
                                        <p:strVal val="visible"/>
                                      </p:to>
                                    </p:set>
                                    <p:animEffect transition="in" filter="checkerboard(across)">
                                      <p:cBhvr>
                                        <p:cTn id="26" dur="500"/>
                                        <p:tgtEl>
                                          <p:spTgt spid="498691">
                                            <p:txEl>
                                              <p:pRg st="5" end="5"/>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5" presetClass="entr" presetSubtype="10" fill="hold" nodeType="clickEffect">
                                  <p:stCondLst>
                                    <p:cond delay="0"/>
                                  </p:stCondLst>
                                  <p:childTnLst>
                                    <p:set>
                                      <p:cBhvr>
                                        <p:cTn id="30" dur="1" fill="hold">
                                          <p:stCondLst>
                                            <p:cond delay="0"/>
                                          </p:stCondLst>
                                        </p:cTn>
                                        <p:tgtEl>
                                          <p:spTgt spid="498691">
                                            <p:txEl>
                                              <p:pRg st="6" end="6"/>
                                            </p:txEl>
                                          </p:spTgt>
                                        </p:tgtEl>
                                        <p:attrNameLst>
                                          <p:attrName>style.visibility</p:attrName>
                                        </p:attrNameLst>
                                      </p:cBhvr>
                                      <p:to>
                                        <p:strVal val="visible"/>
                                      </p:to>
                                    </p:set>
                                    <p:animEffect transition="in" filter="checkerboard(across)">
                                      <p:cBhvr>
                                        <p:cTn id="31" dur="500"/>
                                        <p:tgtEl>
                                          <p:spTgt spid="498691">
                                            <p:txEl>
                                              <p:pRg st="6" end="6"/>
                                            </p:txEl>
                                          </p:spTgt>
                                        </p:tgtEl>
                                      </p:cBhvr>
                                    </p:animEffect>
                                  </p:childTnLst>
                                </p:cTn>
                              </p:par>
                            </p:childTnLst>
                          </p:cTn>
                        </p:par>
                        <p:par>
                          <p:cTn id="32" fill="hold">
                            <p:stCondLst>
                              <p:cond delay="500"/>
                            </p:stCondLst>
                            <p:childTnLst>
                              <p:par>
                                <p:cTn id="33" presetID="22" presetClass="entr" presetSubtype="4" fill="hold" nodeType="afterEffect">
                                  <p:stCondLst>
                                    <p:cond delay="0"/>
                                  </p:stCondLst>
                                  <p:childTnLst>
                                    <p:set>
                                      <p:cBhvr>
                                        <p:cTn id="34" dur="1" fill="hold">
                                          <p:stCondLst>
                                            <p:cond delay="0"/>
                                          </p:stCondLst>
                                        </p:cTn>
                                        <p:tgtEl>
                                          <p:spTgt spid="498692"/>
                                        </p:tgtEl>
                                        <p:attrNameLst>
                                          <p:attrName>style.visibility</p:attrName>
                                        </p:attrNameLst>
                                      </p:cBhvr>
                                      <p:to>
                                        <p:strVal val="visible"/>
                                      </p:to>
                                    </p:set>
                                    <p:animEffect transition="in" filter="wipe(down)">
                                      <p:cBhvr>
                                        <p:cTn id="35" dur="500"/>
                                        <p:tgtEl>
                                          <p:spTgt spid="4986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2194" name="Rectangle-2"/>
          <p:cNvSpPr>
            <a:spLocks noGrp="1" noChangeArrowheads="1"/>
          </p:cNvSpPr>
          <p:nvPr>
            <p:ph type="title"/>
          </p:nvPr>
        </p:nvSpPr>
        <p:spPr>
          <a:xfrm>
            <a:off x="200889" y="271752"/>
            <a:ext cx="8776855" cy="684212"/>
          </a:xfrm>
        </p:spPr>
        <p:txBody>
          <a:bodyPr/>
          <a:lstStyle/>
          <a:p>
            <a:r>
              <a:rPr lang="fr-FR" b="1" dirty="0">
                <a:solidFill>
                  <a:srgbClr val="C00000"/>
                </a:solidFill>
                <a:ea typeface="SimSun" pitchFamily="2" charset="-122"/>
              </a:rPr>
              <a:t>Qu'</a:t>
            </a:r>
            <a:r>
              <a:rPr lang="fr-FR" b="1" dirty="0" err="1">
                <a:solidFill>
                  <a:srgbClr val="C00000"/>
                </a:solidFill>
                <a:ea typeface="SimSun" pitchFamily="2" charset="-122"/>
              </a:rPr>
              <a:t>est‑ce</a:t>
            </a:r>
            <a:r>
              <a:rPr lang="fr-FR" b="1" dirty="0">
                <a:solidFill>
                  <a:srgbClr val="C00000"/>
                </a:solidFill>
                <a:ea typeface="SimSun" pitchFamily="2" charset="-122"/>
              </a:rPr>
              <a:t> qu'une partition ?</a:t>
            </a:r>
            <a:r>
              <a:rPr lang="en-IE" b="1" dirty="0">
                <a:solidFill>
                  <a:srgbClr val="C00000"/>
                </a:solidFill>
              </a:rPr>
              <a:t> </a:t>
            </a:r>
            <a:endParaRPr lang="en-US" b="1" dirty="0">
              <a:solidFill>
                <a:srgbClr val="C00000"/>
              </a:solidFill>
            </a:endParaRPr>
          </a:p>
        </p:txBody>
      </p:sp>
      <p:sp>
        <p:nvSpPr>
          <p:cNvPr id="392195" name="Rectangle-3"/>
          <p:cNvSpPr>
            <a:spLocks noGrp="1" noChangeArrowheads="1"/>
          </p:cNvSpPr>
          <p:nvPr>
            <p:ph type="body" sz="half" idx="1"/>
          </p:nvPr>
        </p:nvSpPr>
        <p:spPr>
          <a:xfrm>
            <a:off x="207817" y="1295400"/>
            <a:ext cx="5043055" cy="5160818"/>
          </a:xfrm>
          <a:noFill/>
          <a:ln/>
        </p:spPr>
        <p:txBody>
          <a:bodyPr>
            <a:normAutofit/>
          </a:bodyPr>
          <a:lstStyle/>
          <a:p>
            <a:pPr>
              <a:lnSpc>
                <a:spcPct val="80000"/>
              </a:lnSpc>
              <a:spcBef>
                <a:spcPct val="25000"/>
              </a:spcBef>
              <a:buClrTx/>
              <a:buFont typeface="Wingdings" pitchFamily="2" charset="2"/>
              <a:buChar char="q"/>
            </a:pPr>
            <a:r>
              <a:rPr lang="fr-FR" sz="2200" dirty="0">
                <a:solidFill>
                  <a:srgbClr val="000000"/>
                </a:solidFill>
                <a:ea typeface="SimSun" pitchFamily="2" charset="-122"/>
              </a:rPr>
              <a:t>Un disque physique est divisé en sections distinctes appelées partitions</a:t>
            </a:r>
            <a:r>
              <a:rPr lang="en-IE" sz="2200" dirty="0">
                <a:solidFill>
                  <a:srgbClr val="000000"/>
                </a:solidFill>
              </a:rPr>
              <a:t> </a:t>
            </a:r>
            <a:endParaRPr lang="en-US" sz="2200" dirty="0"/>
          </a:p>
          <a:p>
            <a:pPr>
              <a:lnSpc>
                <a:spcPct val="80000"/>
              </a:lnSpc>
              <a:spcBef>
                <a:spcPct val="25000"/>
              </a:spcBef>
              <a:buClrTx/>
              <a:buFont typeface="Wingdings" pitchFamily="2" charset="2"/>
              <a:buChar char="q"/>
            </a:pPr>
            <a:r>
              <a:rPr lang="fr-FR" sz="2200" dirty="0">
                <a:solidFill>
                  <a:srgbClr val="000000"/>
                </a:solidFill>
                <a:ea typeface="SimSun" pitchFamily="2" charset="-122"/>
              </a:rPr>
              <a:t>Le partitionnement permet de créer jusqu'à 24 lettres de lecteur</a:t>
            </a:r>
            <a:r>
              <a:rPr lang="en-IE" sz="2200" dirty="0">
                <a:solidFill>
                  <a:srgbClr val="000000"/>
                </a:solidFill>
              </a:rPr>
              <a:t> </a:t>
            </a:r>
            <a:endParaRPr lang="en-US" sz="2200" dirty="0"/>
          </a:p>
          <a:p>
            <a:pPr>
              <a:lnSpc>
                <a:spcPct val="80000"/>
              </a:lnSpc>
              <a:spcBef>
                <a:spcPct val="25000"/>
              </a:spcBef>
              <a:buClrTx/>
              <a:buFont typeface="Wingdings" pitchFamily="2" charset="2"/>
              <a:buChar char="q"/>
            </a:pPr>
            <a:r>
              <a:rPr lang="fr-FR" sz="2200" dirty="0">
                <a:solidFill>
                  <a:srgbClr val="000000"/>
                </a:solidFill>
                <a:ea typeface="SimSun" pitchFamily="2" charset="-122"/>
              </a:rPr>
              <a:t>Avant de partitionner un disque, </a:t>
            </a:r>
            <a:r>
              <a:rPr lang="fr-FR" sz="2200" dirty="0" err="1">
                <a:solidFill>
                  <a:srgbClr val="000000"/>
                </a:solidFill>
                <a:ea typeface="SimSun" pitchFamily="2" charset="-122"/>
              </a:rPr>
              <a:t>celui‑ci</a:t>
            </a:r>
            <a:r>
              <a:rPr lang="fr-FR" sz="2200" dirty="0">
                <a:solidFill>
                  <a:srgbClr val="000000"/>
                </a:solidFill>
                <a:ea typeface="SimSun" pitchFamily="2" charset="-122"/>
              </a:rPr>
              <a:t> doit être initialisé et formaté</a:t>
            </a:r>
            <a:r>
              <a:rPr lang="en-IE" sz="2200" dirty="0">
                <a:solidFill>
                  <a:srgbClr val="000000"/>
                </a:solidFill>
              </a:rPr>
              <a:t> </a:t>
            </a:r>
            <a:endParaRPr lang="en-US" sz="2200" dirty="0"/>
          </a:p>
          <a:p>
            <a:pPr>
              <a:lnSpc>
                <a:spcPct val="80000"/>
              </a:lnSpc>
              <a:spcBef>
                <a:spcPct val="25000"/>
              </a:spcBef>
              <a:buClrTx/>
              <a:buFont typeface="Wingdings" pitchFamily="2" charset="2"/>
              <a:buChar char="q"/>
            </a:pPr>
            <a:r>
              <a:rPr lang="fr-FR" sz="2200" dirty="0">
                <a:solidFill>
                  <a:srgbClr val="000000"/>
                </a:solidFill>
                <a:ea typeface="SimSun" pitchFamily="2" charset="-122"/>
              </a:rPr>
              <a:t>Les disques de base peuvent comporter jusqu'à :</a:t>
            </a:r>
            <a:r>
              <a:rPr lang="en-IE" sz="2200" dirty="0">
                <a:solidFill>
                  <a:srgbClr val="000000"/>
                </a:solidFill>
              </a:rPr>
              <a:t> </a:t>
            </a:r>
            <a:endParaRPr lang="en-US" sz="2200" dirty="0"/>
          </a:p>
          <a:p>
            <a:pPr lvl="1">
              <a:lnSpc>
                <a:spcPct val="90000"/>
              </a:lnSpc>
              <a:spcBef>
                <a:spcPct val="25000"/>
              </a:spcBef>
              <a:buClrTx/>
              <a:buFont typeface="Wingdings" pitchFamily="2" charset="2"/>
              <a:buChar char="§"/>
            </a:pPr>
            <a:r>
              <a:rPr lang="fr-FR" dirty="0">
                <a:solidFill>
                  <a:srgbClr val="000000"/>
                </a:solidFill>
                <a:ea typeface="SimSun" pitchFamily="2" charset="-122"/>
              </a:rPr>
              <a:t>Quatre partitions principales</a:t>
            </a:r>
            <a:r>
              <a:rPr lang="en-IE" dirty="0">
                <a:solidFill>
                  <a:srgbClr val="000000"/>
                </a:solidFill>
              </a:rPr>
              <a:t> </a:t>
            </a:r>
            <a:endParaRPr lang="en-US" dirty="0"/>
          </a:p>
          <a:p>
            <a:pPr lvl="1">
              <a:lnSpc>
                <a:spcPct val="90000"/>
              </a:lnSpc>
              <a:spcBef>
                <a:spcPct val="25000"/>
              </a:spcBef>
              <a:buClrTx/>
              <a:buFont typeface="Wingdings" pitchFamily="2" charset="2"/>
              <a:buChar char="§"/>
            </a:pPr>
            <a:r>
              <a:rPr lang="fr-FR" dirty="0">
                <a:solidFill>
                  <a:srgbClr val="000000"/>
                </a:solidFill>
                <a:ea typeface="SimSun" pitchFamily="2" charset="-122"/>
              </a:rPr>
              <a:t>Ou trois partitions principales et une partition étendue</a:t>
            </a:r>
            <a:r>
              <a:rPr lang="en-IE" dirty="0">
                <a:solidFill>
                  <a:srgbClr val="000000"/>
                </a:solidFill>
              </a:rPr>
              <a:t> </a:t>
            </a:r>
            <a:endParaRPr lang="en-US" dirty="0"/>
          </a:p>
          <a:p>
            <a:pPr>
              <a:lnSpc>
                <a:spcPct val="80000"/>
              </a:lnSpc>
              <a:spcBef>
                <a:spcPct val="25000"/>
              </a:spcBef>
              <a:buClrTx/>
              <a:buFont typeface="Wingdings" pitchFamily="2" charset="2"/>
              <a:buChar char="q"/>
            </a:pPr>
            <a:r>
              <a:rPr lang="fr-FR" sz="2200" dirty="0">
                <a:solidFill>
                  <a:srgbClr val="000000"/>
                </a:solidFill>
                <a:ea typeface="SimSun" pitchFamily="2" charset="-122"/>
              </a:rPr>
              <a:t>Les partitions étendues peuvent être subdivisées en lecteurs logiques</a:t>
            </a:r>
            <a:r>
              <a:rPr lang="en-IE" sz="2200" dirty="0">
                <a:solidFill>
                  <a:srgbClr val="000000"/>
                </a:solidFill>
              </a:rPr>
              <a:t> </a:t>
            </a:r>
            <a:endParaRPr lang="en-US" sz="2200" dirty="0"/>
          </a:p>
          <a:p>
            <a:pPr>
              <a:lnSpc>
                <a:spcPct val="80000"/>
              </a:lnSpc>
              <a:spcBef>
                <a:spcPct val="25000"/>
              </a:spcBef>
              <a:buClrTx/>
              <a:buFont typeface="Wingdings" pitchFamily="2" charset="2"/>
              <a:buChar char="q"/>
            </a:pPr>
            <a:r>
              <a:rPr lang="fr-FR" sz="2200" dirty="0">
                <a:solidFill>
                  <a:srgbClr val="000000"/>
                </a:solidFill>
                <a:ea typeface="SimSun" pitchFamily="2" charset="-122"/>
              </a:rPr>
              <a:t>Les partitions principales ne peuvent être subdivisées</a:t>
            </a:r>
            <a:r>
              <a:rPr lang="en-IE" sz="2200" dirty="0">
                <a:solidFill>
                  <a:srgbClr val="000000"/>
                </a:solidFill>
              </a:rPr>
              <a:t> </a:t>
            </a:r>
            <a:endParaRPr lang="en-US" sz="2200" dirty="0">
              <a:solidFill>
                <a:srgbClr val="000000"/>
              </a:solidFill>
            </a:endParaRPr>
          </a:p>
        </p:txBody>
      </p:sp>
      <p:sp>
        <p:nvSpPr>
          <p:cNvPr id="392344" name="AutoShape-152"/>
          <p:cNvSpPr>
            <a:spLocks noChangeArrowheads="1"/>
          </p:cNvSpPr>
          <p:nvPr/>
        </p:nvSpPr>
        <p:spPr bwMode="auto">
          <a:xfrm>
            <a:off x="6948070" y="1828800"/>
            <a:ext cx="466725" cy="352425"/>
          </a:xfrm>
          <a:prstGeom prst="roundRect">
            <a:avLst>
              <a:gd name="adj" fmla="val 4167"/>
            </a:avLst>
          </a:prstGeom>
          <a:solidFill>
            <a:schemeClr val="bg1"/>
          </a:solidFill>
          <a:ln w="9525">
            <a:solidFill>
              <a:srgbClr val="4D4D4D"/>
            </a:solidFill>
            <a:round/>
            <a:headEnd/>
            <a:tailEnd/>
          </a:ln>
          <a:effectLst>
            <a:outerShdw dist="35921" dir="2700000" algn="ctr" rotWithShape="0">
              <a:srgbClr val="AFAFAF"/>
            </a:outerShdw>
          </a:effectLst>
        </p:spPr>
        <p:txBody>
          <a:bodyPr anchor="ctr">
            <a:spAutoFit/>
          </a:bodyPr>
          <a:lstStyle/>
          <a:p>
            <a:r>
              <a:rPr lang="fr-FR" sz="1600">
                <a:solidFill>
                  <a:srgbClr val="000000"/>
                </a:solidFill>
                <a:ea typeface="SimSun" pitchFamily="2" charset="-122"/>
              </a:rPr>
              <a:t>OU</a:t>
            </a:r>
            <a:r>
              <a:rPr lang="en-IE" sz="1600">
                <a:solidFill>
                  <a:srgbClr val="000000"/>
                </a:solidFill>
              </a:rPr>
              <a:t> </a:t>
            </a:r>
            <a:endParaRPr lang="en-US" sz="1600">
              <a:solidFill>
                <a:srgbClr val="000000"/>
              </a:solidFill>
            </a:endParaRPr>
          </a:p>
        </p:txBody>
      </p:sp>
      <p:sp>
        <p:nvSpPr>
          <p:cNvPr id="392345" name="AutoShape-153"/>
          <p:cNvSpPr>
            <a:spLocks noChangeArrowheads="1"/>
          </p:cNvSpPr>
          <p:nvPr/>
        </p:nvSpPr>
        <p:spPr bwMode="auto">
          <a:xfrm>
            <a:off x="5271670" y="2362200"/>
            <a:ext cx="1828800" cy="2819400"/>
          </a:xfrm>
          <a:prstGeom prst="roundRect">
            <a:avLst>
              <a:gd name="adj" fmla="val 4167"/>
            </a:avLst>
          </a:prstGeom>
          <a:solidFill>
            <a:srgbClr val="BBCDE3"/>
          </a:solidFill>
          <a:ln w="25400">
            <a:solidFill>
              <a:srgbClr val="808080"/>
            </a:solidFill>
            <a:round/>
            <a:headEnd/>
            <a:tailEnd/>
          </a:ln>
          <a:effectLst>
            <a:outerShdw dist="35921" dir="2700000" algn="ctr" rotWithShape="0">
              <a:srgbClr val="AFAFAF"/>
            </a:outerShdw>
          </a:effectLst>
        </p:spPr>
        <p:txBody>
          <a:bodyPr anchor="ctr"/>
          <a:lstStyle/>
          <a:p>
            <a:pPr marL="177800" indent="-177800" algn="l"/>
            <a:endParaRPr lang="en-IE" b="0">
              <a:solidFill>
                <a:schemeClr val="tx1"/>
              </a:solidFill>
            </a:endParaRPr>
          </a:p>
        </p:txBody>
      </p:sp>
      <p:grpSp>
        <p:nvGrpSpPr>
          <p:cNvPr id="392365" name="Group-173"/>
          <p:cNvGrpSpPr>
            <a:grpSpLocks/>
          </p:cNvGrpSpPr>
          <p:nvPr/>
        </p:nvGrpSpPr>
        <p:grpSpPr bwMode="auto">
          <a:xfrm>
            <a:off x="5393908" y="2819400"/>
            <a:ext cx="1584325" cy="2271713"/>
            <a:chOff x="3101" y="1776"/>
            <a:chExt cx="998" cy="1431"/>
          </a:xfrm>
        </p:grpSpPr>
        <p:pic>
          <p:nvPicPr>
            <p:cNvPr id="392253" name="Picture-61" descr="Partitions01"/>
            <p:cNvPicPr>
              <a:picLocks noChangeAspect="1" noChangeArrowheads="1"/>
            </p:cNvPicPr>
            <p:nvPr/>
          </p:nvPicPr>
          <p:blipFill>
            <a:blip r:embed="rId3"/>
            <a:srcRect/>
            <a:stretch>
              <a:fillRect/>
            </a:stretch>
          </p:blipFill>
          <p:spPr bwMode="auto">
            <a:xfrm>
              <a:off x="3101" y="1776"/>
              <a:ext cx="998" cy="1431"/>
            </a:xfrm>
            <a:prstGeom prst="rect">
              <a:avLst/>
            </a:prstGeom>
            <a:noFill/>
            <a:ln>
              <a:noFill/>
            </a:ln>
            <a:effectLst/>
          </p:spPr>
        </p:pic>
        <p:grpSp>
          <p:nvGrpSpPr>
            <p:cNvPr id="392355" name="Group 163"/>
            <p:cNvGrpSpPr>
              <a:grpSpLocks/>
            </p:cNvGrpSpPr>
            <p:nvPr/>
          </p:nvGrpSpPr>
          <p:grpSpPr bwMode="auto">
            <a:xfrm>
              <a:off x="3485" y="2136"/>
              <a:ext cx="238" cy="1048"/>
              <a:chOff x="3485" y="2136"/>
              <a:chExt cx="238" cy="1048"/>
            </a:xfrm>
          </p:grpSpPr>
          <p:sp>
            <p:nvSpPr>
              <p:cNvPr id="392255" name="AutoShape-63"/>
              <p:cNvSpPr>
                <a:spLocks noChangeArrowheads="1"/>
              </p:cNvSpPr>
              <p:nvPr/>
            </p:nvSpPr>
            <p:spPr bwMode="auto">
              <a:xfrm>
                <a:off x="3485" y="2136"/>
                <a:ext cx="238" cy="222"/>
              </a:xfrm>
              <a:prstGeom prst="roundRect">
                <a:avLst>
                  <a:gd name="adj" fmla="val 4167"/>
                </a:avLst>
              </a:prstGeom>
              <a:solidFill>
                <a:schemeClr val="bg1"/>
              </a:solidFill>
              <a:ln w="9525">
                <a:solidFill>
                  <a:srgbClr val="4D4D4D"/>
                </a:solidFill>
                <a:round/>
                <a:headEnd/>
                <a:tailEnd/>
              </a:ln>
              <a:effectLst>
                <a:outerShdw dist="35921" dir="2700000" algn="ctr" rotWithShape="0">
                  <a:srgbClr val="AFAFAF"/>
                </a:outerShdw>
              </a:effectLst>
            </p:spPr>
            <p:txBody>
              <a:bodyPr anchor="ctr">
                <a:spAutoFit/>
              </a:bodyPr>
              <a:lstStyle/>
              <a:p>
                <a:r>
                  <a:rPr lang="fr-FR" sz="1600">
                    <a:solidFill>
                      <a:srgbClr val="000000"/>
                    </a:solidFill>
                    <a:ea typeface="SimSun" pitchFamily="2" charset="-122"/>
                  </a:rPr>
                  <a:t>C:</a:t>
                </a:r>
                <a:r>
                  <a:rPr lang="en-IE" sz="1600">
                    <a:solidFill>
                      <a:srgbClr val="000000"/>
                    </a:solidFill>
                  </a:rPr>
                  <a:t> </a:t>
                </a:r>
                <a:endParaRPr lang="en-US" sz="1600">
                  <a:solidFill>
                    <a:srgbClr val="000000"/>
                  </a:solidFill>
                </a:endParaRPr>
              </a:p>
            </p:txBody>
          </p:sp>
          <p:sp>
            <p:nvSpPr>
              <p:cNvPr id="392256" name="AutoShape-64"/>
              <p:cNvSpPr>
                <a:spLocks noChangeArrowheads="1"/>
              </p:cNvSpPr>
              <p:nvPr/>
            </p:nvSpPr>
            <p:spPr bwMode="auto">
              <a:xfrm>
                <a:off x="3485" y="2411"/>
                <a:ext cx="238" cy="222"/>
              </a:xfrm>
              <a:prstGeom prst="roundRect">
                <a:avLst>
                  <a:gd name="adj" fmla="val 4167"/>
                </a:avLst>
              </a:prstGeom>
              <a:solidFill>
                <a:schemeClr val="bg1"/>
              </a:solidFill>
              <a:ln w="9525">
                <a:solidFill>
                  <a:srgbClr val="4D4D4D"/>
                </a:solidFill>
                <a:round/>
                <a:headEnd/>
                <a:tailEnd/>
              </a:ln>
              <a:effectLst>
                <a:outerShdw dist="35921" dir="2700000" algn="ctr" rotWithShape="0">
                  <a:srgbClr val="AFAFAF"/>
                </a:outerShdw>
              </a:effectLst>
            </p:spPr>
            <p:txBody>
              <a:bodyPr anchor="ctr">
                <a:spAutoFit/>
              </a:bodyPr>
              <a:lstStyle/>
              <a:p>
                <a:r>
                  <a:rPr lang="fr-FR" sz="1600">
                    <a:solidFill>
                      <a:srgbClr val="000000"/>
                    </a:solidFill>
                    <a:ea typeface="SimSun" pitchFamily="2" charset="-122"/>
                  </a:rPr>
                  <a:t>D:</a:t>
                </a:r>
                <a:r>
                  <a:rPr lang="en-IE" sz="1600">
                    <a:solidFill>
                      <a:srgbClr val="000000"/>
                    </a:solidFill>
                  </a:rPr>
                  <a:t> </a:t>
                </a:r>
                <a:endParaRPr lang="en-US" sz="1600">
                  <a:solidFill>
                    <a:srgbClr val="000000"/>
                  </a:solidFill>
                </a:endParaRPr>
              </a:p>
            </p:txBody>
          </p:sp>
          <p:sp>
            <p:nvSpPr>
              <p:cNvPr id="392257" name="AutoShape-65"/>
              <p:cNvSpPr>
                <a:spLocks noChangeArrowheads="1"/>
              </p:cNvSpPr>
              <p:nvPr/>
            </p:nvSpPr>
            <p:spPr bwMode="auto">
              <a:xfrm>
                <a:off x="3485" y="2686"/>
                <a:ext cx="238" cy="222"/>
              </a:xfrm>
              <a:prstGeom prst="roundRect">
                <a:avLst>
                  <a:gd name="adj" fmla="val 4167"/>
                </a:avLst>
              </a:prstGeom>
              <a:solidFill>
                <a:schemeClr val="bg1"/>
              </a:solidFill>
              <a:ln w="9525">
                <a:solidFill>
                  <a:srgbClr val="4D4D4D"/>
                </a:solidFill>
                <a:round/>
                <a:headEnd/>
                <a:tailEnd/>
              </a:ln>
              <a:effectLst>
                <a:outerShdw dist="35921" dir="2700000" algn="ctr" rotWithShape="0">
                  <a:srgbClr val="AFAFAF"/>
                </a:outerShdw>
              </a:effectLst>
            </p:spPr>
            <p:txBody>
              <a:bodyPr anchor="ctr">
                <a:spAutoFit/>
              </a:bodyPr>
              <a:lstStyle/>
              <a:p>
                <a:r>
                  <a:rPr lang="fr-FR" sz="1600">
                    <a:solidFill>
                      <a:srgbClr val="000000"/>
                    </a:solidFill>
                    <a:ea typeface="SimSun" pitchFamily="2" charset="-122"/>
                  </a:rPr>
                  <a:t>E:</a:t>
                </a:r>
                <a:r>
                  <a:rPr lang="en-IE" sz="1600">
                    <a:solidFill>
                      <a:srgbClr val="000000"/>
                    </a:solidFill>
                  </a:rPr>
                  <a:t> </a:t>
                </a:r>
                <a:endParaRPr lang="en-US" sz="1600">
                  <a:solidFill>
                    <a:srgbClr val="000000"/>
                  </a:solidFill>
                </a:endParaRPr>
              </a:p>
            </p:txBody>
          </p:sp>
          <p:sp>
            <p:nvSpPr>
              <p:cNvPr id="392258" name="AutoShape-66"/>
              <p:cNvSpPr>
                <a:spLocks noChangeArrowheads="1"/>
              </p:cNvSpPr>
              <p:nvPr/>
            </p:nvSpPr>
            <p:spPr bwMode="auto">
              <a:xfrm>
                <a:off x="3485" y="2962"/>
                <a:ext cx="238" cy="222"/>
              </a:xfrm>
              <a:prstGeom prst="roundRect">
                <a:avLst>
                  <a:gd name="adj" fmla="val 4167"/>
                </a:avLst>
              </a:prstGeom>
              <a:solidFill>
                <a:schemeClr val="bg1"/>
              </a:solidFill>
              <a:ln w="9525">
                <a:solidFill>
                  <a:srgbClr val="4D4D4D"/>
                </a:solidFill>
                <a:round/>
                <a:headEnd/>
                <a:tailEnd/>
              </a:ln>
              <a:effectLst>
                <a:outerShdw dist="35921" dir="2700000" algn="ctr" rotWithShape="0">
                  <a:srgbClr val="AFAFAF"/>
                </a:outerShdw>
              </a:effectLst>
            </p:spPr>
            <p:txBody>
              <a:bodyPr anchor="ctr">
                <a:spAutoFit/>
              </a:bodyPr>
              <a:lstStyle/>
              <a:p>
                <a:r>
                  <a:rPr lang="fr-FR" sz="1600">
                    <a:solidFill>
                      <a:srgbClr val="000000"/>
                    </a:solidFill>
                    <a:ea typeface="SimSun" pitchFamily="2" charset="-122"/>
                  </a:rPr>
                  <a:t>F:</a:t>
                </a:r>
                <a:r>
                  <a:rPr lang="en-IE" sz="1600">
                    <a:solidFill>
                      <a:srgbClr val="000000"/>
                    </a:solidFill>
                  </a:rPr>
                  <a:t> </a:t>
                </a:r>
                <a:endParaRPr lang="en-US" sz="1600">
                  <a:solidFill>
                    <a:srgbClr val="000000"/>
                  </a:solidFill>
                </a:endParaRPr>
              </a:p>
            </p:txBody>
          </p:sp>
        </p:grpSp>
      </p:grpSp>
      <p:sp>
        <p:nvSpPr>
          <p:cNvPr id="392348" name="AutoShape-156"/>
          <p:cNvSpPr>
            <a:spLocks noChangeArrowheads="1"/>
          </p:cNvSpPr>
          <p:nvPr/>
        </p:nvSpPr>
        <p:spPr bwMode="auto">
          <a:xfrm>
            <a:off x="5320883" y="2441575"/>
            <a:ext cx="1677987" cy="307975"/>
          </a:xfrm>
          <a:prstGeom prst="roundRect">
            <a:avLst>
              <a:gd name="adj" fmla="val 4167"/>
            </a:avLst>
          </a:prstGeom>
          <a:solidFill>
            <a:schemeClr val="bg1"/>
          </a:solidFill>
          <a:ln w="9525">
            <a:solidFill>
              <a:srgbClr val="4D4D4D"/>
            </a:solidFill>
            <a:round/>
            <a:headEnd/>
            <a:tailEnd/>
          </a:ln>
          <a:effectLst>
            <a:outerShdw dist="35921" dir="2700000" algn="ctr" rotWithShape="0">
              <a:srgbClr val="AFAFAF"/>
            </a:outerShdw>
          </a:effectLst>
        </p:spPr>
        <p:txBody>
          <a:bodyPr anchor="ctr"/>
          <a:lstStyle/>
          <a:p>
            <a:r>
              <a:rPr lang="fr-FR" sz="1500">
                <a:solidFill>
                  <a:srgbClr val="000000"/>
                </a:solidFill>
                <a:ea typeface="SimSun" pitchFamily="2" charset="-122"/>
              </a:rPr>
              <a:t>Partition principale</a:t>
            </a:r>
            <a:r>
              <a:rPr lang="en-IE">
                <a:solidFill>
                  <a:srgbClr val="000000"/>
                </a:solidFill>
              </a:rPr>
              <a:t> </a:t>
            </a:r>
            <a:endParaRPr lang="en-US">
              <a:solidFill>
                <a:srgbClr val="000000"/>
              </a:solidFill>
            </a:endParaRPr>
          </a:p>
        </p:txBody>
      </p:sp>
      <p:sp>
        <p:nvSpPr>
          <p:cNvPr id="392347" name="AutoShape-155"/>
          <p:cNvSpPr>
            <a:spLocks noChangeArrowheads="1"/>
          </p:cNvSpPr>
          <p:nvPr/>
        </p:nvSpPr>
        <p:spPr bwMode="auto">
          <a:xfrm>
            <a:off x="7252870" y="4495800"/>
            <a:ext cx="1828800" cy="2087563"/>
          </a:xfrm>
          <a:prstGeom prst="roundRect">
            <a:avLst>
              <a:gd name="adj" fmla="val 4167"/>
            </a:avLst>
          </a:prstGeom>
          <a:solidFill>
            <a:srgbClr val="D5D69C"/>
          </a:solidFill>
          <a:ln w="25400">
            <a:solidFill>
              <a:srgbClr val="808080"/>
            </a:solidFill>
            <a:round/>
            <a:headEnd/>
            <a:tailEnd/>
          </a:ln>
          <a:effectLst>
            <a:outerShdw dist="35921" dir="2700000" algn="ctr" rotWithShape="0">
              <a:srgbClr val="AFAFAF"/>
            </a:outerShdw>
          </a:effectLst>
        </p:spPr>
        <p:txBody>
          <a:bodyPr anchor="ctr"/>
          <a:lstStyle/>
          <a:p>
            <a:pPr marL="177800" indent="-177800" algn="l"/>
            <a:endParaRPr lang="en-IE" b="0">
              <a:solidFill>
                <a:schemeClr val="tx1"/>
              </a:solidFill>
            </a:endParaRPr>
          </a:p>
        </p:txBody>
      </p:sp>
      <p:sp>
        <p:nvSpPr>
          <p:cNvPr id="392346" name="AutoShape-154"/>
          <p:cNvSpPr>
            <a:spLocks noChangeArrowheads="1"/>
          </p:cNvSpPr>
          <p:nvPr/>
        </p:nvSpPr>
        <p:spPr bwMode="auto">
          <a:xfrm>
            <a:off x="7252870" y="2362200"/>
            <a:ext cx="1828800" cy="2057400"/>
          </a:xfrm>
          <a:prstGeom prst="roundRect">
            <a:avLst>
              <a:gd name="adj" fmla="val 4167"/>
            </a:avLst>
          </a:prstGeom>
          <a:solidFill>
            <a:srgbClr val="BBCDE3"/>
          </a:solidFill>
          <a:ln w="25400">
            <a:solidFill>
              <a:srgbClr val="808080"/>
            </a:solidFill>
            <a:round/>
            <a:headEnd/>
            <a:tailEnd/>
          </a:ln>
          <a:effectLst>
            <a:outerShdw dist="35921" dir="2700000" algn="ctr" rotWithShape="0">
              <a:srgbClr val="AFAFAF"/>
            </a:outerShdw>
          </a:effectLst>
        </p:spPr>
        <p:txBody>
          <a:bodyPr anchor="ctr"/>
          <a:lstStyle/>
          <a:p>
            <a:pPr marL="177800" indent="-177800" algn="l"/>
            <a:endParaRPr lang="en-IE" b="0">
              <a:solidFill>
                <a:schemeClr val="tx1"/>
              </a:solidFill>
            </a:endParaRPr>
          </a:p>
        </p:txBody>
      </p:sp>
      <p:sp>
        <p:nvSpPr>
          <p:cNvPr id="392349" name="AutoShape-157"/>
          <p:cNvSpPr>
            <a:spLocks noChangeArrowheads="1"/>
          </p:cNvSpPr>
          <p:nvPr/>
        </p:nvSpPr>
        <p:spPr bwMode="auto">
          <a:xfrm>
            <a:off x="7338595" y="2449513"/>
            <a:ext cx="1617663" cy="307975"/>
          </a:xfrm>
          <a:prstGeom prst="roundRect">
            <a:avLst>
              <a:gd name="adj" fmla="val 4167"/>
            </a:avLst>
          </a:prstGeom>
          <a:solidFill>
            <a:schemeClr val="bg1"/>
          </a:solidFill>
          <a:ln w="9525">
            <a:solidFill>
              <a:srgbClr val="4D4D4D"/>
            </a:solidFill>
            <a:round/>
            <a:headEnd/>
            <a:tailEnd/>
          </a:ln>
          <a:effectLst>
            <a:outerShdw dist="35921" dir="2700000" algn="ctr" rotWithShape="0">
              <a:srgbClr val="AFAFAF"/>
            </a:outerShdw>
          </a:effectLst>
        </p:spPr>
        <p:txBody>
          <a:bodyPr anchor="ctr"/>
          <a:lstStyle/>
          <a:p>
            <a:r>
              <a:rPr lang="fr-FR" sz="1500">
                <a:solidFill>
                  <a:srgbClr val="000000"/>
                </a:solidFill>
                <a:ea typeface="SimSun" pitchFamily="2" charset="-122"/>
              </a:rPr>
              <a:t>Partition principale</a:t>
            </a:r>
            <a:r>
              <a:rPr lang="en-IE" sz="1500">
                <a:solidFill>
                  <a:srgbClr val="000000"/>
                </a:solidFill>
              </a:rPr>
              <a:t> </a:t>
            </a:r>
            <a:endParaRPr lang="en-US" sz="1500">
              <a:solidFill>
                <a:srgbClr val="000000"/>
              </a:solidFill>
            </a:endParaRPr>
          </a:p>
        </p:txBody>
      </p:sp>
      <p:sp>
        <p:nvSpPr>
          <p:cNvPr id="392350" name="AutoShape-158"/>
          <p:cNvSpPr>
            <a:spLocks noChangeArrowheads="1"/>
          </p:cNvSpPr>
          <p:nvPr/>
        </p:nvSpPr>
        <p:spPr bwMode="auto">
          <a:xfrm>
            <a:off x="7311608" y="5842000"/>
            <a:ext cx="1701800" cy="679450"/>
          </a:xfrm>
          <a:prstGeom prst="roundRect">
            <a:avLst>
              <a:gd name="adj" fmla="val 4167"/>
            </a:avLst>
          </a:prstGeom>
          <a:solidFill>
            <a:schemeClr val="bg1"/>
          </a:solidFill>
          <a:ln w="9525">
            <a:solidFill>
              <a:srgbClr val="4D4D4D"/>
            </a:solidFill>
            <a:round/>
            <a:headEnd/>
            <a:tailEnd/>
          </a:ln>
          <a:effectLst>
            <a:outerShdw dist="35921" dir="2700000" algn="ctr" rotWithShape="0">
              <a:srgbClr val="AFAFAF"/>
            </a:outerShdw>
          </a:effectLst>
        </p:spPr>
        <p:txBody>
          <a:bodyPr anchor="ctr"/>
          <a:lstStyle/>
          <a:p>
            <a:pPr>
              <a:lnSpc>
                <a:spcPct val="80000"/>
              </a:lnSpc>
            </a:pPr>
            <a:r>
              <a:rPr lang="fr-FR" sz="1500">
                <a:solidFill>
                  <a:srgbClr val="000000"/>
                </a:solidFill>
                <a:ea typeface="SimSun" pitchFamily="2" charset="-122"/>
              </a:rPr>
              <a:t>Partition étendue</a:t>
            </a:r>
          </a:p>
          <a:p>
            <a:pPr>
              <a:lnSpc>
                <a:spcPct val="80000"/>
              </a:lnSpc>
            </a:pPr>
            <a:r>
              <a:rPr lang="fr-FR" sz="1500">
                <a:solidFill>
                  <a:srgbClr val="000000"/>
                </a:solidFill>
                <a:ea typeface="SimSun" pitchFamily="2" charset="-122"/>
              </a:rPr>
              <a:t>avec</a:t>
            </a:r>
            <a:r>
              <a:rPr lang="en-IE" sz="1500">
                <a:solidFill>
                  <a:srgbClr val="000000"/>
                </a:solidFill>
              </a:rPr>
              <a:t> </a:t>
            </a:r>
            <a:r>
              <a:rPr lang="fr-FR" sz="1500">
                <a:solidFill>
                  <a:srgbClr val="000000"/>
                </a:solidFill>
                <a:ea typeface="SimSun" pitchFamily="2" charset="-122"/>
              </a:rPr>
              <a:t>des lecteurs</a:t>
            </a:r>
          </a:p>
          <a:p>
            <a:pPr>
              <a:lnSpc>
                <a:spcPct val="80000"/>
              </a:lnSpc>
            </a:pPr>
            <a:r>
              <a:rPr lang="fr-FR" sz="1500">
                <a:solidFill>
                  <a:srgbClr val="000000"/>
                </a:solidFill>
                <a:ea typeface="SimSun" pitchFamily="2" charset="-122"/>
              </a:rPr>
              <a:t>logiques</a:t>
            </a:r>
            <a:endParaRPr lang="en-US">
              <a:solidFill>
                <a:srgbClr val="000000"/>
              </a:solidFill>
            </a:endParaRPr>
          </a:p>
        </p:txBody>
      </p:sp>
      <p:sp>
        <p:nvSpPr>
          <p:cNvPr id="392351" name="AutoShape-159"/>
          <p:cNvSpPr>
            <a:spLocks noChangeArrowheads="1"/>
          </p:cNvSpPr>
          <p:nvPr/>
        </p:nvSpPr>
        <p:spPr bwMode="auto">
          <a:xfrm>
            <a:off x="6432133" y="1239838"/>
            <a:ext cx="1489075" cy="385762"/>
          </a:xfrm>
          <a:prstGeom prst="roundRect">
            <a:avLst>
              <a:gd name="adj" fmla="val 4167"/>
            </a:avLst>
          </a:prstGeom>
          <a:solidFill>
            <a:schemeClr val="bg1"/>
          </a:solidFill>
          <a:ln w="9525">
            <a:solidFill>
              <a:srgbClr val="4D4D4D"/>
            </a:solidFill>
            <a:round/>
            <a:headEnd/>
            <a:tailEnd/>
          </a:ln>
          <a:effectLst>
            <a:outerShdw dist="35921" dir="2700000" algn="ctr" rotWithShape="0">
              <a:srgbClr val="AFAFAF"/>
            </a:outerShdw>
          </a:effectLst>
        </p:spPr>
        <p:txBody>
          <a:bodyPr anchor="ctr">
            <a:spAutoFit/>
          </a:bodyPr>
          <a:lstStyle/>
          <a:p>
            <a:r>
              <a:rPr lang="fr-FR" sz="1500">
                <a:solidFill>
                  <a:srgbClr val="000000"/>
                </a:solidFill>
                <a:ea typeface="SimSun" pitchFamily="2" charset="-122"/>
              </a:rPr>
              <a:t>Disques de base</a:t>
            </a:r>
            <a:r>
              <a:rPr lang="en-IE">
                <a:solidFill>
                  <a:srgbClr val="000000"/>
                </a:solidFill>
              </a:rPr>
              <a:t> </a:t>
            </a:r>
            <a:endParaRPr lang="en-US">
              <a:solidFill>
                <a:srgbClr val="000000"/>
              </a:solidFill>
            </a:endParaRPr>
          </a:p>
        </p:txBody>
      </p:sp>
      <p:sp>
        <p:nvSpPr>
          <p:cNvPr id="392343" name="Freeform-151"/>
          <p:cNvSpPr>
            <a:spLocks/>
          </p:cNvSpPr>
          <p:nvPr/>
        </p:nvSpPr>
        <p:spPr bwMode="auto">
          <a:xfrm>
            <a:off x="6109870" y="1676400"/>
            <a:ext cx="2133600" cy="652463"/>
          </a:xfrm>
          <a:custGeom>
            <a:avLst/>
            <a:gdLst/>
            <a:ahLst/>
            <a:cxnLst>
              <a:cxn ang="0">
                <a:pos x="2123" y="256"/>
              </a:cxn>
              <a:cxn ang="0">
                <a:pos x="2181" y="245"/>
              </a:cxn>
              <a:cxn ang="0">
                <a:pos x="2088" y="439"/>
              </a:cxn>
              <a:cxn ang="0">
                <a:pos x="1988" y="246"/>
              </a:cxn>
              <a:cxn ang="0">
                <a:pos x="2044" y="255"/>
              </a:cxn>
              <a:cxn ang="0">
                <a:pos x="2054" y="62"/>
              </a:cxn>
              <a:cxn ang="0">
                <a:pos x="1088" y="62"/>
              </a:cxn>
              <a:cxn ang="0">
                <a:pos x="123" y="62"/>
              </a:cxn>
              <a:cxn ang="0">
                <a:pos x="135" y="256"/>
              </a:cxn>
              <a:cxn ang="0">
                <a:pos x="191" y="245"/>
              </a:cxn>
              <a:cxn ang="0">
                <a:pos x="98" y="439"/>
              </a:cxn>
              <a:cxn ang="0">
                <a:pos x="0" y="246"/>
              </a:cxn>
              <a:cxn ang="0">
                <a:pos x="54" y="255"/>
              </a:cxn>
              <a:cxn ang="0">
                <a:pos x="68" y="0"/>
              </a:cxn>
              <a:cxn ang="0">
                <a:pos x="71" y="0"/>
              </a:cxn>
              <a:cxn ang="0">
                <a:pos x="120" y="0"/>
              </a:cxn>
              <a:cxn ang="0">
                <a:pos x="1088" y="0"/>
              </a:cxn>
              <a:cxn ang="0">
                <a:pos x="2058" y="0"/>
              </a:cxn>
              <a:cxn ang="0">
                <a:pos x="2109" y="0"/>
              </a:cxn>
              <a:cxn ang="0">
                <a:pos x="2123" y="256"/>
              </a:cxn>
            </a:cxnLst>
            <a:rect l="0" t="0" r="r" b="b"/>
            <a:pathLst>
              <a:path w="2181" h="439">
                <a:moveTo>
                  <a:pt x="2123" y="256"/>
                </a:moveTo>
                <a:lnTo>
                  <a:pt x="2181" y="245"/>
                </a:lnTo>
                <a:lnTo>
                  <a:pt x="2088" y="439"/>
                </a:lnTo>
                <a:lnTo>
                  <a:pt x="1988" y="246"/>
                </a:lnTo>
                <a:lnTo>
                  <a:pt x="2044" y="255"/>
                </a:lnTo>
                <a:lnTo>
                  <a:pt x="2054" y="62"/>
                </a:lnTo>
                <a:lnTo>
                  <a:pt x="1088" y="62"/>
                </a:lnTo>
                <a:lnTo>
                  <a:pt x="123" y="62"/>
                </a:lnTo>
                <a:lnTo>
                  <a:pt x="135" y="256"/>
                </a:lnTo>
                <a:lnTo>
                  <a:pt x="191" y="245"/>
                </a:lnTo>
                <a:lnTo>
                  <a:pt x="98" y="439"/>
                </a:lnTo>
                <a:lnTo>
                  <a:pt x="0" y="246"/>
                </a:lnTo>
                <a:lnTo>
                  <a:pt x="54" y="255"/>
                </a:lnTo>
                <a:lnTo>
                  <a:pt x="68" y="0"/>
                </a:lnTo>
                <a:lnTo>
                  <a:pt x="71" y="0"/>
                </a:lnTo>
                <a:lnTo>
                  <a:pt x="120" y="0"/>
                </a:lnTo>
                <a:lnTo>
                  <a:pt x="1088" y="0"/>
                </a:lnTo>
                <a:lnTo>
                  <a:pt x="2058" y="0"/>
                </a:lnTo>
                <a:lnTo>
                  <a:pt x="2109" y="0"/>
                </a:lnTo>
                <a:lnTo>
                  <a:pt x="2123" y="256"/>
                </a:lnTo>
                <a:close/>
              </a:path>
            </a:pathLst>
          </a:custGeom>
          <a:solidFill>
            <a:srgbClr val="FF0000">
              <a:alpha val="75000"/>
            </a:srgbClr>
          </a:solidFill>
          <a:ln w="9525">
            <a:noFill/>
            <a:round/>
            <a:headEnd/>
            <a:tailEnd/>
          </a:ln>
        </p:spPr>
        <p:txBody>
          <a:bodyPr/>
          <a:lstStyle/>
          <a:p>
            <a:endParaRPr lang="fr-FR"/>
          </a:p>
        </p:txBody>
      </p:sp>
      <p:grpSp>
        <p:nvGrpSpPr>
          <p:cNvPr id="392364" name="Group-172"/>
          <p:cNvGrpSpPr>
            <a:grpSpLocks/>
          </p:cNvGrpSpPr>
          <p:nvPr/>
        </p:nvGrpSpPr>
        <p:grpSpPr bwMode="auto">
          <a:xfrm>
            <a:off x="7375108" y="2819400"/>
            <a:ext cx="1584325" cy="2943225"/>
            <a:chOff x="4349" y="1776"/>
            <a:chExt cx="998" cy="1854"/>
          </a:xfrm>
        </p:grpSpPr>
        <p:grpSp>
          <p:nvGrpSpPr>
            <p:cNvPr id="392354" name="Group 162"/>
            <p:cNvGrpSpPr>
              <a:grpSpLocks/>
            </p:cNvGrpSpPr>
            <p:nvPr/>
          </p:nvGrpSpPr>
          <p:grpSpPr bwMode="auto">
            <a:xfrm>
              <a:off x="4349" y="1776"/>
              <a:ext cx="998" cy="1853"/>
              <a:chOff x="4349" y="1776"/>
              <a:chExt cx="998" cy="1853"/>
            </a:xfrm>
          </p:grpSpPr>
          <p:pic>
            <p:nvPicPr>
              <p:cNvPr id="392269" name="Picture-77" descr="Partitions01"/>
              <p:cNvPicPr>
                <a:picLocks noChangeAspect="1" noChangeArrowheads="1"/>
              </p:cNvPicPr>
              <p:nvPr/>
            </p:nvPicPr>
            <p:blipFill>
              <a:blip r:embed="rId3"/>
              <a:srcRect/>
              <a:stretch>
                <a:fillRect/>
              </a:stretch>
            </p:blipFill>
            <p:spPr bwMode="auto">
              <a:xfrm>
                <a:off x="4367" y="2371"/>
                <a:ext cx="964" cy="1258"/>
              </a:xfrm>
              <a:prstGeom prst="rect">
                <a:avLst/>
              </a:prstGeom>
              <a:noFill/>
            </p:spPr>
          </p:pic>
          <p:pic>
            <p:nvPicPr>
              <p:cNvPr id="392267" name="Picture-75" descr="Partitions01"/>
              <p:cNvPicPr>
                <a:picLocks noChangeAspect="1" noChangeArrowheads="1"/>
              </p:cNvPicPr>
              <p:nvPr/>
            </p:nvPicPr>
            <p:blipFill>
              <a:blip r:embed="rId3"/>
              <a:srcRect/>
              <a:stretch>
                <a:fillRect/>
              </a:stretch>
            </p:blipFill>
            <p:spPr bwMode="auto">
              <a:xfrm>
                <a:off x="4349" y="1776"/>
                <a:ext cx="998" cy="1392"/>
              </a:xfrm>
              <a:prstGeom prst="rect">
                <a:avLst/>
              </a:prstGeom>
              <a:noFill/>
              <a:ln>
                <a:noFill/>
              </a:ln>
              <a:effectLst/>
            </p:spPr>
          </p:pic>
        </p:grpSp>
        <p:sp>
          <p:nvSpPr>
            <p:cNvPr id="392357" name="AutoShape-165"/>
            <p:cNvSpPr>
              <a:spLocks noChangeArrowheads="1"/>
            </p:cNvSpPr>
            <p:nvPr/>
          </p:nvSpPr>
          <p:spPr bwMode="auto">
            <a:xfrm>
              <a:off x="4726" y="2104"/>
              <a:ext cx="262" cy="222"/>
            </a:xfrm>
            <a:prstGeom prst="roundRect">
              <a:avLst>
                <a:gd name="adj" fmla="val 4167"/>
              </a:avLst>
            </a:prstGeom>
            <a:solidFill>
              <a:schemeClr val="bg1"/>
            </a:solidFill>
            <a:ln w="9525">
              <a:solidFill>
                <a:srgbClr val="4D4D4D"/>
              </a:solidFill>
              <a:round/>
              <a:headEnd/>
              <a:tailEnd/>
            </a:ln>
            <a:effectLst>
              <a:outerShdw dist="35921" dir="2700000" algn="ctr" rotWithShape="0">
                <a:srgbClr val="AFAFAF"/>
              </a:outerShdw>
            </a:effectLst>
          </p:spPr>
          <p:txBody>
            <a:bodyPr anchor="ctr">
              <a:spAutoFit/>
            </a:bodyPr>
            <a:lstStyle/>
            <a:p>
              <a:r>
                <a:rPr lang="fr-FR" sz="1600">
                  <a:solidFill>
                    <a:srgbClr val="000000"/>
                  </a:solidFill>
                  <a:ea typeface="SimSun" pitchFamily="2" charset="-122"/>
                </a:rPr>
                <a:t>C:</a:t>
              </a:r>
              <a:r>
                <a:rPr lang="en-IE" sz="1600">
                  <a:solidFill>
                    <a:srgbClr val="000000"/>
                  </a:solidFill>
                </a:rPr>
                <a:t> </a:t>
              </a:r>
              <a:endParaRPr lang="en-US" sz="1600">
                <a:solidFill>
                  <a:srgbClr val="000000"/>
                </a:solidFill>
              </a:endParaRPr>
            </a:p>
          </p:txBody>
        </p:sp>
        <p:sp>
          <p:nvSpPr>
            <p:cNvPr id="392358" name="AutoShape-166"/>
            <p:cNvSpPr>
              <a:spLocks noChangeArrowheads="1"/>
            </p:cNvSpPr>
            <p:nvPr/>
          </p:nvSpPr>
          <p:spPr bwMode="auto">
            <a:xfrm>
              <a:off x="4726" y="2364"/>
              <a:ext cx="262" cy="222"/>
            </a:xfrm>
            <a:prstGeom prst="roundRect">
              <a:avLst>
                <a:gd name="adj" fmla="val 4167"/>
              </a:avLst>
            </a:prstGeom>
            <a:solidFill>
              <a:schemeClr val="bg1"/>
            </a:solidFill>
            <a:ln w="9525">
              <a:solidFill>
                <a:srgbClr val="4D4D4D"/>
              </a:solidFill>
              <a:round/>
              <a:headEnd/>
              <a:tailEnd/>
            </a:ln>
            <a:effectLst>
              <a:outerShdw dist="35921" dir="2700000" algn="ctr" rotWithShape="0">
                <a:srgbClr val="AFAFAF"/>
              </a:outerShdw>
            </a:effectLst>
          </p:spPr>
          <p:txBody>
            <a:bodyPr anchor="ctr">
              <a:spAutoFit/>
            </a:bodyPr>
            <a:lstStyle/>
            <a:p>
              <a:r>
                <a:rPr lang="fr-FR" sz="1600">
                  <a:solidFill>
                    <a:srgbClr val="000000"/>
                  </a:solidFill>
                  <a:ea typeface="SimSun" pitchFamily="2" charset="-122"/>
                </a:rPr>
                <a:t>D:</a:t>
              </a:r>
              <a:r>
                <a:rPr lang="en-IE" sz="1600">
                  <a:solidFill>
                    <a:srgbClr val="000000"/>
                  </a:solidFill>
                </a:rPr>
                <a:t> </a:t>
              </a:r>
              <a:endParaRPr lang="en-US" sz="1600">
                <a:solidFill>
                  <a:srgbClr val="000000"/>
                </a:solidFill>
              </a:endParaRPr>
            </a:p>
          </p:txBody>
        </p:sp>
        <p:sp>
          <p:nvSpPr>
            <p:cNvPr id="392359" name="AutoShape-167"/>
            <p:cNvSpPr>
              <a:spLocks noChangeArrowheads="1"/>
            </p:cNvSpPr>
            <p:nvPr/>
          </p:nvSpPr>
          <p:spPr bwMode="auto">
            <a:xfrm>
              <a:off x="4726" y="2625"/>
              <a:ext cx="262" cy="222"/>
            </a:xfrm>
            <a:prstGeom prst="roundRect">
              <a:avLst>
                <a:gd name="adj" fmla="val 4167"/>
              </a:avLst>
            </a:prstGeom>
            <a:solidFill>
              <a:schemeClr val="bg1"/>
            </a:solidFill>
            <a:ln w="9525">
              <a:solidFill>
                <a:srgbClr val="4D4D4D"/>
              </a:solidFill>
              <a:round/>
              <a:headEnd/>
              <a:tailEnd/>
            </a:ln>
            <a:effectLst>
              <a:outerShdw dist="35921" dir="2700000" algn="ctr" rotWithShape="0">
                <a:srgbClr val="AFAFAF"/>
              </a:outerShdw>
            </a:effectLst>
          </p:spPr>
          <p:txBody>
            <a:bodyPr anchor="ctr">
              <a:spAutoFit/>
            </a:bodyPr>
            <a:lstStyle/>
            <a:p>
              <a:r>
                <a:rPr lang="fr-FR" sz="1600">
                  <a:solidFill>
                    <a:srgbClr val="000000"/>
                  </a:solidFill>
                  <a:ea typeface="SimSun" pitchFamily="2" charset="-122"/>
                </a:rPr>
                <a:t>E:</a:t>
              </a:r>
              <a:r>
                <a:rPr lang="en-IE" sz="1600">
                  <a:solidFill>
                    <a:srgbClr val="000000"/>
                  </a:solidFill>
                </a:rPr>
                <a:t> </a:t>
              </a:r>
              <a:endParaRPr lang="en-US" sz="1600">
                <a:solidFill>
                  <a:srgbClr val="000000"/>
                </a:solidFill>
              </a:endParaRPr>
            </a:p>
          </p:txBody>
        </p:sp>
        <p:sp>
          <p:nvSpPr>
            <p:cNvPr id="392360" name="AutoShape-168"/>
            <p:cNvSpPr>
              <a:spLocks noChangeArrowheads="1"/>
            </p:cNvSpPr>
            <p:nvPr/>
          </p:nvSpPr>
          <p:spPr bwMode="auto">
            <a:xfrm>
              <a:off x="4726" y="2886"/>
              <a:ext cx="262" cy="222"/>
            </a:xfrm>
            <a:prstGeom prst="roundRect">
              <a:avLst>
                <a:gd name="adj" fmla="val 4167"/>
              </a:avLst>
            </a:prstGeom>
            <a:solidFill>
              <a:schemeClr val="bg1"/>
            </a:solidFill>
            <a:ln w="9525">
              <a:solidFill>
                <a:srgbClr val="4D4D4D"/>
              </a:solidFill>
              <a:round/>
              <a:headEnd/>
              <a:tailEnd/>
            </a:ln>
            <a:effectLst>
              <a:outerShdw dist="35921" dir="2700000" algn="ctr" rotWithShape="0">
                <a:srgbClr val="AFAFAF"/>
              </a:outerShdw>
            </a:effectLst>
          </p:spPr>
          <p:txBody>
            <a:bodyPr anchor="ctr">
              <a:spAutoFit/>
            </a:bodyPr>
            <a:lstStyle/>
            <a:p>
              <a:r>
                <a:rPr lang="fr-FR" sz="1600">
                  <a:solidFill>
                    <a:srgbClr val="000000"/>
                  </a:solidFill>
                  <a:ea typeface="SimSun" pitchFamily="2" charset="-122"/>
                </a:rPr>
                <a:t>F:</a:t>
              </a:r>
              <a:r>
                <a:rPr lang="en-IE" sz="1600">
                  <a:solidFill>
                    <a:srgbClr val="000000"/>
                  </a:solidFill>
                </a:rPr>
                <a:t> </a:t>
              </a:r>
              <a:endParaRPr lang="en-US" sz="1600">
                <a:solidFill>
                  <a:srgbClr val="000000"/>
                </a:solidFill>
              </a:endParaRPr>
            </a:p>
          </p:txBody>
        </p:sp>
        <p:sp>
          <p:nvSpPr>
            <p:cNvPr id="392361" name="AutoShape-169"/>
            <p:cNvSpPr>
              <a:spLocks noChangeArrowheads="1"/>
            </p:cNvSpPr>
            <p:nvPr/>
          </p:nvSpPr>
          <p:spPr bwMode="auto">
            <a:xfrm>
              <a:off x="4726" y="3147"/>
              <a:ext cx="262" cy="222"/>
            </a:xfrm>
            <a:prstGeom prst="roundRect">
              <a:avLst>
                <a:gd name="adj" fmla="val 4167"/>
              </a:avLst>
            </a:prstGeom>
            <a:solidFill>
              <a:schemeClr val="bg1"/>
            </a:solidFill>
            <a:ln w="9525">
              <a:solidFill>
                <a:srgbClr val="4D4D4D"/>
              </a:solidFill>
              <a:round/>
              <a:headEnd/>
              <a:tailEnd/>
            </a:ln>
            <a:effectLst>
              <a:outerShdw dist="35921" dir="2700000" algn="ctr" rotWithShape="0">
                <a:srgbClr val="AFAFAF"/>
              </a:outerShdw>
            </a:effectLst>
          </p:spPr>
          <p:txBody>
            <a:bodyPr anchor="ctr">
              <a:spAutoFit/>
            </a:bodyPr>
            <a:lstStyle/>
            <a:p>
              <a:r>
                <a:rPr lang="fr-FR" sz="1600">
                  <a:solidFill>
                    <a:srgbClr val="000000"/>
                  </a:solidFill>
                  <a:ea typeface="SimSun" pitchFamily="2" charset="-122"/>
                </a:rPr>
                <a:t>G:</a:t>
              </a:r>
              <a:r>
                <a:rPr lang="en-IE" sz="1600">
                  <a:solidFill>
                    <a:srgbClr val="000000"/>
                  </a:solidFill>
                </a:rPr>
                <a:t> </a:t>
              </a:r>
              <a:endParaRPr lang="en-US" sz="1600">
                <a:solidFill>
                  <a:srgbClr val="000000"/>
                </a:solidFill>
              </a:endParaRPr>
            </a:p>
          </p:txBody>
        </p:sp>
        <p:sp>
          <p:nvSpPr>
            <p:cNvPr id="392362" name="AutoShape-170"/>
            <p:cNvSpPr>
              <a:spLocks noChangeArrowheads="1"/>
            </p:cNvSpPr>
            <p:nvPr/>
          </p:nvSpPr>
          <p:spPr bwMode="auto">
            <a:xfrm>
              <a:off x="4726" y="3408"/>
              <a:ext cx="262" cy="222"/>
            </a:xfrm>
            <a:prstGeom prst="roundRect">
              <a:avLst>
                <a:gd name="adj" fmla="val 4167"/>
              </a:avLst>
            </a:prstGeom>
            <a:solidFill>
              <a:schemeClr val="bg1"/>
            </a:solidFill>
            <a:ln w="9525">
              <a:solidFill>
                <a:srgbClr val="4D4D4D"/>
              </a:solidFill>
              <a:round/>
              <a:headEnd/>
              <a:tailEnd/>
            </a:ln>
            <a:effectLst>
              <a:outerShdw dist="35921" dir="2700000" algn="ctr" rotWithShape="0">
                <a:srgbClr val="AFAFAF"/>
              </a:outerShdw>
            </a:effectLst>
          </p:spPr>
          <p:txBody>
            <a:bodyPr anchor="ctr">
              <a:spAutoFit/>
            </a:bodyPr>
            <a:lstStyle/>
            <a:p>
              <a:r>
                <a:rPr lang="fr-FR" sz="1600">
                  <a:solidFill>
                    <a:srgbClr val="000000"/>
                  </a:solidFill>
                  <a:ea typeface="SimSun" pitchFamily="2" charset="-122"/>
                </a:rPr>
                <a:t>H:</a:t>
              </a:r>
              <a:r>
                <a:rPr lang="en-IE" sz="1600">
                  <a:solidFill>
                    <a:srgbClr val="000000"/>
                  </a:solidFill>
                </a:rPr>
                <a:t> </a:t>
              </a:r>
              <a:endParaRPr lang="en-US" sz="1600">
                <a:solidFill>
                  <a:srgbClr val="000000"/>
                </a:solidFill>
              </a:endParaRPr>
            </a:p>
          </p:txBody>
        </p:sp>
      </p:gr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1410" name="Rectangle-2"/>
          <p:cNvSpPr>
            <a:spLocks noGrp="1" noChangeArrowheads="1"/>
          </p:cNvSpPr>
          <p:nvPr>
            <p:ph type="title"/>
          </p:nvPr>
        </p:nvSpPr>
        <p:spPr/>
        <p:txBody>
          <a:bodyPr/>
          <a:lstStyle/>
          <a:p>
            <a:r>
              <a:rPr lang="fr-FR" b="1" dirty="0" smtClean="0">
                <a:solidFill>
                  <a:srgbClr val="000000"/>
                </a:solidFill>
                <a:ea typeface="SimSun" pitchFamily="2" charset="-122"/>
              </a:rPr>
              <a:t>2. Gestion </a:t>
            </a:r>
            <a:r>
              <a:rPr lang="fr-FR" b="1" dirty="0">
                <a:solidFill>
                  <a:srgbClr val="000000"/>
                </a:solidFill>
                <a:ea typeface="SimSun" pitchFamily="2" charset="-122"/>
              </a:rPr>
              <a:t>des lecteurs montés</a:t>
            </a:r>
            <a:r>
              <a:rPr lang="en-IE" b="1" dirty="0">
                <a:solidFill>
                  <a:srgbClr val="000000"/>
                </a:solidFill>
              </a:rPr>
              <a:t> </a:t>
            </a:r>
          </a:p>
        </p:txBody>
      </p:sp>
      <p:sp>
        <p:nvSpPr>
          <p:cNvPr id="401411" name="Rectangle-3"/>
          <p:cNvSpPr>
            <a:spLocks noGrp="1" noChangeArrowheads="1"/>
          </p:cNvSpPr>
          <p:nvPr>
            <p:ph sz="quarter" idx="1"/>
          </p:nvPr>
        </p:nvSpPr>
        <p:spPr>
          <a:xfrm>
            <a:off x="301752" y="2510721"/>
            <a:ext cx="8503920" cy="1839607"/>
          </a:xfrm>
        </p:spPr>
        <p:txBody>
          <a:bodyPr/>
          <a:lstStyle/>
          <a:p>
            <a:r>
              <a:rPr lang="fr-FR" b="1" dirty="0">
                <a:solidFill>
                  <a:srgbClr val="C00000"/>
                </a:solidFill>
                <a:ea typeface="SimSun" pitchFamily="2" charset="-122"/>
              </a:rPr>
              <a:t>Qu'</a:t>
            </a:r>
            <a:r>
              <a:rPr lang="fr-FR" b="1" dirty="0" err="1">
                <a:solidFill>
                  <a:srgbClr val="C00000"/>
                </a:solidFill>
                <a:ea typeface="SimSun" pitchFamily="2" charset="-122"/>
              </a:rPr>
              <a:t>est‑ce</a:t>
            </a:r>
            <a:r>
              <a:rPr lang="fr-FR" b="1" dirty="0">
                <a:solidFill>
                  <a:srgbClr val="C00000"/>
                </a:solidFill>
                <a:ea typeface="SimSun" pitchFamily="2" charset="-122"/>
              </a:rPr>
              <a:t> qu'un lecteur monté ? </a:t>
            </a:r>
            <a:r>
              <a:rPr lang="en-US" b="1" dirty="0">
                <a:solidFill>
                  <a:srgbClr val="C00000"/>
                </a:solidFill>
              </a:rPr>
              <a:t> </a:t>
            </a:r>
          </a:p>
          <a:p>
            <a:r>
              <a:rPr lang="fr-FR" b="1" dirty="0">
                <a:solidFill>
                  <a:srgbClr val="C00000"/>
                </a:solidFill>
                <a:ea typeface="SimSun" pitchFamily="2" charset="-122"/>
              </a:rPr>
              <a:t>Quel est l'intérêt du lecteur monté ? </a:t>
            </a:r>
            <a:r>
              <a:rPr lang="en-US" b="1" dirty="0">
                <a:solidFill>
                  <a:srgbClr val="C00000"/>
                </a:solidFill>
              </a:rPr>
              <a:t> </a:t>
            </a:r>
          </a:p>
          <a:p>
            <a:r>
              <a:rPr lang="fr-FR" b="1" dirty="0">
                <a:solidFill>
                  <a:srgbClr val="C00000"/>
                </a:solidFill>
                <a:ea typeface="SimSun" pitchFamily="2" charset="-122"/>
              </a:rPr>
              <a:t>Comment gérer un lecteur monté ?</a:t>
            </a:r>
            <a:r>
              <a:rPr lang="en-IE" b="1" dirty="0">
                <a:solidFill>
                  <a:srgbClr val="C00000"/>
                </a:solidFill>
              </a:rPr>
              <a:t> </a:t>
            </a:r>
            <a:r>
              <a:rPr lang="en-US" b="1" dirty="0">
                <a:solidFill>
                  <a:srgbClr val="C00000"/>
                </a:solidFill>
              </a:rPr>
              <a:t> </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2434" name="Rectangle-2"/>
          <p:cNvSpPr>
            <a:spLocks noGrp="1" noChangeArrowheads="1"/>
          </p:cNvSpPr>
          <p:nvPr>
            <p:ph type="title"/>
          </p:nvPr>
        </p:nvSpPr>
        <p:spPr>
          <a:xfrm>
            <a:off x="187036" y="299461"/>
            <a:ext cx="8762999" cy="684212"/>
          </a:xfrm>
        </p:spPr>
        <p:txBody>
          <a:bodyPr/>
          <a:lstStyle/>
          <a:p>
            <a:r>
              <a:rPr lang="fr-FR" b="1" dirty="0">
                <a:solidFill>
                  <a:srgbClr val="C00000"/>
                </a:solidFill>
                <a:ea typeface="SimSun" pitchFamily="2" charset="-122"/>
              </a:rPr>
              <a:t>Qu'</a:t>
            </a:r>
            <a:r>
              <a:rPr lang="fr-FR" b="1" dirty="0" err="1">
                <a:solidFill>
                  <a:srgbClr val="C00000"/>
                </a:solidFill>
                <a:ea typeface="SimSun" pitchFamily="2" charset="-122"/>
              </a:rPr>
              <a:t>est‑ce</a:t>
            </a:r>
            <a:r>
              <a:rPr lang="fr-FR" b="1" dirty="0">
                <a:solidFill>
                  <a:srgbClr val="C00000"/>
                </a:solidFill>
                <a:ea typeface="SimSun" pitchFamily="2" charset="-122"/>
              </a:rPr>
              <a:t> qu'un lecteur monté ?</a:t>
            </a:r>
            <a:r>
              <a:rPr lang="en-IE" b="1" dirty="0">
                <a:solidFill>
                  <a:srgbClr val="C00000"/>
                </a:solidFill>
              </a:rPr>
              <a:t> </a:t>
            </a:r>
            <a:endParaRPr lang="en-US" b="1" dirty="0">
              <a:solidFill>
                <a:srgbClr val="C00000"/>
              </a:solidFill>
            </a:endParaRPr>
          </a:p>
        </p:txBody>
      </p:sp>
      <p:sp>
        <p:nvSpPr>
          <p:cNvPr id="402435" name="Rectangle-3"/>
          <p:cNvSpPr>
            <a:spLocks noGrp="1" noChangeArrowheads="1"/>
          </p:cNvSpPr>
          <p:nvPr>
            <p:ph type="body" sz="half" idx="1"/>
          </p:nvPr>
        </p:nvSpPr>
        <p:spPr>
          <a:xfrm>
            <a:off x="263236" y="1349375"/>
            <a:ext cx="8686800" cy="2644775"/>
          </a:xfrm>
        </p:spPr>
        <p:txBody>
          <a:bodyPr>
            <a:normAutofit/>
          </a:bodyPr>
          <a:lstStyle/>
          <a:p>
            <a:r>
              <a:rPr lang="fr-FR" dirty="0">
                <a:solidFill>
                  <a:srgbClr val="000000"/>
                </a:solidFill>
                <a:ea typeface="SimSun" pitchFamily="2" charset="-122"/>
              </a:rPr>
              <a:t>Un chemin d'accès lui est attribué au lieu d'une lettre de lecteur</a:t>
            </a:r>
            <a:r>
              <a:rPr lang="en-IE" dirty="0">
                <a:solidFill>
                  <a:srgbClr val="000000"/>
                </a:solidFill>
              </a:rPr>
              <a:t> </a:t>
            </a:r>
            <a:endParaRPr lang="en-US" dirty="0"/>
          </a:p>
          <a:p>
            <a:r>
              <a:rPr lang="fr-FR" dirty="0" smtClean="0">
                <a:solidFill>
                  <a:srgbClr val="000000"/>
                </a:solidFill>
                <a:ea typeface="SimSun" pitchFamily="2" charset="-122"/>
              </a:rPr>
              <a:t>Vous </a:t>
            </a:r>
            <a:r>
              <a:rPr lang="fr-FR" dirty="0">
                <a:solidFill>
                  <a:srgbClr val="000000"/>
                </a:solidFill>
                <a:ea typeface="SimSun" pitchFamily="2" charset="-122"/>
              </a:rPr>
              <a:t>permet d'ajouter des lecteurs sans avoir à utiliser des lettres de lecteur</a:t>
            </a:r>
            <a:r>
              <a:rPr lang="en-IE" dirty="0">
                <a:solidFill>
                  <a:srgbClr val="000000"/>
                </a:solidFill>
              </a:rPr>
              <a:t> </a:t>
            </a:r>
            <a:endParaRPr lang="en-US" dirty="0">
              <a:solidFill>
                <a:srgbClr val="000000"/>
              </a:solidFill>
            </a:endParaRPr>
          </a:p>
        </p:txBody>
      </p:sp>
      <p:pic>
        <p:nvPicPr>
          <p:cNvPr id="402447" name="Picture-15" descr="mounted"/>
          <p:cNvPicPr>
            <a:picLocks noGrp="1" noChangeAspect="1" noChangeArrowheads="1"/>
          </p:cNvPicPr>
          <p:nvPr>
            <p:ph sz="half" idx="2"/>
          </p:nvPr>
        </p:nvPicPr>
        <p:blipFill>
          <a:blip r:embed="rId3"/>
          <a:srcRect/>
          <a:stretch>
            <a:fillRect/>
          </a:stretch>
        </p:blipFill>
        <p:spPr>
          <a:xfrm>
            <a:off x="1995488" y="3215641"/>
            <a:ext cx="6597848" cy="2645410"/>
          </a:xfrm>
          <a:noFill/>
          <a:ln/>
        </p:spPr>
      </p:pic>
      <p:sp>
        <p:nvSpPr>
          <p:cNvPr id="402451" name="AutoShape-19"/>
          <p:cNvSpPr>
            <a:spLocks noChangeArrowheads="1"/>
          </p:cNvSpPr>
          <p:nvPr/>
        </p:nvSpPr>
        <p:spPr bwMode="auto">
          <a:xfrm>
            <a:off x="1081088" y="5487988"/>
            <a:ext cx="1044575" cy="477837"/>
          </a:xfrm>
          <a:prstGeom prst="rightArrow">
            <a:avLst>
              <a:gd name="adj1" fmla="val 50167"/>
              <a:gd name="adj2" fmla="val 113624"/>
            </a:avLst>
          </a:prstGeom>
          <a:solidFill>
            <a:srgbClr val="FF0000">
              <a:alpha val="75000"/>
            </a:srgbClr>
          </a:solidFill>
          <a:ln w="9525">
            <a:noFill/>
            <a:miter lim="800000"/>
            <a:headEnd/>
            <a:tailEnd/>
          </a:ln>
        </p:spPr>
        <p:txBody>
          <a:bodyPr/>
          <a:lstStyle/>
          <a:p>
            <a:endParaRPr lang="fr-F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402435">
                                            <p:txEl>
                                              <p:pRg st="0" end="0"/>
                                            </p:txEl>
                                          </p:spTgt>
                                        </p:tgtEl>
                                        <p:attrNameLst>
                                          <p:attrName>style.visibility</p:attrName>
                                        </p:attrNameLst>
                                      </p:cBhvr>
                                      <p:to>
                                        <p:strVal val="visible"/>
                                      </p:to>
                                    </p:set>
                                    <p:animEffect transition="in" filter="checkerboard(across)">
                                      <p:cBhvr>
                                        <p:cTn id="7" dur="500"/>
                                        <p:tgtEl>
                                          <p:spTgt spid="40243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402435">
                                            <p:txEl>
                                              <p:pRg st="1" end="1"/>
                                            </p:txEl>
                                          </p:spTgt>
                                        </p:tgtEl>
                                        <p:attrNameLst>
                                          <p:attrName>style.visibility</p:attrName>
                                        </p:attrNameLst>
                                      </p:cBhvr>
                                      <p:to>
                                        <p:strVal val="visible"/>
                                      </p:to>
                                    </p:set>
                                    <p:animEffect transition="in" filter="checkerboard(across)">
                                      <p:cBhvr>
                                        <p:cTn id="12" dur="500"/>
                                        <p:tgtEl>
                                          <p:spTgt spid="402435">
                                            <p:txEl>
                                              <p:pRg st="1" end="1"/>
                                            </p:txEl>
                                          </p:spTgt>
                                        </p:tgtEl>
                                      </p:cBhvr>
                                    </p:animEffect>
                                  </p:childTnLst>
                                </p:cTn>
                              </p:par>
                            </p:childTnLst>
                          </p:cTn>
                        </p:par>
                        <p:par>
                          <p:cTn id="13" fill="hold">
                            <p:stCondLst>
                              <p:cond delay="500"/>
                            </p:stCondLst>
                            <p:childTnLst>
                              <p:par>
                                <p:cTn id="14" presetID="1" presetClass="entr" presetSubtype="0" fill="hold" nodeType="afterEffect">
                                  <p:stCondLst>
                                    <p:cond delay="0"/>
                                  </p:stCondLst>
                                  <p:childTnLst>
                                    <p:set>
                                      <p:cBhvr>
                                        <p:cTn id="15" dur="1" fill="hold">
                                          <p:stCondLst>
                                            <p:cond delay="0"/>
                                          </p:stCondLst>
                                        </p:cTn>
                                        <p:tgtEl>
                                          <p:spTgt spid="402447"/>
                                        </p:tgtEl>
                                        <p:attrNameLst>
                                          <p:attrName>style.visibility</p:attrName>
                                        </p:attrNameLst>
                                      </p:cBhvr>
                                      <p:to>
                                        <p:strVal val="visible"/>
                                      </p:to>
                                    </p:set>
                                  </p:childTnLst>
                                </p:cTn>
                              </p:par>
                            </p:childTnLst>
                          </p:cTn>
                        </p:par>
                        <p:par>
                          <p:cTn id="16" fill="hold">
                            <p:stCondLst>
                              <p:cond delay="500"/>
                            </p:stCondLst>
                            <p:childTnLst>
                              <p:par>
                                <p:cTn id="17" presetID="1" presetClass="entr" presetSubtype="0" fill="hold" grpId="0" nodeType="afterEffect">
                                  <p:stCondLst>
                                    <p:cond delay="0"/>
                                  </p:stCondLst>
                                  <p:childTnLst>
                                    <p:set>
                                      <p:cBhvr>
                                        <p:cTn id="18" dur="1" fill="hold">
                                          <p:stCondLst>
                                            <p:cond delay="0"/>
                                          </p:stCondLst>
                                        </p:cTn>
                                        <p:tgtEl>
                                          <p:spTgt spid="4024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2451"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3458" name="Rectangle-2"/>
          <p:cNvSpPr>
            <a:spLocks noGrp="1" noChangeArrowheads="1"/>
          </p:cNvSpPr>
          <p:nvPr>
            <p:ph type="title"/>
          </p:nvPr>
        </p:nvSpPr>
        <p:spPr/>
        <p:txBody>
          <a:bodyPr/>
          <a:lstStyle/>
          <a:p>
            <a:r>
              <a:rPr lang="fr-FR" sz="3400" b="1" dirty="0">
                <a:solidFill>
                  <a:srgbClr val="C00000"/>
                </a:solidFill>
                <a:ea typeface="SimSun" pitchFamily="2" charset="-122"/>
              </a:rPr>
              <a:t>Quel est l'intérêt du lecteur monté ?</a:t>
            </a:r>
            <a:r>
              <a:rPr lang="en-IE" sz="3400" b="1" dirty="0">
                <a:solidFill>
                  <a:srgbClr val="C00000"/>
                </a:solidFill>
              </a:rPr>
              <a:t> </a:t>
            </a:r>
            <a:endParaRPr lang="en-US" sz="3400" b="1" dirty="0">
              <a:solidFill>
                <a:srgbClr val="C00000"/>
              </a:solidFill>
            </a:endParaRPr>
          </a:p>
        </p:txBody>
      </p:sp>
      <p:sp>
        <p:nvSpPr>
          <p:cNvPr id="403461" name="AutoShape-5"/>
          <p:cNvSpPr>
            <a:spLocks noChangeArrowheads="1"/>
          </p:cNvSpPr>
          <p:nvPr/>
        </p:nvSpPr>
        <p:spPr bwMode="auto">
          <a:xfrm>
            <a:off x="290945" y="1523999"/>
            <a:ext cx="8603673" cy="3870961"/>
          </a:xfrm>
          <a:prstGeom prst="roundRect">
            <a:avLst>
              <a:gd name="adj" fmla="val 4167"/>
            </a:avLst>
          </a:prstGeom>
          <a:gradFill rotWithShape="0">
            <a:gsLst>
              <a:gs pos="0">
                <a:srgbClr val="EEEFD7"/>
              </a:gs>
              <a:gs pos="100000">
                <a:srgbClr val="D5D69C"/>
              </a:gs>
            </a:gsLst>
            <a:lin ang="2700000" scaled="1"/>
          </a:gradFill>
          <a:ln w="9525">
            <a:solidFill>
              <a:srgbClr val="4D4D4D"/>
            </a:solidFill>
            <a:round/>
            <a:headEnd/>
            <a:tailEnd/>
          </a:ln>
          <a:effectLst>
            <a:outerShdw dist="35921" dir="2700000" algn="ctr" rotWithShape="0">
              <a:srgbClr val="AFAFAF"/>
            </a:outerShdw>
          </a:effectLst>
        </p:spPr>
        <p:txBody>
          <a:bodyPr anchor="ctr"/>
          <a:lstStyle/>
          <a:p>
            <a:pPr marL="231775" indent="-231775" algn="l">
              <a:lnSpc>
                <a:spcPct val="90000"/>
              </a:lnSpc>
              <a:spcBef>
                <a:spcPct val="40000"/>
              </a:spcBef>
              <a:buSzPct val="80000"/>
              <a:buFontTx/>
              <a:buBlip>
                <a:blip r:embed="rId3"/>
              </a:buBlip>
            </a:pPr>
            <a:r>
              <a:rPr lang="fr-FR" sz="2800" dirty="0">
                <a:solidFill>
                  <a:srgbClr val="000000"/>
                </a:solidFill>
                <a:ea typeface="SimSun" pitchFamily="2" charset="-122"/>
              </a:rPr>
              <a:t>Il ajoute des volumes aux systèmes sans affecter à chacun une lettre de lecteur</a:t>
            </a:r>
            <a:r>
              <a:rPr lang="en-IE" sz="2800" dirty="0">
                <a:solidFill>
                  <a:srgbClr val="000000"/>
                </a:solidFill>
              </a:rPr>
              <a:t> </a:t>
            </a:r>
            <a:endParaRPr lang="en-US" sz="2800" dirty="0">
              <a:solidFill>
                <a:schemeClr val="tx1"/>
              </a:solidFill>
            </a:endParaRPr>
          </a:p>
          <a:p>
            <a:pPr marL="231775" indent="-231775" algn="l">
              <a:lnSpc>
                <a:spcPct val="90000"/>
              </a:lnSpc>
              <a:spcBef>
                <a:spcPct val="40000"/>
              </a:spcBef>
              <a:buSzPct val="80000"/>
              <a:buFontTx/>
              <a:buBlip>
                <a:blip r:embed="rId3"/>
              </a:buBlip>
            </a:pPr>
            <a:r>
              <a:rPr lang="fr-FR" sz="2800" dirty="0" smtClean="0">
                <a:solidFill>
                  <a:srgbClr val="000000"/>
                </a:solidFill>
                <a:ea typeface="SimSun" pitchFamily="2" charset="-122"/>
              </a:rPr>
              <a:t>Il </a:t>
            </a:r>
            <a:r>
              <a:rPr lang="fr-FR" sz="2800" dirty="0">
                <a:solidFill>
                  <a:srgbClr val="000000"/>
                </a:solidFill>
                <a:ea typeface="SimSun" pitchFamily="2" charset="-122"/>
              </a:rPr>
              <a:t>augmente le nombre de lecteurs, pas l'espace de stockage</a:t>
            </a:r>
            <a:r>
              <a:rPr lang="en-IE" sz="2800" dirty="0">
                <a:solidFill>
                  <a:srgbClr val="000000"/>
                </a:solidFill>
              </a:rPr>
              <a:t> </a:t>
            </a:r>
            <a:endParaRPr lang="en-US" sz="2800" dirty="0">
              <a:solidFill>
                <a:schemeClr val="tx1"/>
              </a:solidFill>
            </a:endParaRPr>
          </a:p>
          <a:p>
            <a:pPr marL="231775" indent="-231775" algn="l">
              <a:lnSpc>
                <a:spcPct val="90000"/>
              </a:lnSpc>
              <a:spcBef>
                <a:spcPct val="40000"/>
              </a:spcBef>
              <a:buSzPct val="80000"/>
              <a:buFontTx/>
              <a:buBlip>
                <a:blip r:embed="rId3"/>
              </a:buBlip>
            </a:pPr>
            <a:r>
              <a:rPr lang="fr-FR" sz="2800" dirty="0">
                <a:solidFill>
                  <a:srgbClr val="000000"/>
                </a:solidFill>
                <a:ea typeface="SimSun" pitchFamily="2" charset="-122"/>
              </a:rPr>
              <a:t>Il gère le stockage des données en fonction de votre environnement de travail et de l'utilisation du système</a:t>
            </a:r>
            <a:r>
              <a:rPr lang="en-IE" sz="2800" dirty="0">
                <a:solidFill>
                  <a:srgbClr val="000000"/>
                </a:solidFill>
              </a:rPr>
              <a:t> </a:t>
            </a:r>
            <a:endParaRPr lang="en-US" sz="2800" dirty="0">
              <a:solidFill>
                <a:srgbClr val="0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403461">
                                            <p:txEl>
                                              <p:pRg st="0" end="0"/>
                                            </p:txEl>
                                          </p:spTgt>
                                        </p:tgtEl>
                                        <p:attrNameLst>
                                          <p:attrName>style.visibility</p:attrName>
                                        </p:attrNameLst>
                                      </p:cBhvr>
                                      <p:to>
                                        <p:strVal val="visible"/>
                                      </p:to>
                                    </p:set>
                                    <p:animEffect transition="in" filter="checkerboard(across)">
                                      <p:cBhvr>
                                        <p:cTn id="7" dur="500"/>
                                        <p:tgtEl>
                                          <p:spTgt spid="40346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403461">
                                            <p:txEl>
                                              <p:pRg st="1" end="1"/>
                                            </p:txEl>
                                          </p:spTgt>
                                        </p:tgtEl>
                                        <p:attrNameLst>
                                          <p:attrName>style.visibility</p:attrName>
                                        </p:attrNameLst>
                                      </p:cBhvr>
                                      <p:to>
                                        <p:strVal val="visible"/>
                                      </p:to>
                                    </p:set>
                                    <p:animEffect transition="in" filter="checkerboard(across)">
                                      <p:cBhvr>
                                        <p:cTn id="12" dur="500"/>
                                        <p:tgtEl>
                                          <p:spTgt spid="40346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403461">
                                            <p:txEl>
                                              <p:pRg st="2" end="2"/>
                                            </p:txEl>
                                          </p:spTgt>
                                        </p:tgtEl>
                                        <p:attrNameLst>
                                          <p:attrName>style.visibility</p:attrName>
                                        </p:attrNameLst>
                                      </p:cBhvr>
                                      <p:to>
                                        <p:strVal val="visible"/>
                                      </p:to>
                                    </p:set>
                                    <p:animEffect transition="in" filter="checkerboard(across)">
                                      <p:cBhvr>
                                        <p:cTn id="17" dur="500"/>
                                        <p:tgtEl>
                                          <p:spTgt spid="40346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7538" name="Rectangle-2"/>
          <p:cNvSpPr>
            <a:spLocks noGrp="1" noChangeArrowheads="1"/>
          </p:cNvSpPr>
          <p:nvPr>
            <p:ph type="title"/>
          </p:nvPr>
        </p:nvSpPr>
        <p:spPr>
          <a:xfrm>
            <a:off x="301752" y="284018"/>
            <a:ext cx="8534400" cy="758952"/>
          </a:xfrm>
        </p:spPr>
        <p:txBody>
          <a:bodyPr/>
          <a:lstStyle/>
          <a:p>
            <a:r>
              <a:rPr lang="fr-FR" b="1" dirty="0" smtClean="0">
                <a:solidFill>
                  <a:srgbClr val="000000"/>
                </a:solidFill>
                <a:ea typeface="SimSun" pitchFamily="2" charset="-122"/>
              </a:rPr>
              <a:t>3. Conversion </a:t>
            </a:r>
            <a:r>
              <a:rPr lang="fr-FR" b="1" dirty="0">
                <a:solidFill>
                  <a:srgbClr val="000000"/>
                </a:solidFill>
                <a:ea typeface="SimSun" pitchFamily="2" charset="-122"/>
              </a:rPr>
              <a:t>de disques</a:t>
            </a:r>
            <a:r>
              <a:rPr lang="en-IE" b="1" dirty="0">
                <a:solidFill>
                  <a:srgbClr val="000000"/>
                </a:solidFill>
              </a:rPr>
              <a:t> </a:t>
            </a:r>
          </a:p>
        </p:txBody>
      </p:sp>
      <p:sp>
        <p:nvSpPr>
          <p:cNvPr id="577539" name="Rectangle-3"/>
          <p:cNvSpPr>
            <a:spLocks noGrp="1" noChangeArrowheads="1"/>
          </p:cNvSpPr>
          <p:nvPr>
            <p:ph sz="quarter" idx="1"/>
          </p:nvPr>
        </p:nvSpPr>
        <p:spPr>
          <a:xfrm>
            <a:off x="316992" y="2563368"/>
            <a:ext cx="8503920" cy="2496312"/>
          </a:xfrm>
        </p:spPr>
        <p:txBody>
          <a:bodyPr/>
          <a:lstStyle/>
          <a:p>
            <a:r>
              <a:rPr lang="fr-FR" b="1" dirty="0">
                <a:solidFill>
                  <a:srgbClr val="C00000"/>
                </a:solidFill>
                <a:ea typeface="SimSun" pitchFamily="2" charset="-122"/>
              </a:rPr>
              <a:t>Disque de base et disque dynamique</a:t>
            </a:r>
            <a:r>
              <a:rPr lang="en-IE" b="1" dirty="0">
                <a:solidFill>
                  <a:srgbClr val="C00000"/>
                </a:solidFill>
              </a:rPr>
              <a:t> </a:t>
            </a:r>
            <a:r>
              <a:rPr lang="en-US" b="1" dirty="0">
                <a:solidFill>
                  <a:srgbClr val="C00000"/>
                </a:solidFill>
              </a:rPr>
              <a:t> </a:t>
            </a:r>
          </a:p>
          <a:p>
            <a:r>
              <a:rPr lang="fr-FR" b="1" dirty="0">
                <a:solidFill>
                  <a:srgbClr val="C00000"/>
                </a:solidFill>
                <a:ea typeface="SimSun" pitchFamily="2" charset="-122"/>
              </a:rPr>
              <a:t>Conséquences d'une conversion en disque dynamique</a:t>
            </a:r>
            <a:r>
              <a:rPr lang="en-IE" b="1" dirty="0">
                <a:solidFill>
                  <a:srgbClr val="C00000"/>
                </a:solidFill>
              </a:rPr>
              <a:t> </a:t>
            </a:r>
            <a:endParaRPr lang="en-US" b="1" dirty="0">
              <a:solidFill>
                <a:srgbClr val="C00000"/>
              </a:solidFill>
            </a:endParaRPr>
          </a:p>
          <a:p>
            <a:r>
              <a:rPr lang="fr-FR" b="1" dirty="0">
                <a:solidFill>
                  <a:srgbClr val="C00000"/>
                </a:solidFill>
                <a:ea typeface="SimSun" pitchFamily="2" charset="-122"/>
              </a:rPr>
              <a:t>Comment convertir des disques ?</a:t>
            </a:r>
            <a:r>
              <a:rPr lang="en-IE" b="1" dirty="0">
                <a:solidFill>
                  <a:srgbClr val="C00000"/>
                </a:solidFill>
              </a:rPr>
              <a:t> </a:t>
            </a:r>
            <a:endParaRPr lang="en-US" b="1" dirty="0">
              <a:solidFill>
                <a:srgbClr val="C00000"/>
              </a:solidFill>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9586" name="Rectangle-2"/>
          <p:cNvSpPr>
            <a:spLocks noGrp="1" noChangeArrowheads="1"/>
          </p:cNvSpPr>
          <p:nvPr>
            <p:ph type="title"/>
          </p:nvPr>
        </p:nvSpPr>
        <p:spPr>
          <a:xfrm>
            <a:off x="242454" y="313315"/>
            <a:ext cx="8693727" cy="684212"/>
          </a:xfrm>
        </p:spPr>
        <p:txBody>
          <a:bodyPr/>
          <a:lstStyle/>
          <a:p>
            <a:r>
              <a:rPr lang="fr-FR" b="1" dirty="0">
                <a:solidFill>
                  <a:srgbClr val="C00000"/>
                </a:solidFill>
                <a:ea typeface="SimSun" pitchFamily="2" charset="-122"/>
              </a:rPr>
              <a:t>Disque de base et disque dynamique</a:t>
            </a:r>
            <a:r>
              <a:rPr lang="en-IE" b="1" dirty="0">
                <a:solidFill>
                  <a:srgbClr val="C00000"/>
                </a:solidFill>
              </a:rPr>
              <a:t> </a:t>
            </a:r>
            <a:endParaRPr lang="en-US" b="1" dirty="0">
              <a:solidFill>
                <a:srgbClr val="C00000"/>
              </a:solidFill>
            </a:endParaRPr>
          </a:p>
        </p:txBody>
      </p:sp>
      <p:graphicFrame>
        <p:nvGraphicFramePr>
          <p:cNvPr id="579774" name="Group 190"/>
          <p:cNvGraphicFramePr>
            <a:graphicFrameLocks noGrp="1"/>
          </p:cNvGraphicFramePr>
          <p:nvPr>
            <p:ph sz="half" idx="1"/>
          </p:nvPr>
        </p:nvGraphicFramePr>
        <p:xfrm>
          <a:off x="207818" y="1467139"/>
          <a:ext cx="8936182" cy="4961371"/>
        </p:xfrm>
        <a:graphic>
          <a:graphicData uri="http://schemas.openxmlformats.org/drawingml/2006/table">
            <a:tbl>
              <a:tblPr/>
              <a:tblGrid>
                <a:gridCol w="2369278"/>
                <a:gridCol w="6566904"/>
              </a:tblGrid>
              <a:tr h="508536">
                <a:tc>
                  <a:txBody>
                    <a:bodyPr/>
                    <a:lstStyle/>
                    <a:p>
                      <a:pPr marL="0" marR="0" lvl="0" indent="0" algn="ctr" defTabSz="914400" rtl="0" eaLnBrk="0" fontAlgn="base" latinLnBrk="0" hangingPunct="0">
                        <a:lnSpc>
                          <a:spcPct val="90000"/>
                        </a:lnSpc>
                        <a:spcBef>
                          <a:spcPct val="40000"/>
                        </a:spcBef>
                        <a:spcAft>
                          <a:spcPct val="0"/>
                        </a:spcAft>
                        <a:buClr>
                          <a:srgbClr val="8DACD0"/>
                        </a:buClr>
                        <a:buSzPct val="70000"/>
                        <a:buFont typeface="Wingdings" charset="2"/>
                        <a:buNone/>
                        <a:tabLst/>
                      </a:pPr>
                      <a:r>
                        <a:rPr kumimoji="0" lang="fr-FR" sz="2400" b="1" i="0" u="none" strike="noStrike" cap="none" normalizeH="0" baseline="0" dirty="0" smtClean="0">
                          <a:ln>
                            <a:noFill/>
                          </a:ln>
                          <a:solidFill>
                            <a:srgbClr val="000000"/>
                          </a:solidFill>
                          <a:effectLst/>
                          <a:latin typeface="Arial Narrow" charset="0"/>
                          <a:ea typeface="SimSun" pitchFamily="2" charset="-122"/>
                        </a:rPr>
                        <a:t>Disque</a:t>
                      </a:r>
                      <a:r>
                        <a:rPr kumimoji="0" lang="en-IE" sz="2400" b="1" i="0" u="none" strike="noStrike" cap="none" normalizeH="0" baseline="0" dirty="0" smtClean="0">
                          <a:ln>
                            <a:noFill/>
                          </a:ln>
                          <a:solidFill>
                            <a:srgbClr val="000000"/>
                          </a:solidFill>
                          <a:effectLst/>
                          <a:latin typeface="Arial Narrow" charset="0"/>
                        </a:rPr>
                        <a:t> </a:t>
                      </a:r>
                      <a:endParaRPr kumimoji="0" lang="en-US" sz="2400" b="1" i="0" u="none" strike="noStrike" cap="none" normalizeH="0" baseline="0" dirty="0" smtClean="0">
                        <a:ln>
                          <a:noFill/>
                        </a:ln>
                        <a:solidFill>
                          <a:srgbClr val="000000"/>
                        </a:solidFill>
                        <a:effectLst/>
                        <a:latin typeface="Arial Narrow"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rgbClr val="BBCDE3"/>
                    </a:solidFill>
                  </a:tcPr>
                </a:tc>
                <a:tc>
                  <a:txBody>
                    <a:bodyPr/>
                    <a:lstStyle/>
                    <a:p>
                      <a:pPr marL="0" marR="0" lvl="0" indent="0" algn="ctr" defTabSz="914400" rtl="0" eaLnBrk="0" fontAlgn="base" latinLnBrk="0" hangingPunct="0">
                        <a:lnSpc>
                          <a:spcPct val="90000"/>
                        </a:lnSpc>
                        <a:spcBef>
                          <a:spcPct val="0"/>
                        </a:spcBef>
                        <a:spcAft>
                          <a:spcPct val="0"/>
                        </a:spcAft>
                        <a:buClr>
                          <a:srgbClr val="8DACD0"/>
                        </a:buClr>
                        <a:buSzPct val="70000"/>
                        <a:buFont typeface="Wingdings" charset="2"/>
                        <a:buNone/>
                        <a:tabLst/>
                      </a:pPr>
                      <a:r>
                        <a:rPr kumimoji="0" lang="fr-FR" sz="2400" b="1" i="0" u="none" strike="noStrike" cap="none" normalizeH="0" baseline="0" smtClean="0">
                          <a:ln>
                            <a:noFill/>
                          </a:ln>
                          <a:solidFill>
                            <a:srgbClr val="000000"/>
                          </a:solidFill>
                          <a:effectLst/>
                          <a:latin typeface="Arial Narrow" charset="0"/>
                          <a:ea typeface="SimSun" pitchFamily="2" charset="-122"/>
                        </a:rPr>
                        <a:t>Avantages</a:t>
                      </a:r>
                      <a:r>
                        <a:rPr kumimoji="0" lang="en-IE" sz="2400" b="1" i="0" u="none" strike="noStrike" cap="none" normalizeH="0" baseline="0" smtClean="0">
                          <a:ln>
                            <a:noFill/>
                          </a:ln>
                          <a:solidFill>
                            <a:srgbClr val="000000"/>
                          </a:solidFill>
                          <a:effectLst/>
                          <a:latin typeface="Arial Narrow" charset="0"/>
                        </a:rPr>
                        <a:t> </a:t>
                      </a:r>
                      <a:endParaRPr kumimoji="0" lang="en-US" sz="2400" b="1" i="0" u="none" strike="noStrike" cap="none" normalizeH="0" baseline="0" smtClean="0">
                        <a:ln>
                          <a:noFill/>
                        </a:ln>
                        <a:solidFill>
                          <a:srgbClr val="000000"/>
                        </a:solidFill>
                        <a:effectLst/>
                        <a:latin typeface="Arial Narrow"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rgbClr val="BBCDE3"/>
                    </a:solidFill>
                  </a:tcPr>
                </a:tc>
              </a:tr>
              <a:tr h="1829086">
                <a:tc>
                  <a:txBody>
                    <a:bodyPr/>
                    <a:lstStyle/>
                    <a:p>
                      <a:pPr marL="0" marR="0" lvl="0" indent="0" algn="l" defTabSz="914400" rtl="0" eaLnBrk="0" fontAlgn="base" latinLnBrk="0" hangingPunct="0">
                        <a:lnSpc>
                          <a:spcPct val="90000"/>
                        </a:lnSpc>
                        <a:spcBef>
                          <a:spcPct val="40000"/>
                        </a:spcBef>
                        <a:spcAft>
                          <a:spcPct val="0"/>
                        </a:spcAft>
                        <a:buClr>
                          <a:srgbClr val="8DACD0"/>
                        </a:buClr>
                        <a:buSzPct val="70000"/>
                        <a:buFont typeface="Wingdings" charset="2"/>
                        <a:buNone/>
                        <a:tabLst/>
                      </a:pPr>
                      <a:r>
                        <a:rPr kumimoji="0" lang="fr-FR" sz="2200" b="1" i="0" u="none" strike="noStrike" cap="none" normalizeH="0" baseline="0" dirty="0" smtClean="0">
                          <a:ln>
                            <a:noFill/>
                          </a:ln>
                          <a:solidFill>
                            <a:srgbClr val="000000"/>
                          </a:solidFill>
                          <a:effectLst/>
                          <a:latin typeface="Arial Narrow" charset="0"/>
                          <a:ea typeface="SimSun" pitchFamily="2" charset="-122"/>
                        </a:rPr>
                        <a:t>Disque de base</a:t>
                      </a:r>
                      <a:r>
                        <a:rPr kumimoji="0" lang="en-IE" sz="2200" b="1" i="0" u="none" strike="noStrike" cap="none" normalizeH="0" baseline="0" dirty="0" smtClean="0">
                          <a:ln>
                            <a:noFill/>
                          </a:ln>
                          <a:solidFill>
                            <a:srgbClr val="000000"/>
                          </a:solidFill>
                          <a:effectLst/>
                          <a:latin typeface="Arial Narrow" charset="0"/>
                        </a:rPr>
                        <a:t> </a:t>
                      </a:r>
                      <a:endParaRPr kumimoji="0" lang="en-US" sz="2200" b="1" i="0" u="none" strike="noStrike" cap="none" normalizeH="0" baseline="0" dirty="0" smtClean="0">
                        <a:ln>
                          <a:noFill/>
                        </a:ln>
                        <a:solidFill>
                          <a:srgbClr val="000000"/>
                        </a:solidFill>
                        <a:effectLst/>
                        <a:latin typeface="Arial Narrow"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gradFill rotWithShape="0">
                      <a:gsLst>
                        <a:gs pos="0">
                          <a:srgbClr val="EEEFD7"/>
                        </a:gs>
                        <a:gs pos="100000">
                          <a:srgbClr val="D5D69C"/>
                        </a:gs>
                      </a:gsLst>
                      <a:lin ang="0" scaled="1"/>
                    </a:gradFill>
                  </a:tcPr>
                </a:tc>
                <a:tc>
                  <a:txBody>
                    <a:bodyPr/>
                    <a:lstStyle/>
                    <a:p>
                      <a:pPr marL="177800" marR="0" lvl="0" indent="-177800" algn="l" defTabSz="914400" rtl="0" eaLnBrk="0" fontAlgn="base" latinLnBrk="0" hangingPunct="0">
                        <a:lnSpc>
                          <a:spcPct val="90000"/>
                        </a:lnSpc>
                        <a:spcBef>
                          <a:spcPct val="40000"/>
                        </a:spcBef>
                        <a:spcAft>
                          <a:spcPct val="0"/>
                        </a:spcAft>
                        <a:buClr>
                          <a:srgbClr val="8DACD0"/>
                        </a:buClr>
                        <a:buSzPct val="70000"/>
                        <a:buFont typeface="Wingdings" charset="2"/>
                        <a:buBlip>
                          <a:blip r:embed="rId3"/>
                        </a:buBlip>
                        <a:tabLst/>
                      </a:pPr>
                      <a:r>
                        <a:rPr kumimoji="0" lang="fr-FR" sz="2400" b="0" i="0" u="none" strike="noStrike" cap="none" normalizeH="0" baseline="0" dirty="0" smtClean="0">
                          <a:ln>
                            <a:noFill/>
                          </a:ln>
                          <a:solidFill>
                            <a:srgbClr val="000000"/>
                          </a:solidFill>
                          <a:effectLst/>
                          <a:latin typeface="Arial Narrow" charset="0"/>
                          <a:ea typeface="SimSun" pitchFamily="2" charset="-122"/>
                        </a:rPr>
                        <a:t>Permet de créer des espaces distincts pour l'organisation des données</a:t>
                      </a:r>
                      <a:r>
                        <a:rPr kumimoji="0" lang="en-IE" sz="2400" b="0" i="0" u="none" strike="noStrike" cap="none" normalizeH="0" baseline="0" dirty="0" smtClean="0">
                          <a:ln>
                            <a:noFill/>
                          </a:ln>
                          <a:solidFill>
                            <a:srgbClr val="000000"/>
                          </a:solidFill>
                          <a:effectLst/>
                          <a:latin typeface="Arial Narrow" charset="0"/>
                        </a:rPr>
                        <a:t> </a:t>
                      </a:r>
                      <a:endParaRPr kumimoji="0" lang="en-US" sz="2400" b="0" i="0" u="none" strike="noStrike" cap="none" normalizeH="0" baseline="0" dirty="0" smtClean="0">
                        <a:ln>
                          <a:noFill/>
                        </a:ln>
                        <a:solidFill>
                          <a:schemeClr val="tx1"/>
                        </a:solidFill>
                        <a:effectLst/>
                        <a:latin typeface="Arial Narrow" charset="0"/>
                      </a:endParaRPr>
                    </a:p>
                    <a:p>
                      <a:pPr marL="177800" marR="0" lvl="0" indent="-177800" algn="l" defTabSz="914400" rtl="0" eaLnBrk="0" fontAlgn="base" latinLnBrk="0" hangingPunct="0">
                        <a:lnSpc>
                          <a:spcPct val="90000"/>
                        </a:lnSpc>
                        <a:spcBef>
                          <a:spcPct val="40000"/>
                        </a:spcBef>
                        <a:spcAft>
                          <a:spcPct val="0"/>
                        </a:spcAft>
                        <a:buClr>
                          <a:srgbClr val="8DACD0"/>
                        </a:buClr>
                        <a:buSzPct val="70000"/>
                        <a:buFont typeface="Wingdings" charset="2"/>
                        <a:buBlip>
                          <a:blip r:embed="rId3"/>
                        </a:buBlip>
                        <a:tabLst/>
                      </a:pPr>
                      <a:r>
                        <a:rPr kumimoji="0" lang="fr-FR" sz="2400" b="0" i="0" u="none" strike="noStrike" cap="none" normalizeH="0" baseline="0" dirty="0" smtClean="0">
                          <a:ln>
                            <a:noFill/>
                          </a:ln>
                          <a:solidFill>
                            <a:srgbClr val="000000"/>
                          </a:solidFill>
                          <a:effectLst/>
                          <a:latin typeface="Arial Narrow" charset="0"/>
                          <a:ea typeface="SimSun" pitchFamily="2" charset="-122"/>
                        </a:rPr>
                        <a:t>Peut être divisé en 4 partitions principales, ou en </a:t>
                      </a:r>
                      <a:br>
                        <a:rPr kumimoji="0" lang="fr-FR" sz="2400" b="0" i="0" u="none" strike="noStrike" cap="none" normalizeH="0" baseline="0" dirty="0" smtClean="0">
                          <a:ln>
                            <a:noFill/>
                          </a:ln>
                          <a:solidFill>
                            <a:srgbClr val="000000"/>
                          </a:solidFill>
                          <a:effectLst/>
                          <a:latin typeface="Arial Narrow" charset="0"/>
                          <a:ea typeface="SimSun" pitchFamily="2" charset="-122"/>
                        </a:rPr>
                      </a:br>
                      <a:r>
                        <a:rPr kumimoji="0" lang="fr-FR" sz="2400" b="0" i="0" u="none" strike="noStrike" cap="none" normalizeH="0" baseline="0" dirty="0" smtClean="0">
                          <a:ln>
                            <a:noFill/>
                          </a:ln>
                          <a:solidFill>
                            <a:srgbClr val="000000"/>
                          </a:solidFill>
                          <a:effectLst/>
                          <a:latin typeface="Arial Narrow" charset="0"/>
                          <a:ea typeface="SimSun" pitchFamily="2" charset="-122"/>
                        </a:rPr>
                        <a:t>3 partitions principales et une partition étendue</a:t>
                      </a:r>
                      <a:r>
                        <a:rPr kumimoji="0" lang="en-IE" sz="2400" b="0" i="0" u="none" strike="noStrike" cap="none" normalizeH="0" baseline="0" dirty="0" smtClean="0">
                          <a:ln>
                            <a:noFill/>
                          </a:ln>
                          <a:solidFill>
                            <a:srgbClr val="000000"/>
                          </a:solidFill>
                          <a:effectLst/>
                          <a:latin typeface="Arial Narrow" charset="0"/>
                        </a:rPr>
                        <a:t> </a:t>
                      </a:r>
                      <a:endParaRPr kumimoji="0" lang="en-US" sz="2400" b="0" i="0" u="none" strike="noStrike" cap="none" normalizeH="0" baseline="0" dirty="0" smtClean="0">
                        <a:ln>
                          <a:noFill/>
                        </a:ln>
                        <a:solidFill>
                          <a:srgbClr val="000000"/>
                        </a:solidFill>
                        <a:effectLst/>
                        <a:latin typeface="Arial Narrow"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chemeClr val="bg1"/>
                    </a:solidFill>
                  </a:tcPr>
                </a:tc>
              </a:tr>
              <a:tr h="2623749">
                <a:tc>
                  <a:txBody>
                    <a:bodyPr/>
                    <a:lstStyle/>
                    <a:p>
                      <a:pPr marL="0" marR="0" lvl="0" indent="0" algn="l" defTabSz="914400" rtl="0" eaLnBrk="0" fontAlgn="base" latinLnBrk="0" hangingPunct="0">
                        <a:lnSpc>
                          <a:spcPct val="100000"/>
                        </a:lnSpc>
                        <a:spcBef>
                          <a:spcPct val="0"/>
                        </a:spcBef>
                        <a:spcAft>
                          <a:spcPct val="0"/>
                        </a:spcAft>
                        <a:buClr>
                          <a:srgbClr val="8DACD0"/>
                        </a:buClr>
                        <a:buSzPct val="70000"/>
                        <a:buFont typeface="Wingdings" charset="2"/>
                        <a:buNone/>
                        <a:tabLst/>
                      </a:pPr>
                      <a:r>
                        <a:rPr kumimoji="0" lang="fr-FR" sz="2200" b="1" i="0" u="none" strike="noStrike" cap="none" normalizeH="0" baseline="0" smtClean="0">
                          <a:ln>
                            <a:noFill/>
                          </a:ln>
                          <a:solidFill>
                            <a:srgbClr val="000000"/>
                          </a:solidFill>
                          <a:effectLst/>
                          <a:latin typeface="Arial Narrow" charset="0"/>
                          <a:ea typeface="SimSun" pitchFamily="2" charset="-122"/>
                        </a:rPr>
                        <a:t>Disque dynamique</a:t>
                      </a:r>
                      <a:r>
                        <a:rPr kumimoji="0" lang="en-IE" sz="2200" b="1" i="0" u="none" strike="noStrike" cap="none" normalizeH="0" baseline="0" smtClean="0">
                          <a:ln>
                            <a:noFill/>
                          </a:ln>
                          <a:solidFill>
                            <a:srgbClr val="000000"/>
                          </a:solidFill>
                          <a:effectLst/>
                          <a:latin typeface="Arial Narrow" charset="0"/>
                        </a:rPr>
                        <a:t> </a:t>
                      </a:r>
                      <a:endParaRPr kumimoji="0" lang="en-US" sz="2200" b="1" i="0" u="none" strike="noStrike" cap="none" normalizeH="0" baseline="0" smtClean="0">
                        <a:ln>
                          <a:noFill/>
                        </a:ln>
                        <a:solidFill>
                          <a:srgbClr val="000000"/>
                        </a:solidFill>
                        <a:effectLst/>
                        <a:latin typeface="Arial Narrow"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gradFill rotWithShape="0">
                      <a:gsLst>
                        <a:gs pos="0">
                          <a:srgbClr val="EEEFD7"/>
                        </a:gs>
                        <a:gs pos="100000">
                          <a:srgbClr val="D5D69C"/>
                        </a:gs>
                      </a:gsLst>
                      <a:lin ang="0" scaled="1"/>
                    </a:gradFill>
                  </a:tcPr>
                </a:tc>
                <a:tc>
                  <a:txBody>
                    <a:bodyPr/>
                    <a:lstStyle/>
                    <a:p>
                      <a:pPr marL="177800" marR="0" lvl="0" indent="-177800" algn="l" defTabSz="914400" rtl="0" eaLnBrk="0" fontAlgn="base" latinLnBrk="0" hangingPunct="0">
                        <a:lnSpc>
                          <a:spcPct val="90000"/>
                        </a:lnSpc>
                        <a:spcBef>
                          <a:spcPct val="40000"/>
                        </a:spcBef>
                        <a:spcAft>
                          <a:spcPct val="0"/>
                        </a:spcAft>
                        <a:buClr>
                          <a:srgbClr val="8DACD0"/>
                        </a:buClr>
                        <a:buSzPct val="70000"/>
                        <a:buFont typeface="Wingdings" charset="2"/>
                        <a:buBlip>
                          <a:blip r:embed="rId3"/>
                        </a:buBlip>
                        <a:tabLst/>
                      </a:pPr>
                      <a:r>
                        <a:rPr kumimoji="0" lang="fr-FR" sz="2400" b="0" i="0" u="none" strike="noStrike" cap="none" normalizeH="0" baseline="0" dirty="0" smtClean="0">
                          <a:ln>
                            <a:noFill/>
                          </a:ln>
                          <a:solidFill>
                            <a:srgbClr val="000000"/>
                          </a:solidFill>
                          <a:effectLst/>
                          <a:latin typeface="Arial Narrow" charset="0"/>
                          <a:ea typeface="SimSun" pitchFamily="2" charset="-122"/>
                        </a:rPr>
                        <a:t>Permet de créer des volumes qui s'étendent sur plusieurs disques</a:t>
                      </a:r>
                      <a:r>
                        <a:rPr kumimoji="0" lang="en-IE" sz="2400" b="0" i="0" u="none" strike="noStrike" cap="none" normalizeH="0" baseline="0" dirty="0" smtClean="0">
                          <a:ln>
                            <a:noFill/>
                          </a:ln>
                          <a:solidFill>
                            <a:srgbClr val="000000"/>
                          </a:solidFill>
                          <a:effectLst/>
                          <a:latin typeface="Arial Narrow" charset="0"/>
                        </a:rPr>
                        <a:t> </a:t>
                      </a:r>
                      <a:endParaRPr kumimoji="0" lang="en-US" sz="2400" b="0" i="0" u="none" strike="noStrike" cap="none" normalizeH="0" baseline="0" dirty="0" smtClean="0">
                        <a:ln>
                          <a:noFill/>
                        </a:ln>
                        <a:solidFill>
                          <a:schemeClr val="tx1"/>
                        </a:solidFill>
                        <a:effectLst/>
                        <a:latin typeface="Arial Narrow" charset="0"/>
                      </a:endParaRPr>
                    </a:p>
                    <a:p>
                      <a:pPr marL="177800" marR="0" lvl="0" indent="-177800" algn="l" defTabSz="914400" rtl="0" eaLnBrk="0" fontAlgn="base" latinLnBrk="0" hangingPunct="0">
                        <a:lnSpc>
                          <a:spcPct val="90000"/>
                        </a:lnSpc>
                        <a:spcBef>
                          <a:spcPct val="40000"/>
                        </a:spcBef>
                        <a:spcAft>
                          <a:spcPct val="0"/>
                        </a:spcAft>
                        <a:buClr>
                          <a:srgbClr val="8DACD0"/>
                        </a:buClr>
                        <a:buSzPct val="70000"/>
                        <a:buFont typeface="Wingdings" charset="2"/>
                        <a:buBlip>
                          <a:blip r:embed="rId3"/>
                        </a:buBlip>
                        <a:tabLst/>
                      </a:pPr>
                      <a:r>
                        <a:rPr kumimoji="0" lang="fr-FR" sz="2400" b="0" i="0" u="none" strike="noStrike" cap="none" normalizeH="0" baseline="0" dirty="0" smtClean="0">
                          <a:ln>
                            <a:noFill/>
                          </a:ln>
                          <a:solidFill>
                            <a:srgbClr val="000000"/>
                          </a:solidFill>
                          <a:effectLst/>
                          <a:latin typeface="Arial Narrow" charset="0"/>
                          <a:ea typeface="SimSun" pitchFamily="2" charset="-122"/>
                        </a:rPr>
                        <a:t>Le nombre de volumes par disque est illimité</a:t>
                      </a:r>
                      <a:r>
                        <a:rPr kumimoji="0" lang="en-IE" sz="2400" b="0" i="0" u="none" strike="noStrike" cap="none" normalizeH="0" baseline="0" dirty="0" smtClean="0">
                          <a:ln>
                            <a:noFill/>
                          </a:ln>
                          <a:solidFill>
                            <a:srgbClr val="000000"/>
                          </a:solidFill>
                          <a:effectLst/>
                          <a:latin typeface="Arial Narrow" charset="0"/>
                        </a:rPr>
                        <a:t> </a:t>
                      </a:r>
                      <a:endParaRPr kumimoji="0" lang="en-US" sz="2400" b="0" i="0" u="none" strike="noStrike" cap="none" normalizeH="0" baseline="0" dirty="0" smtClean="0">
                        <a:ln>
                          <a:noFill/>
                        </a:ln>
                        <a:solidFill>
                          <a:schemeClr val="tx1"/>
                        </a:solidFill>
                        <a:effectLst/>
                        <a:latin typeface="Arial Narrow" charset="0"/>
                      </a:endParaRPr>
                    </a:p>
                    <a:p>
                      <a:pPr marL="177800" marR="0" lvl="0" indent="-177800" algn="l" defTabSz="914400" rtl="0" eaLnBrk="0" fontAlgn="base" latinLnBrk="0" hangingPunct="0">
                        <a:lnSpc>
                          <a:spcPct val="90000"/>
                        </a:lnSpc>
                        <a:spcBef>
                          <a:spcPct val="40000"/>
                        </a:spcBef>
                        <a:spcAft>
                          <a:spcPct val="0"/>
                        </a:spcAft>
                        <a:buClr>
                          <a:srgbClr val="8DACD0"/>
                        </a:buClr>
                        <a:buSzPct val="70000"/>
                        <a:buFont typeface="Wingdings" charset="2"/>
                        <a:buBlip>
                          <a:blip r:embed="rId3"/>
                        </a:buBlip>
                        <a:tabLst/>
                      </a:pPr>
                      <a:r>
                        <a:rPr kumimoji="0" lang="fr-FR" sz="2400" b="0" i="0" u="none" strike="noStrike" cap="none" normalizeH="0" baseline="0" dirty="0" smtClean="0">
                          <a:ln>
                            <a:noFill/>
                          </a:ln>
                          <a:solidFill>
                            <a:srgbClr val="000000"/>
                          </a:solidFill>
                          <a:effectLst/>
                          <a:latin typeface="Arial Narrow" charset="0"/>
                          <a:ea typeface="SimSun" pitchFamily="2" charset="-122"/>
                        </a:rPr>
                        <a:t>Permet de créer des disques à tolérance de pannes qui garantissent l'intégrité des données en cas de défaillances matérielles</a:t>
                      </a:r>
                      <a:r>
                        <a:rPr kumimoji="0" lang="en-IE" sz="2400" b="0" i="0" u="none" strike="noStrike" cap="none" normalizeH="0" baseline="0" dirty="0" smtClean="0">
                          <a:ln>
                            <a:noFill/>
                          </a:ln>
                          <a:solidFill>
                            <a:srgbClr val="000000"/>
                          </a:solidFill>
                          <a:effectLst/>
                          <a:latin typeface="Arial Narrow" charset="0"/>
                        </a:rPr>
                        <a:t> </a:t>
                      </a: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chemeClr val="bg1"/>
                    </a:solidFill>
                  </a:tcPr>
                </a:tc>
              </a:tr>
            </a:tbl>
          </a:graphicData>
        </a:graphic>
      </p:graphicFrame>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1874" name="Rectangle-2"/>
          <p:cNvSpPr>
            <a:spLocks noGrp="1" noChangeArrowheads="1"/>
          </p:cNvSpPr>
          <p:nvPr>
            <p:ph type="title"/>
          </p:nvPr>
        </p:nvSpPr>
        <p:spPr>
          <a:xfrm>
            <a:off x="187037" y="387932"/>
            <a:ext cx="8776854" cy="673100"/>
          </a:xfrm>
        </p:spPr>
        <p:txBody>
          <a:bodyPr>
            <a:normAutofit fontScale="90000"/>
          </a:bodyPr>
          <a:lstStyle/>
          <a:p>
            <a:r>
              <a:rPr lang="fr-FR" b="1" dirty="0">
                <a:solidFill>
                  <a:srgbClr val="C00000"/>
                </a:solidFill>
                <a:ea typeface="SimSun" pitchFamily="2" charset="-122"/>
              </a:rPr>
              <a:t>Conséquences d'une conversion en disque dynamique</a:t>
            </a:r>
            <a:endParaRPr lang="en-IE" b="1" dirty="0">
              <a:solidFill>
                <a:srgbClr val="C00000"/>
              </a:solidFill>
              <a:ea typeface="SimSun" pitchFamily="2" charset="-122"/>
            </a:endParaRPr>
          </a:p>
        </p:txBody>
      </p:sp>
      <p:sp>
        <p:nvSpPr>
          <p:cNvPr id="591877" name="AutoShape-5"/>
          <p:cNvSpPr>
            <a:spLocks noChangeArrowheads="1"/>
          </p:cNvSpPr>
          <p:nvPr/>
        </p:nvSpPr>
        <p:spPr bwMode="auto">
          <a:xfrm>
            <a:off x="207818" y="1366400"/>
            <a:ext cx="8742217" cy="5353050"/>
          </a:xfrm>
          <a:prstGeom prst="roundRect">
            <a:avLst>
              <a:gd name="adj" fmla="val 4167"/>
            </a:avLst>
          </a:prstGeom>
          <a:gradFill rotWithShape="0">
            <a:gsLst>
              <a:gs pos="0">
                <a:srgbClr val="EEEFD7"/>
              </a:gs>
              <a:gs pos="100000">
                <a:srgbClr val="D5D69C"/>
              </a:gs>
            </a:gsLst>
            <a:lin ang="2700000" scaled="1"/>
          </a:gradFill>
          <a:ln w="9525">
            <a:solidFill>
              <a:srgbClr val="4D4D4D"/>
            </a:solidFill>
            <a:round/>
            <a:headEnd/>
            <a:tailEnd/>
          </a:ln>
          <a:effectLst>
            <a:outerShdw dist="35921" dir="2700000" algn="ctr" rotWithShape="0">
              <a:srgbClr val="AFAFAF"/>
            </a:outerShdw>
          </a:effectLst>
        </p:spPr>
        <p:txBody>
          <a:bodyPr anchor="ctr"/>
          <a:lstStyle/>
          <a:p>
            <a:pPr marL="231775" indent="-231775" algn="l">
              <a:lnSpc>
                <a:spcPct val="90000"/>
              </a:lnSpc>
              <a:spcBef>
                <a:spcPct val="40000"/>
              </a:spcBef>
              <a:buSzPct val="80000"/>
              <a:buFontTx/>
              <a:buBlip>
                <a:blip r:embed="rId3"/>
              </a:buBlip>
            </a:pPr>
            <a:r>
              <a:rPr lang="fr-FR" sz="2200" dirty="0">
                <a:solidFill>
                  <a:srgbClr val="000000"/>
                </a:solidFill>
                <a:ea typeface="SimSun" pitchFamily="2" charset="-122"/>
              </a:rPr>
              <a:t>Vous pouvez convertir un disque de base en disque dynamique à tout moment sans perdre vos données</a:t>
            </a:r>
            <a:r>
              <a:rPr lang="en-IE" sz="2200" dirty="0">
                <a:solidFill>
                  <a:srgbClr val="000000"/>
                </a:solidFill>
              </a:rPr>
              <a:t> </a:t>
            </a:r>
            <a:endParaRPr lang="en-US" sz="2200" dirty="0">
              <a:solidFill>
                <a:schemeClr val="tx1"/>
              </a:solidFill>
            </a:endParaRPr>
          </a:p>
          <a:p>
            <a:pPr marL="231775" indent="-231775" algn="l">
              <a:lnSpc>
                <a:spcPct val="90000"/>
              </a:lnSpc>
              <a:spcBef>
                <a:spcPct val="40000"/>
              </a:spcBef>
              <a:buSzPct val="80000"/>
              <a:buFontTx/>
              <a:buBlip>
                <a:blip r:embed="rId3"/>
              </a:buBlip>
            </a:pPr>
            <a:r>
              <a:rPr lang="fr-FR" sz="2200" dirty="0">
                <a:solidFill>
                  <a:srgbClr val="000000"/>
                </a:solidFill>
                <a:ea typeface="SimSun" pitchFamily="2" charset="-122"/>
              </a:rPr>
              <a:t>Les disques dynamiques sont associés à des groupes de disques</a:t>
            </a:r>
            <a:r>
              <a:rPr lang="en-IE" sz="2200" dirty="0">
                <a:solidFill>
                  <a:srgbClr val="000000"/>
                </a:solidFill>
              </a:rPr>
              <a:t> </a:t>
            </a:r>
            <a:endParaRPr lang="en-US" sz="2200" dirty="0">
              <a:solidFill>
                <a:schemeClr val="tx1"/>
              </a:solidFill>
            </a:endParaRPr>
          </a:p>
          <a:p>
            <a:pPr marL="627063" lvl="1" indent="-169863" algn="l">
              <a:lnSpc>
                <a:spcPct val="90000"/>
              </a:lnSpc>
              <a:spcBef>
                <a:spcPct val="40000"/>
              </a:spcBef>
              <a:buClr>
                <a:schemeClr val="accent2"/>
              </a:buClr>
              <a:buFont typeface="Wingdings" charset="2"/>
              <a:buChar char="Ÿ"/>
            </a:pPr>
            <a:r>
              <a:rPr lang="fr-FR" sz="2200" b="0" dirty="0">
                <a:solidFill>
                  <a:srgbClr val="000000"/>
                </a:solidFill>
                <a:ea typeface="SimSun" pitchFamily="2" charset="-122"/>
              </a:rPr>
              <a:t>Ces groupes facilitent l'organisation des disques dynamiques</a:t>
            </a:r>
            <a:r>
              <a:rPr lang="en-IE" sz="2200" b="0" dirty="0">
                <a:solidFill>
                  <a:srgbClr val="000000"/>
                </a:solidFill>
              </a:rPr>
              <a:t> </a:t>
            </a:r>
            <a:endParaRPr lang="en-US" sz="2200" b="0" dirty="0">
              <a:solidFill>
                <a:schemeClr val="tx1"/>
              </a:solidFill>
            </a:endParaRPr>
          </a:p>
          <a:p>
            <a:pPr marL="627063" lvl="1" indent="-169863" algn="l">
              <a:lnSpc>
                <a:spcPct val="90000"/>
              </a:lnSpc>
              <a:spcBef>
                <a:spcPct val="40000"/>
              </a:spcBef>
              <a:buClr>
                <a:schemeClr val="accent2"/>
              </a:buClr>
              <a:buFont typeface="Wingdings" charset="2"/>
              <a:buChar char="Ÿ"/>
            </a:pPr>
            <a:r>
              <a:rPr lang="fr-FR" sz="2200" b="0" dirty="0">
                <a:solidFill>
                  <a:srgbClr val="000000"/>
                </a:solidFill>
                <a:ea typeface="SimSun" pitchFamily="2" charset="-122"/>
              </a:rPr>
              <a:t>Chaque disque d'un groupe stocke les répliques des mêmes données de configuration</a:t>
            </a:r>
            <a:r>
              <a:rPr lang="en-IE" sz="2200" b="0" dirty="0">
                <a:solidFill>
                  <a:srgbClr val="000000"/>
                </a:solidFill>
              </a:rPr>
              <a:t> </a:t>
            </a:r>
            <a:endParaRPr lang="en-US" sz="2200" b="0" dirty="0">
              <a:solidFill>
                <a:schemeClr val="tx1"/>
              </a:solidFill>
            </a:endParaRPr>
          </a:p>
          <a:p>
            <a:pPr marL="627063" lvl="1" indent="-169863" algn="l">
              <a:lnSpc>
                <a:spcPct val="90000"/>
              </a:lnSpc>
              <a:spcBef>
                <a:spcPct val="40000"/>
              </a:spcBef>
              <a:buClr>
                <a:schemeClr val="accent2"/>
              </a:buClr>
              <a:buFont typeface="Wingdings" charset="2"/>
              <a:buChar char="Ÿ"/>
            </a:pPr>
            <a:r>
              <a:rPr lang="fr-FR" sz="2200" b="0" dirty="0">
                <a:solidFill>
                  <a:srgbClr val="000000"/>
                </a:solidFill>
                <a:ea typeface="SimSun" pitchFamily="2" charset="-122"/>
              </a:rPr>
              <a:t>Windows initialise le disque avec une identité de groupe de disques et une copie de la configuration actuelle du groupe de disques</a:t>
            </a:r>
            <a:r>
              <a:rPr lang="en-IE" sz="2200" b="0" dirty="0">
                <a:solidFill>
                  <a:srgbClr val="000000"/>
                </a:solidFill>
              </a:rPr>
              <a:t> </a:t>
            </a:r>
            <a:endParaRPr lang="en-US" sz="2200" b="0" dirty="0">
              <a:solidFill>
                <a:schemeClr val="tx1"/>
              </a:solidFill>
            </a:endParaRPr>
          </a:p>
          <a:p>
            <a:pPr marL="231775" indent="-231775" algn="l">
              <a:lnSpc>
                <a:spcPct val="90000"/>
              </a:lnSpc>
              <a:spcBef>
                <a:spcPct val="40000"/>
              </a:spcBef>
              <a:buSzPct val="80000"/>
              <a:buFontTx/>
              <a:buBlip>
                <a:blip r:embed="rId3"/>
              </a:buBlip>
            </a:pPr>
            <a:r>
              <a:rPr lang="fr-FR" sz="2200" dirty="0">
                <a:solidFill>
                  <a:srgbClr val="000000"/>
                </a:solidFill>
                <a:ea typeface="SimSun" pitchFamily="2" charset="-122"/>
              </a:rPr>
              <a:t>Les partitions existantes du disque de base deviennent des volumes</a:t>
            </a:r>
            <a:r>
              <a:rPr lang="en-IE" sz="2200" dirty="0">
                <a:solidFill>
                  <a:srgbClr val="000000"/>
                </a:solidFill>
              </a:rPr>
              <a:t> </a:t>
            </a:r>
            <a:endParaRPr lang="en-US" sz="2200" dirty="0">
              <a:solidFill>
                <a:schemeClr val="tx1"/>
              </a:solidFill>
            </a:endParaRPr>
          </a:p>
          <a:p>
            <a:pPr marL="231775" indent="-231775" algn="l">
              <a:lnSpc>
                <a:spcPct val="90000"/>
              </a:lnSpc>
              <a:spcBef>
                <a:spcPct val="40000"/>
              </a:spcBef>
              <a:buSzPct val="80000"/>
              <a:buFontTx/>
              <a:buBlip>
                <a:blip r:embed="rId3"/>
              </a:buBlip>
            </a:pPr>
            <a:r>
              <a:rPr lang="fr-FR" sz="2200" dirty="0">
                <a:solidFill>
                  <a:srgbClr val="000000"/>
                </a:solidFill>
                <a:ea typeface="SimSun" pitchFamily="2" charset="-122"/>
              </a:rPr>
              <a:t>Les disques dynamiques peuvent être reconvertis en disques </a:t>
            </a:r>
            <a:br>
              <a:rPr lang="fr-FR" sz="2200" dirty="0">
                <a:solidFill>
                  <a:srgbClr val="000000"/>
                </a:solidFill>
                <a:ea typeface="SimSun" pitchFamily="2" charset="-122"/>
              </a:rPr>
            </a:br>
            <a:r>
              <a:rPr lang="fr-FR" sz="2200" dirty="0">
                <a:solidFill>
                  <a:srgbClr val="000000"/>
                </a:solidFill>
                <a:ea typeface="SimSun" pitchFamily="2" charset="-122"/>
              </a:rPr>
              <a:t>de base</a:t>
            </a:r>
            <a:r>
              <a:rPr lang="en-IE" sz="2200" dirty="0">
                <a:solidFill>
                  <a:srgbClr val="000000"/>
                </a:solidFill>
              </a:rPr>
              <a:t> </a:t>
            </a:r>
            <a:endParaRPr lang="en-US" sz="2200" dirty="0"/>
          </a:p>
          <a:p>
            <a:pPr marL="627063" lvl="1" indent="-169863" algn="l">
              <a:lnSpc>
                <a:spcPct val="90000"/>
              </a:lnSpc>
              <a:spcBef>
                <a:spcPct val="40000"/>
              </a:spcBef>
              <a:buClr>
                <a:schemeClr val="accent2"/>
              </a:buClr>
              <a:buFont typeface="Wingdings" charset="2"/>
              <a:buChar char="Ÿ"/>
            </a:pPr>
            <a:r>
              <a:rPr lang="fr-FR" sz="2200" b="0" dirty="0">
                <a:solidFill>
                  <a:srgbClr val="000000"/>
                </a:solidFill>
                <a:ea typeface="SimSun" pitchFamily="2" charset="-122"/>
              </a:rPr>
              <a:t>Les données et la structure des disques sont perdues</a:t>
            </a:r>
            <a:r>
              <a:rPr lang="en-IE" sz="2200" b="0" dirty="0">
                <a:solidFill>
                  <a:srgbClr val="000000"/>
                </a:solidFill>
              </a:rPr>
              <a:t> </a:t>
            </a:r>
            <a:endParaRPr lang="en-US" sz="2200" b="0" dirty="0">
              <a:solidFill>
                <a:schemeClr val="tx1"/>
              </a:solidFill>
            </a:endParaRPr>
          </a:p>
          <a:p>
            <a:pPr marL="627063" lvl="1" indent="-169863" algn="l">
              <a:lnSpc>
                <a:spcPct val="90000"/>
              </a:lnSpc>
              <a:spcBef>
                <a:spcPct val="40000"/>
              </a:spcBef>
              <a:buClr>
                <a:schemeClr val="accent2"/>
              </a:buClr>
              <a:buFont typeface="Wingdings" charset="2"/>
              <a:buChar char="Ÿ"/>
            </a:pPr>
            <a:r>
              <a:rPr lang="fr-FR" sz="2200" b="0" dirty="0">
                <a:solidFill>
                  <a:srgbClr val="000000"/>
                </a:solidFill>
                <a:ea typeface="SimSun" pitchFamily="2" charset="-122"/>
              </a:rPr>
              <a:t>Sauvegardez les données avant de procéder à la conversion</a:t>
            </a:r>
            <a:r>
              <a:rPr lang="en-IE" sz="2200" b="0" dirty="0">
                <a:solidFill>
                  <a:srgbClr val="000000"/>
                </a:solidFill>
              </a:rPr>
              <a:t> </a:t>
            </a:r>
            <a:endParaRPr lang="en-US" sz="2200" b="0" dirty="0">
              <a:solidFill>
                <a:srgbClr val="0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591877">
                                            <p:txEl>
                                              <p:pRg st="0" end="0"/>
                                            </p:txEl>
                                          </p:spTgt>
                                        </p:tgtEl>
                                        <p:attrNameLst>
                                          <p:attrName>style.visibility</p:attrName>
                                        </p:attrNameLst>
                                      </p:cBhvr>
                                      <p:to>
                                        <p:strVal val="visible"/>
                                      </p:to>
                                    </p:set>
                                    <p:animEffect transition="in" filter="checkerboard(across)">
                                      <p:cBhvr>
                                        <p:cTn id="7" dur="500"/>
                                        <p:tgtEl>
                                          <p:spTgt spid="59187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591877">
                                            <p:txEl>
                                              <p:pRg st="1" end="1"/>
                                            </p:txEl>
                                          </p:spTgt>
                                        </p:tgtEl>
                                        <p:attrNameLst>
                                          <p:attrName>style.visibility</p:attrName>
                                        </p:attrNameLst>
                                      </p:cBhvr>
                                      <p:to>
                                        <p:strVal val="visible"/>
                                      </p:to>
                                    </p:set>
                                    <p:animEffect transition="in" filter="checkerboard(across)">
                                      <p:cBhvr>
                                        <p:cTn id="12" dur="500"/>
                                        <p:tgtEl>
                                          <p:spTgt spid="59187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591877">
                                            <p:txEl>
                                              <p:pRg st="2" end="2"/>
                                            </p:txEl>
                                          </p:spTgt>
                                        </p:tgtEl>
                                        <p:attrNameLst>
                                          <p:attrName>style.visibility</p:attrName>
                                        </p:attrNameLst>
                                      </p:cBhvr>
                                      <p:to>
                                        <p:strVal val="visible"/>
                                      </p:to>
                                    </p:set>
                                    <p:animEffect transition="in" filter="checkerboard(across)">
                                      <p:cBhvr>
                                        <p:cTn id="17" dur="500"/>
                                        <p:tgtEl>
                                          <p:spTgt spid="59187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591877">
                                            <p:txEl>
                                              <p:pRg st="3" end="3"/>
                                            </p:txEl>
                                          </p:spTgt>
                                        </p:tgtEl>
                                        <p:attrNameLst>
                                          <p:attrName>style.visibility</p:attrName>
                                        </p:attrNameLst>
                                      </p:cBhvr>
                                      <p:to>
                                        <p:strVal val="visible"/>
                                      </p:to>
                                    </p:set>
                                    <p:animEffect transition="in" filter="checkerboard(across)">
                                      <p:cBhvr>
                                        <p:cTn id="22" dur="500"/>
                                        <p:tgtEl>
                                          <p:spTgt spid="59187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nodeType="clickEffect">
                                  <p:stCondLst>
                                    <p:cond delay="0"/>
                                  </p:stCondLst>
                                  <p:childTnLst>
                                    <p:set>
                                      <p:cBhvr>
                                        <p:cTn id="26" dur="1" fill="hold">
                                          <p:stCondLst>
                                            <p:cond delay="0"/>
                                          </p:stCondLst>
                                        </p:cTn>
                                        <p:tgtEl>
                                          <p:spTgt spid="591877">
                                            <p:txEl>
                                              <p:pRg st="4" end="4"/>
                                            </p:txEl>
                                          </p:spTgt>
                                        </p:tgtEl>
                                        <p:attrNameLst>
                                          <p:attrName>style.visibility</p:attrName>
                                        </p:attrNameLst>
                                      </p:cBhvr>
                                      <p:to>
                                        <p:strVal val="visible"/>
                                      </p:to>
                                    </p:set>
                                    <p:animEffect transition="in" filter="checkerboard(across)">
                                      <p:cBhvr>
                                        <p:cTn id="27" dur="500"/>
                                        <p:tgtEl>
                                          <p:spTgt spid="59187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nodeType="clickEffect">
                                  <p:stCondLst>
                                    <p:cond delay="0"/>
                                  </p:stCondLst>
                                  <p:childTnLst>
                                    <p:set>
                                      <p:cBhvr>
                                        <p:cTn id="31" dur="1" fill="hold">
                                          <p:stCondLst>
                                            <p:cond delay="0"/>
                                          </p:stCondLst>
                                        </p:cTn>
                                        <p:tgtEl>
                                          <p:spTgt spid="591877">
                                            <p:txEl>
                                              <p:pRg st="5" end="5"/>
                                            </p:txEl>
                                          </p:spTgt>
                                        </p:tgtEl>
                                        <p:attrNameLst>
                                          <p:attrName>style.visibility</p:attrName>
                                        </p:attrNameLst>
                                      </p:cBhvr>
                                      <p:to>
                                        <p:strVal val="visible"/>
                                      </p:to>
                                    </p:set>
                                    <p:animEffect transition="in" filter="checkerboard(across)">
                                      <p:cBhvr>
                                        <p:cTn id="32" dur="500"/>
                                        <p:tgtEl>
                                          <p:spTgt spid="591877">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5" presetClass="entr" presetSubtype="10" fill="hold" nodeType="clickEffect">
                                  <p:stCondLst>
                                    <p:cond delay="0"/>
                                  </p:stCondLst>
                                  <p:childTnLst>
                                    <p:set>
                                      <p:cBhvr>
                                        <p:cTn id="36" dur="1" fill="hold">
                                          <p:stCondLst>
                                            <p:cond delay="0"/>
                                          </p:stCondLst>
                                        </p:cTn>
                                        <p:tgtEl>
                                          <p:spTgt spid="591877">
                                            <p:txEl>
                                              <p:pRg st="6" end="6"/>
                                            </p:txEl>
                                          </p:spTgt>
                                        </p:tgtEl>
                                        <p:attrNameLst>
                                          <p:attrName>style.visibility</p:attrName>
                                        </p:attrNameLst>
                                      </p:cBhvr>
                                      <p:to>
                                        <p:strVal val="visible"/>
                                      </p:to>
                                    </p:set>
                                    <p:animEffect transition="in" filter="checkerboard(across)">
                                      <p:cBhvr>
                                        <p:cTn id="37" dur="500"/>
                                        <p:tgtEl>
                                          <p:spTgt spid="591877">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5" presetClass="entr" presetSubtype="10" fill="hold" nodeType="clickEffect">
                                  <p:stCondLst>
                                    <p:cond delay="0"/>
                                  </p:stCondLst>
                                  <p:childTnLst>
                                    <p:set>
                                      <p:cBhvr>
                                        <p:cTn id="41" dur="1" fill="hold">
                                          <p:stCondLst>
                                            <p:cond delay="0"/>
                                          </p:stCondLst>
                                        </p:cTn>
                                        <p:tgtEl>
                                          <p:spTgt spid="591877">
                                            <p:txEl>
                                              <p:pRg st="7" end="7"/>
                                            </p:txEl>
                                          </p:spTgt>
                                        </p:tgtEl>
                                        <p:attrNameLst>
                                          <p:attrName>style.visibility</p:attrName>
                                        </p:attrNameLst>
                                      </p:cBhvr>
                                      <p:to>
                                        <p:strVal val="visible"/>
                                      </p:to>
                                    </p:set>
                                    <p:animEffect transition="in" filter="checkerboard(across)">
                                      <p:cBhvr>
                                        <p:cTn id="42" dur="500"/>
                                        <p:tgtEl>
                                          <p:spTgt spid="591877">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5" presetClass="entr" presetSubtype="10" fill="hold" nodeType="clickEffect">
                                  <p:stCondLst>
                                    <p:cond delay="0"/>
                                  </p:stCondLst>
                                  <p:childTnLst>
                                    <p:set>
                                      <p:cBhvr>
                                        <p:cTn id="46" dur="1" fill="hold">
                                          <p:stCondLst>
                                            <p:cond delay="0"/>
                                          </p:stCondLst>
                                        </p:cTn>
                                        <p:tgtEl>
                                          <p:spTgt spid="591877">
                                            <p:txEl>
                                              <p:pRg st="8" end="8"/>
                                            </p:txEl>
                                          </p:spTgt>
                                        </p:tgtEl>
                                        <p:attrNameLst>
                                          <p:attrName>style.visibility</p:attrName>
                                        </p:attrNameLst>
                                      </p:cBhvr>
                                      <p:to>
                                        <p:strVal val="visible"/>
                                      </p:to>
                                    </p:set>
                                    <p:animEffect transition="in" filter="checkerboard(across)">
                                      <p:cBhvr>
                                        <p:cTn id="47" dur="500"/>
                                        <p:tgtEl>
                                          <p:spTgt spid="591877">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smtClean="0">
                <a:solidFill>
                  <a:srgbClr val="C00000"/>
                </a:solidFill>
                <a:ea typeface="SimSun" pitchFamily="2" charset="-122"/>
              </a:rPr>
              <a:t>Comment convertir des disques ?</a:t>
            </a:r>
            <a:r>
              <a:rPr lang="en-IE" b="1" dirty="0" smtClean="0">
                <a:solidFill>
                  <a:srgbClr val="C00000"/>
                </a:solidFill>
              </a:rPr>
              <a:t> </a:t>
            </a:r>
            <a:endParaRPr lang="en-US" b="1" dirty="0">
              <a:solidFill>
                <a:srgbClr val="C00000"/>
              </a:solidFill>
            </a:endParaRPr>
          </a:p>
        </p:txBody>
      </p:sp>
      <p:sp>
        <p:nvSpPr>
          <p:cNvPr id="3" name="Espace réservé du contenu 2"/>
          <p:cNvSpPr>
            <a:spLocks noGrp="1"/>
          </p:cNvSpPr>
          <p:nvPr>
            <p:ph sz="quarter" idx="1"/>
          </p:nvPr>
        </p:nvSpPr>
        <p:spPr/>
        <p:txBody>
          <a:bodyPr>
            <a:normAutofit/>
          </a:bodyPr>
          <a:lstStyle/>
          <a:p>
            <a:pPr>
              <a:buNone/>
            </a:pPr>
            <a:r>
              <a:rPr lang="fr-FR" b="1" u="sng" dirty="0" smtClean="0"/>
              <a:t>Méthode graphique</a:t>
            </a:r>
            <a:r>
              <a:rPr lang="fr-FR" dirty="0" smtClean="0"/>
              <a:t>:</a:t>
            </a:r>
          </a:p>
          <a:p>
            <a:r>
              <a:rPr lang="fr-FR" dirty="0" smtClean="0"/>
              <a:t>Cliquez avec le bouton droit sur le disque de base à convertir, cliquez sur </a:t>
            </a:r>
            <a:r>
              <a:rPr lang="fr-FR" b="1" dirty="0" smtClean="0"/>
              <a:t>Convertir en disque dynamique</a:t>
            </a:r>
          </a:p>
          <a:p>
            <a:pPr>
              <a:buNone/>
            </a:pPr>
            <a:r>
              <a:rPr lang="fr-FR" b="1" u="sng" dirty="0" smtClean="0"/>
              <a:t>Méthode en ligne de commande</a:t>
            </a:r>
            <a:r>
              <a:rPr lang="fr-FR" dirty="0" smtClean="0"/>
              <a:t>:</a:t>
            </a:r>
          </a:p>
          <a:p>
            <a:pPr marL="806450" indent="-273050">
              <a:buClr>
                <a:schemeClr val="tx1"/>
              </a:buClr>
              <a:buFont typeface="Wingdings" pitchFamily="2" charset="2"/>
              <a:buChar char="Ø"/>
            </a:pPr>
            <a:r>
              <a:rPr lang="fr-FR" b="1" dirty="0" err="1" smtClean="0"/>
              <a:t>Diskpart</a:t>
            </a:r>
            <a:endParaRPr lang="fr-FR" b="1" dirty="0" smtClean="0"/>
          </a:p>
          <a:p>
            <a:pPr marL="806450" indent="-273050">
              <a:buClr>
                <a:schemeClr val="tx1"/>
              </a:buClr>
              <a:buFont typeface="Wingdings" pitchFamily="2" charset="2"/>
              <a:buChar char="Ø"/>
            </a:pPr>
            <a:r>
              <a:rPr lang="fr-FR" b="1" dirty="0" err="1" smtClean="0"/>
              <a:t>list</a:t>
            </a:r>
            <a:r>
              <a:rPr lang="fr-FR" b="1" dirty="0" smtClean="0"/>
              <a:t> </a:t>
            </a:r>
            <a:r>
              <a:rPr lang="fr-FR" b="1" dirty="0" err="1" smtClean="0"/>
              <a:t>disk</a:t>
            </a:r>
            <a:endParaRPr lang="fr-FR" b="1" dirty="0" smtClean="0"/>
          </a:p>
          <a:p>
            <a:pPr marL="806450" indent="-273050">
              <a:buClr>
                <a:schemeClr val="tx1"/>
              </a:buClr>
              <a:buFont typeface="Wingdings" pitchFamily="2" charset="2"/>
              <a:buChar char="Ø"/>
            </a:pPr>
            <a:r>
              <a:rPr lang="fr-FR" b="1" dirty="0" smtClean="0"/>
              <a:t>select </a:t>
            </a:r>
            <a:r>
              <a:rPr lang="fr-FR" b="1" dirty="0" err="1" smtClean="0"/>
              <a:t>disk</a:t>
            </a:r>
            <a:r>
              <a:rPr lang="fr-FR" b="1" dirty="0" smtClean="0"/>
              <a:t> x</a:t>
            </a:r>
            <a:endParaRPr lang="fr-FR" dirty="0" smtClean="0"/>
          </a:p>
          <a:p>
            <a:pPr marL="806450" indent="-273050">
              <a:buClr>
                <a:schemeClr val="tx1"/>
              </a:buClr>
              <a:buFont typeface="Wingdings" pitchFamily="2" charset="2"/>
              <a:buChar char="Ø"/>
            </a:pPr>
            <a:r>
              <a:rPr lang="fr-FR" b="1" dirty="0" err="1" smtClean="0"/>
              <a:t>convert</a:t>
            </a:r>
            <a:r>
              <a:rPr lang="fr-FR" b="1" dirty="0" smtClean="0"/>
              <a:t> </a:t>
            </a:r>
            <a:r>
              <a:rPr lang="fr-FR" b="1" dirty="0" err="1" smtClean="0"/>
              <a:t>dynamic</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heckerboard(across)">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checkerboard(across)">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checkerboard(across)">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checkerboard(across)">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checkerboard(across)">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checkerboard(across)">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5" presetClass="entr" presetSubtype="1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checkerboard(across)">
                                      <p:cBhvr>
                                        <p:cTn id="3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8578" name="Rectangle-2"/>
          <p:cNvSpPr>
            <a:spLocks noGrp="1" noChangeArrowheads="1"/>
          </p:cNvSpPr>
          <p:nvPr>
            <p:ph type="title"/>
          </p:nvPr>
        </p:nvSpPr>
        <p:spPr/>
        <p:txBody>
          <a:bodyPr/>
          <a:lstStyle/>
          <a:p>
            <a:r>
              <a:rPr lang="fr-FR" b="1" dirty="0" smtClean="0">
                <a:solidFill>
                  <a:srgbClr val="000000"/>
                </a:solidFill>
                <a:ea typeface="SimSun" pitchFamily="2" charset="-122"/>
              </a:rPr>
              <a:t>4. Création </a:t>
            </a:r>
            <a:r>
              <a:rPr lang="fr-FR" b="1" dirty="0">
                <a:solidFill>
                  <a:srgbClr val="000000"/>
                </a:solidFill>
                <a:ea typeface="SimSun" pitchFamily="2" charset="-122"/>
              </a:rPr>
              <a:t>de volumes</a:t>
            </a:r>
            <a:endParaRPr lang="en-US" b="1" dirty="0">
              <a:solidFill>
                <a:srgbClr val="000000"/>
              </a:solidFill>
            </a:endParaRPr>
          </a:p>
        </p:txBody>
      </p:sp>
      <p:sp>
        <p:nvSpPr>
          <p:cNvPr id="408579" name="Rectangle-3"/>
          <p:cNvSpPr>
            <a:spLocks noGrp="1" noChangeArrowheads="1"/>
          </p:cNvSpPr>
          <p:nvPr>
            <p:ph sz="quarter" idx="1"/>
          </p:nvPr>
        </p:nvSpPr>
        <p:spPr>
          <a:xfrm>
            <a:off x="357170" y="1874520"/>
            <a:ext cx="8503920" cy="4084319"/>
          </a:xfrm>
        </p:spPr>
        <p:txBody>
          <a:bodyPr>
            <a:normAutofit/>
          </a:bodyPr>
          <a:lstStyle/>
          <a:p>
            <a:r>
              <a:rPr lang="fr-FR" b="1" dirty="0">
                <a:solidFill>
                  <a:srgbClr val="C00000"/>
                </a:solidFill>
                <a:ea typeface="SimSun" pitchFamily="2" charset="-122"/>
              </a:rPr>
              <a:t>Qu'est-ce qu'un volume simple ? </a:t>
            </a:r>
            <a:r>
              <a:rPr lang="en-US" b="1" dirty="0">
                <a:solidFill>
                  <a:srgbClr val="C00000"/>
                </a:solidFill>
                <a:ea typeface="SimSun" pitchFamily="2" charset="-122"/>
              </a:rPr>
              <a:t> </a:t>
            </a:r>
          </a:p>
          <a:p>
            <a:r>
              <a:rPr lang="en-IE" b="1" dirty="0" smtClean="0">
                <a:solidFill>
                  <a:srgbClr val="C00000"/>
                </a:solidFill>
                <a:ea typeface="SimSun" pitchFamily="2" charset="-122"/>
              </a:rPr>
              <a:t> </a:t>
            </a:r>
            <a:r>
              <a:rPr lang="fr-FR" b="1" dirty="0" smtClean="0">
                <a:solidFill>
                  <a:srgbClr val="C00000"/>
                </a:solidFill>
                <a:ea typeface="SimSun" pitchFamily="2" charset="-122"/>
              </a:rPr>
              <a:t>Qu'</a:t>
            </a:r>
            <a:r>
              <a:rPr lang="fr-FR" b="1" dirty="0" err="1" smtClean="0">
                <a:solidFill>
                  <a:srgbClr val="C00000"/>
                </a:solidFill>
                <a:ea typeface="SimSun" pitchFamily="2" charset="-122"/>
              </a:rPr>
              <a:t>est­ce</a:t>
            </a:r>
            <a:r>
              <a:rPr lang="fr-FR" b="1" dirty="0" smtClean="0">
                <a:solidFill>
                  <a:srgbClr val="C00000"/>
                </a:solidFill>
                <a:ea typeface="SimSun" pitchFamily="2" charset="-122"/>
              </a:rPr>
              <a:t> </a:t>
            </a:r>
            <a:r>
              <a:rPr lang="fr-FR" b="1" dirty="0">
                <a:solidFill>
                  <a:srgbClr val="C00000"/>
                </a:solidFill>
                <a:ea typeface="SimSun" pitchFamily="2" charset="-122"/>
              </a:rPr>
              <a:t>qu'un volume fractionné ? </a:t>
            </a:r>
            <a:r>
              <a:rPr lang="en-US" b="1" dirty="0">
                <a:solidFill>
                  <a:srgbClr val="C00000"/>
                </a:solidFill>
                <a:ea typeface="SimSun" pitchFamily="2" charset="-122"/>
              </a:rPr>
              <a:t> </a:t>
            </a:r>
          </a:p>
          <a:p>
            <a:r>
              <a:rPr lang="fr-FR" b="1" dirty="0" smtClean="0">
                <a:solidFill>
                  <a:srgbClr val="C00000"/>
                </a:solidFill>
                <a:ea typeface="SimSun" pitchFamily="2" charset="-122"/>
              </a:rPr>
              <a:t>Qu'est-ce </a:t>
            </a:r>
            <a:r>
              <a:rPr lang="fr-FR" b="1" dirty="0">
                <a:solidFill>
                  <a:srgbClr val="C00000"/>
                </a:solidFill>
                <a:ea typeface="SimSun" pitchFamily="2" charset="-122"/>
              </a:rPr>
              <a:t>qu'un volume agrégé par bandes </a:t>
            </a:r>
            <a:r>
              <a:rPr lang="fr-FR" b="1" dirty="0" smtClean="0">
                <a:solidFill>
                  <a:srgbClr val="C00000"/>
                </a:solidFill>
                <a:ea typeface="SimSun" pitchFamily="2" charset="-122"/>
              </a:rPr>
              <a:t>?</a:t>
            </a:r>
          </a:p>
          <a:p>
            <a:r>
              <a:rPr lang="fr-FR" altLang="zh-CN" sz="2800" b="1" dirty="0" smtClean="0">
                <a:solidFill>
                  <a:srgbClr val="C00000"/>
                </a:solidFill>
                <a:ea typeface="SimSun" pitchFamily="2" charset="-122"/>
                <a:cs typeface="Arial Narrow" pitchFamily="34" charset="0"/>
              </a:rPr>
              <a:t>Qu'</a:t>
            </a:r>
            <a:r>
              <a:rPr lang="fr-FR" altLang="zh-CN" sz="2800" b="1" dirty="0" err="1" smtClean="0">
                <a:solidFill>
                  <a:srgbClr val="C00000"/>
                </a:solidFill>
                <a:ea typeface="SimSun" pitchFamily="2" charset="-122"/>
                <a:cs typeface="Arial Narrow" pitchFamily="34" charset="0"/>
              </a:rPr>
              <a:t>est‑ce</a:t>
            </a:r>
            <a:r>
              <a:rPr lang="fr-FR" altLang="zh-CN" sz="2800" b="1" dirty="0" smtClean="0">
                <a:solidFill>
                  <a:srgbClr val="C00000"/>
                </a:solidFill>
                <a:ea typeface="SimSun" pitchFamily="2" charset="-122"/>
                <a:cs typeface="Arial Narrow" pitchFamily="34" charset="0"/>
              </a:rPr>
              <a:t> qu'un volume en miroir ?</a:t>
            </a:r>
            <a:r>
              <a:rPr lang="en-IE" altLang="zh-CN" sz="2800" b="1" dirty="0" smtClean="0">
                <a:solidFill>
                  <a:srgbClr val="C00000"/>
                </a:solidFill>
                <a:ea typeface="SimSun" pitchFamily="2" charset="-122"/>
                <a:cs typeface="Arial Narrow" pitchFamily="34" charset="0"/>
              </a:rPr>
              <a:t> </a:t>
            </a:r>
            <a:endParaRPr lang="fr-FR" b="1" dirty="0" smtClean="0">
              <a:solidFill>
                <a:srgbClr val="C00000"/>
              </a:solidFill>
              <a:ea typeface="SimSun" pitchFamily="2" charset="-122"/>
            </a:endParaRPr>
          </a:p>
          <a:p>
            <a:r>
              <a:rPr lang="fr-FR" altLang="zh-CN" sz="2800" b="1" dirty="0" smtClean="0">
                <a:solidFill>
                  <a:srgbClr val="C00000"/>
                </a:solidFill>
                <a:ea typeface="SimSun" pitchFamily="2" charset="-122"/>
                <a:cs typeface="Arial Narrow" pitchFamily="34" charset="0"/>
              </a:rPr>
              <a:t>Qu'</a:t>
            </a:r>
            <a:r>
              <a:rPr lang="fr-FR" altLang="zh-CN" sz="2800" b="1" dirty="0" err="1" smtClean="0">
                <a:solidFill>
                  <a:srgbClr val="C00000"/>
                </a:solidFill>
                <a:ea typeface="SimSun" pitchFamily="2" charset="-122"/>
                <a:cs typeface="Arial Narrow" pitchFamily="34" charset="0"/>
              </a:rPr>
              <a:t>est‑ce</a:t>
            </a:r>
            <a:r>
              <a:rPr lang="fr-FR" altLang="zh-CN" sz="2800" b="1" dirty="0" smtClean="0">
                <a:solidFill>
                  <a:srgbClr val="C00000"/>
                </a:solidFill>
                <a:ea typeface="SimSun" pitchFamily="2" charset="-122"/>
                <a:cs typeface="Arial Narrow" pitchFamily="34" charset="0"/>
              </a:rPr>
              <a:t> </a:t>
            </a:r>
            <a:r>
              <a:rPr lang="fr-FR" altLang="zh-CN" sz="2800" b="1" dirty="0" smtClean="0">
                <a:solidFill>
                  <a:srgbClr val="C00000"/>
                </a:solidFill>
                <a:ea typeface="SimSun" pitchFamily="2" charset="-122"/>
                <a:cs typeface="Arial Narrow" pitchFamily="34" charset="0"/>
              </a:rPr>
              <a:t>qu'un volume RAID‑5 ? </a:t>
            </a:r>
            <a:r>
              <a:rPr lang="en-IE" b="1" dirty="0" smtClean="0">
                <a:solidFill>
                  <a:srgbClr val="C00000"/>
                </a:solidFill>
                <a:ea typeface="SimSun" pitchFamily="2" charset="-122"/>
              </a:rPr>
              <a:t> </a:t>
            </a:r>
            <a:endParaRPr lang="en-US" b="1" dirty="0">
              <a:solidFill>
                <a:srgbClr val="C00000"/>
              </a:solidFill>
              <a:ea typeface="SimSun" pitchFamily="2" charset="-122"/>
            </a:endParaRPr>
          </a:p>
          <a:p>
            <a:r>
              <a:rPr lang="fr-FR" b="1" dirty="0" smtClean="0">
                <a:solidFill>
                  <a:srgbClr val="C00000"/>
                </a:solidFill>
                <a:ea typeface="SimSun" pitchFamily="2" charset="-122"/>
              </a:rPr>
              <a:t>Qu'est-ce qu'un volume étendu </a:t>
            </a:r>
            <a:r>
              <a:rPr lang="fr-FR" b="1" dirty="0" smtClean="0">
                <a:solidFill>
                  <a:srgbClr val="C00000"/>
                </a:solidFill>
                <a:ea typeface="SimSun" pitchFamily="2" charset="-122"/>
              </a:rPr>
              <a:t>?</a:t>
            </a:r>
            <a:r>
              <a:rPr lang="en-IE" b="1" dirty="0" smtClean="0">
                <a:solidFill>
                  <a:srgbClr val="C00000"/>
                </a:solidFill>
                <a:ea typeface="SimSun" pitchFamily="2" charset="-122"/>
              </a:rPr>
              <a:t> </a:t>
            </a:r>
            <a:endParaRPr lang="en-US" b="1" dirty="0">
              <a:solidFill>
                <a:srgbClr val="C00000"/>
              </a:solidFill>
              <a:ea typeface="SimSun" pitchFamily="2" charset="-122"/>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02" name="Rectangle-2"/>
          <p:cNvSpPr>
            <a:spLocks noGrp="1" noChangeArrowheads="1"/>
          </p:cNvSpPr>
          <p:nvPr>
            <p:ph type="title"/>
          </p:nvPr>
        </p:nvSpPr>
        <p:spPr>
          <a:xfrm>
            <a:off x="187035" y="368734"/>
            <a:ext cx="8776855" cy="684212"/>
          </a:xfrm>
        </p:spPr>
        <p:txBody>
          <a:bodyPr/>
          <a:lstStyle/>
          <a:p>
            <a:r>
              <a:rPr lang="fr-FR" b="1" dirty="0">
                <a:solidFill>
                  <a:srgbClr val="C00000"/>
                </a:solidFill>
                <a:ea typeface="SimSun" pitchFamily="2" charset="-122"/>
              </a:rPr>
              <a:t>Qu'est-ce qu'un volume simple ?</a:t>
            </a:r>
            <a:r>
              <a:rPr lang="en-IE" b="1" dirty="0">
                <a:solidFill>
                  <a:srgbClr val="C00000"/>
                </a:solidFill>
              </a:rPr>
              <a:t> </a:t>
            </a:r>
            <a:endParaRPr lang="en-US" b="1" dirty="0">
              <a:solidFill>
                <a:srgbClr val="C00000"/>
              </a:solidFill>
            </a:endParaRPr>
          </a:p>
        </p:txBody>
      </p:sp>
      <p:sp>
        <p:nvSpPr>
          <p:cNvPr id="409603" name="Rectangle-3"/>
          <p:cNvSpPr>
            <a:spLocks noGrp="1" noChangeArrowheads="1"/>
          </p:cNvSpPr>
          <p:nvPr>
            <p:ph type="body" sz="half" idx="1"/>
          </p:nvPr>
        </p:nvSpPr>
        <p:spPr>
          <a:xfrm>
            <a:off x="249382" y="1447800"/>
            <a:ext cx="8686799" cy="3170238"/>
          </a:xfrm>
        </p:spPr>
        <p:txBody>
          <a:bodyPr>
            <a:normAutofit lnSpcReduction="10000"/>
          </a:bodyPr>
          <a:lstStyle/>
          <a:p>
            <a:r>
              <a:rPr lang="fr-FR" dirty="0">
                <a:solidFill>
                  <a:srgbClr val="000000"/>
                </a:solidFill>
                <a:ea typeface="SimSun" pitchFamily="2" charset="-122"/>
              </a:rPr>
              <a:t>Contient l'espace disque d'un seul disque</a:t>
            </a:r>
            <a:r>
              <a:rPr lang="en-IE" dirty="0">
                <a:solidFill>
                  <a:srgbClr val="000000"/>
                </a:solidFill>
              </a:rPr>
              <a:t> </a:t>
            </a:r>
            <a:endParaRPr lang="en-US" dirty="0"/>
          </a:p>
          <a:p>
            <a:r>
              <a:rPr lang="fr-FR" dirty="0">
                <a:solidFill>
                  <a:srgbClr val="000000"/>
                </a:solidFill>
                <a:ea typeface="SimSun" pitchFamily="2" charset="-122"/>
              </a:rPr>
              <a:t>Ne peut être créé que sur des disques dynamiques</a:t>
            </a:r>
            <a:r>
              <a:rPr lang="en-IE" dirty="0">
                <a:solidFill>
                  <a:srgbClr val="000000"/>
                </a:solidFill>
              </a:rPr>
              <a:t> </a:t>
            </a:r>
            <a:endParaRPr lang="en-US" dirty="0"/>
          </a:p>
          <a:p>
            <a:r>
              <a:rPr lang="fr-FR" dirty="0">
                <a:solidFill>
                  <a:srgbClr val="000000"/>
                </a:solidFill>
                <a:ea typeface="SimSun" pitchFamily="2" charset="-122"/>
              </a:rPr>
              <a:t>Comporte moins de restrictions qu'une partition </a:t>
            </a:r>
            <a:br>
              <a:rPr lang="fr-FR" dirty="0">
                <a:solidFill>
                  <a:srgbClr val="000000"/>
                </a:solidFill>
                <a:ea typeface="SimSun" pitchFamily="2" charset="-122"/>
              </a:rPr>
            </a:br>
            <a:r>
              <a:rPr lang="fr-FR" dirty="0">
                <a:solidFill>
                  <a:srgbClr val="000000"/>
                </a:solidFill>
                <a:ea typeface="SimSun" pitchFamily="2" charset="-122"/>
              </a:rPr>
              <a:t>de disque de base</a:t>
            </a:r>
            <a:r>
              <a:rPr lang="en-IE" dirty="0">
                <a:solidFill>
                  <a:srgbClr val="000000"/>
                </a:solidFill>
              </a:rPr>
              <a:t> </a:t>
            </a:r>
            <a:endParaRPr lang="en-US" dirty="0"/>
          </a:p>
          <a:p>
            <a:r>
              <a:rPr lang="fr-FR" dirty="0">
                <a:solidFill>
                  <a:srgbClr val="000000"/>
                </a:solidFill>
                <a:ea typeface="SimSun" pitchFamily="2" charset="-122"/>
              </a:rPr>
              <a:t>Peut utiliser les systèmes de fichiers NTFS, FAT </a:t>
            </a:r>
            <a:br>
              <a:rPr lang="fr-FR" dirty="0">
                <a:solidFill>
                  <a:srgbClr val="000000"/>
                </a:solidFill>
                <a:ea typeface="SimSun" pitchFamily="2" charset="-122"/>
              </a:rPr>
            </a:br>
            <a:r>
              <a:rPr lang="fr-FR" dirty="0">
                <a:solidFill>
                  <a:srgbClr val="000000"/>
                </a:solidFill>
                <a:ea typeface="SimSun" pitchFamily="2" charset="-122"/>
              </a:rPr>
              <a:t>ou FAT32</a:t>
            </a:r>
            <a:r>
              <a:rPr lang="en-IE" dirty="0">
                <a:solidFill>
                  <a:srgbClr val="000000"/>
                </a:solidFill>
              </a:rPr>
              <a:t> </a:t>
            </a:r>
            <a:endParaRPr lang="en-US" dirty="0"/>
          </a:p>
          <a:p>
            <a:r>
              <a:rPr lang="fr-FR" dirty="0">
                <a:solidFill>
                  <a:srgbClr val="000000"/>
                </a:solidFill>
                <a:ea typeface="SimSun" pitchFamily="2" charset="-122"/>
              </a:rPr>
              <a:t>Peut être étendu s'il est formaté avec NTFS</a:t>
            </a:r>
            <a:r>
              <a:rPr lang="en-IE" dirty="0">
                <a:solidFill>
                  <a:srgbClr val="000000"/>
                </a:solidFill>
              </a:rPr>
              <a:t> </a:t>
            </a:r>
            <a:endParaRPr lang="en-US" dirty="0">
              <a:solidFill>
                <a:srgbClr val="000000"/>
              </a:solidFill>
            </a:endParaRPr>
          </a:p>
        </p:txBody>
      </p:sp>
      <p:grpSp>
        <p:nvGrpSpPr>
          <p:cNvPr id="409808" name="Group-208"/>
          <p:cNvGrpSpPr>
            <a:grpSpLocks/>
          </p:cNvGrpSpPr>
          <p:nvPr/>
        </p:nvGrpSpPr>
        <p:grpSpPr bwMode="auto">
          <a:xfrm>
            <a:off x="6030913" y="4575175"/>
            <a:ext cx="1905000" cy="1547813"/>
            <a:chOff x="1795" y="1949"/>
            <a:chExt cx="1200" cy="975"/>
          </a:xfrm>
        </p:grpSpPr>
        <p:sp>
          <p:nvSpPr>
            <p:cNvPr id="409809" name="AutoShape-209"/>
            <p:cNvSpPr>
              <a:spLocks noChangeArrowheads="1"/>
            </p:cNvSpPr>
            <p:nvPr/>
          </p:nvSpPr>
          <p:spPr bwMode="auto">
            <a:xfrm>
              <a:off x="1795" y="2059"/>
              <a:ext cx="1200" cy="865"/>
            </a:xfrm>
            <a:prstGeom prst="roundRect">
              <a:avLst>
                <a:gd name="adj" fmla="val 4167"/>
              </a:avLst>
            </a:prstGeom>
            <a:solidFill>
              <a:srgbClr val="BBCDE3"/>
            </a:solidFill>
            <a:ln w="25400">
              <a:solidFill>
                <a:srgbClr val="808080"/>
              </a:solidFill>
              <a:round/>
              <a:headEnd/>
              <a:tailEnd/>
            </a:ln>
            <a:effectLst>
              <a:outerShdw dist="35921" dir="2700000" algn="ctr" rotWithShape="0">
                <a:srgbClr val="AFAFAF"/>
              </a:outerShdw>
            </a:effectLst>
          </p:spPr>
          <p:txBody>
            <a:bodyPr anchor="ctr"/>
            <a:lstStyle/>
            <a:p>
              <a:pPr marL="177800" indent="-177800" algn="l"/>
              <a:endParaRPr lang="en-IE" b="0">
                <a:solidFill>
                  <a:schemeClr val="tx1"/>
                </a:solidFill>
              </a:endParaRPr>
            </a:p>
          </p:txBody>
        </p:sp>
        <p:sp>
          <p:nvSpPr>
            <p:cNvPr id="409810" name="AutoShape-210"/>
            <p:cNvSpPr>
              <a:spLocks noChangeArrowheads="1"/>
            </p:cNvSpPr>
            <p:nvPr/>
          </p:nvSpPr>
          <p:spPr bwMode="auto">
            <a:xfrm>
              <a:off x="1907" y="1949"/>
              <a:ext cx="976" cy="243"/>
            </a:xfrm>
            <a:prstGeom prst="roundRect">
              <a:avLst>
                <a:gd name="adj" fmla="val 4167"/>
              </a:avLst>
            </a:prstGeom>
            <a:solidFill>
              <a:schemeClr val="bg1"/>
            </a:solidFill>
            <a:ln w="9525">
              <a:solidFill>
                <a:srgbClr val="4D4D4D"/>
              </a:solidFill>
              <a:round/>
              <a:headEnd/>
              <a:tailEnd/>
            </a:ln>
            <a:effectLst>
              <a:outerShdw dist="35921" dir="2700000" algn="ctr" rotWithShape="0">
                <a:srgbClr val="AFAFAF"/>
              </a:outerShdw>
            </a:effectLst>
          </p:spPr>
          <p:txBody>
            <a:bodyPr wrap="none" anchor="ctr">
              <a:spAutoFit/>
            </a:bodyPr>
            <a:lstStyle/>
            <a:p>
              <a:r>
                <a:rPr lang="fr-FR">
                  <a:solidFill>
                    <a:srgbClr val="000000"/>
                  </a:solidFill>
                  <a:ea typeface="SimSun" pitchFamily="2" charset="-122"/>
                </a:rPr>
                <a:t>Volume simple</a:t>
              </a:r>
              <a:r>
                <a:rPr lang="en-IE">
                  <a:solidFill>
                    <a:srgbClr val="000000"/>
                  </a:solidFill>
                </a:rPr>
                <a:t> </a:t>
              </a:r>
              <a:endParaRPr lang="en-US">
                <a:solidFill>
                  <a:srgbClr val="000000"/>
                </a:solidFill>
              </a:endParaRPr>
            </a:p>
          </p:txBody>
        </p:sp>
        <p:grpSp>
          <p:nvGrpSpPr>
            <p:cNvPr id="409811" name="Group 211"/>
            <p:cNvGrpSpPr>
              <a:grpSpLocks/>
            </p:cNvGrpSpPr>
            <p:nvPr/>
          </p:nvGrpSpPr>
          <p:grpSpPr bwMode="auto">
            <a:xfrm>
              <a:off x="1841" y="2218"/>
              <a:ext cx="1111" cy="588"/>
              <a:chOff x="1678" y="1967"/>
              <a:chExt cx="1111" cy="588"/>
            </a:xfrm>
          </p:grpSpPr>
          <p:pic>
            <p:nvPicPr>
              <p:cNvPr id="409812" name="Picture-212" descr="HardDiskDrive01"/>
              <p:cNvPicPr>
                <a:picLocks noChangeAspect="1" noChangeArrowheads="1"/>
              </p:cNvPicPr>
              <p:nvPr/>
            </p:nvPicPr>
            <p:blipFill>
              <a:blip r:embed="rId3" cstate="print"/>
              <a:srcRect/>
              <a:stretch>
                <a:fillRect/>
              </a:stretch>
            </p:blipFill>
            <p:spPr bwMode="auto">
              <a:xfrm>
                <a:off x="1678" y="2160"/>
                <a:ext cx="619" cy="395"/>
              </a:xfrm>
              <a:prstGeom prst="rect">
                <a:avLst/>
              </a:prstGeom>
              <a:noFill/>
            </p:spPr>
          </p:pic>
          <p:pic>
            <p:nvPicPr>
              <p:cNvPr id="409813" name="Picture-213" descr="Volume01"/>
              <p:cNvPicPr>
                <a:picLocks noChangeAspect="1" noChangeArrowheads="1"/>
              </p:cNvPicPr>
              <p:nvPr/>
            </p:nvPicPr>
            <p:blipFill>
              <a:blip r:embed="rId4" cstate="print"/>
              <a:srcRect/>
              <a:stretch>
                <a:fillRect/>
              </a:stretch>
            </p:blipFill>
            <p:spPr bwMode="auto">
              <a:xfrm>
                <a:off x="2316" y="2152"/>
                <a:ext cx="473" cy="383"/>
              </a:xfrm>
              <a:prstGeom prst="rect">
                <a:avLst/>
              </a:prstGeom>
              <a:noFill/>
            </p:spPr>
          </p:pic>
          <p:sp>
            <p:nvSpPr>
              <p:cNvPr id="409814" name="Freeform-214"/>
              <p:cNvSpPr>
                <a:spLocks/>
              </p:cNvSpPr>
              <p:nvPr/>
            </p:nvSpPr>
            <p:spPr bwMode="auto">
              <a:xfrm rot="-2009812">
                <a:off x="2046" y="1967"/>
                <a:ext cx="413" cy="296"/>
              </a:xfrm>
              <a:custGeom>
                <a:avLst/>
                <a:gdLst/>
                <a:ahLst/>
                <a:cxnLst>
                  <a:cxn ang="0">
                    <a:pos x="245" y="164"/>
                  </a:cxn>
                  <a:cxn ang="0">
                    <a:pos x="251" y="203"/>
                  </a:cxn>
                  <a:cxn ang="0">
                    <a:pos x="251" y="0"/>
                  </a:cxn>
                  <a:cxn ang="0">
                    <a:pos x="245" y="37"/>
                  </a:cxn>
                  <a:cxn ang="0">
                    <a:pos x="264" y="56"/>
                  </a:cxn>
                  <a:cxn ang="0">
                    <a:pos x="324" y="63"/>
                  </a:cxn>
                  <a:cxn ang="0">
                    <a:pos x="411" y="79"/>
                  </a:cxn>
                  <a:cxn ang="0">
                    <a:pos x="460" y="92"/>
                  </a:cxn>
                  <a:cxn ang="0">
                    <a:pos x="511" y="108"/>
                  </a:cxn>
                  <a:cxn ang="0">
                    <a:pos x="563" y="128"/>
                  </a:cxn>
                  <a:cxn ang="0">
                    <a:pos x="614" y="151"/>
                  </a:cxn>
                  <a:cxn ang="0">
                    <a:pos x="663" y="179"/>
                  </a:cxn>
                  <a:cxn ang="0">
                    <a:pos x="709" y="212"/>
                  </a:cxn>
                  <a:cxn ang="0">
                    <a:pos x="729" y="231"/>
                  </a:cxn>
                  <a:cxn ang="0">
                    <a:pos x="750" y="251"/>
                  </a:cxn>
                  <a:cxn ang="0">
                    <a:pos x="767" y="272"/>
                  </a:cxn>
                  <a:cxn ang="0">
                    <a:pos x="785" y="295"/>
                  </a:cxn>
                  <a:cxn ang="0">
                    <a:pos x="798" y="318"/>
                  </a:cxn>
                  <a:cxn ang="0">
                    <a:pos x="811" y="344"/>
                  </a:cxn>
                  <a:cxn ang="0">
                    <a:pos x="819" y="372"/>
                  </a:cxn>
                  <a:cxn ang="0">
                    <a:pos x="827" y="401"/>
                  </a:cxn>
                  <a:cxn ang="0">
                    <a:pos x="814" y="374"/>
                  </a:cxn>
                  <a:cxn ang="0">
                    <a:pos x="799" y="350"/>
                  </a:cxn>
                  <a:cxn ang="0">
                    <a:pos x="764" y="306"/>
                  </a:cxn>
                  <a:cxn ang="0">
                    <a:pos x="744" y="287"/>
                  </a:cxn>
                  <a:cxn ang="0">
                    <a:pos x="724" y="269"/>
                  </a:cxn>
                  <a:cxn ang="0">
                    <a:pos x="702" y="253"/>
                  </a:cxn>
                  <a:cxn ang="0">
                    <a:pos x="680" y="238"/>
                  </a:cxn>
                  <a:cxn ang="0">
                    <a:pos x="632" y="214"/>
                  </a:cxn>
                  <a:cxn ang="0">
                    <a:pos x="585" y="193"/>
                  </a:cxn>
                  <a:cxn ang="0">
                    <a:pos x="534" y="177"/>
                  </a:cxn>
                  <a:cxn ang="0">
                    <a:pos x="485" y="166"/>
                  </a:cxn>
                  <a:cxn ang="0">
                    <a:pos x="437" y="157"/>
                  </a:cxn>
                  <a:cxn ang="0">
                    <a:pos x="351" y="150"/>
                  </a:cxn>
                  <a:cxn ang="0">
                    <a:pos x="285" y="148"/>
                  </a:cxn>
                  <a:cxn ang="0">
                    <a:pos x="242" y="150"/>
                  </a:cxn>
                </a:cxnLst>
                <a:rect l="0" t="0" r="r" b="b"/>
                <a:pathLst>
                  <a:path w="827" h="401">
                    <a:moveTo>
                      <a:pt x="242" y="150"/>
                    </a:moveTo>
                    <a:lnTo>
                      <a:pt x="245" y="164"/>
                    </a:lnTo>
                    <a:lnTo>
                      <a:pt x="248" y="182"/>
                    </a:lnTo>
                    <a:lnTo>
                      <a:pt x="251" y="203"/>
                    </a:lnTo>
                    <a:lnTo>
                      <a:pt x="0" y="98"/>
                    </a:lnTo>
                    <a:lnTo>
                      <a:pt x="251" y="0"/>
                    </a:lnTo>
                    <a:lnTo>
                      <a:pt x="248" y="19"/>
                    </a:lnTo>
                    <a:lnTo>
                      <a:pt x="245" y="37"/>
                    </a:lnTo>
                    <a:lnTo>
                      <a:pt x="241" y="53"/>
                    </a:lnTo>
                    <a:lnTo>
                      <a:pt x="264" y="56"/>
                    </a:lnTo>
                    <a:lnTo>
                      <a:pt x="290" y="58"/>
                    </a:lnTo>
                    <a:lnTo>
                      <a:pt x="324" y="63"/>
                    </a:lnTo>
                    <a:lnTo>
                      <a:pt x="364" y="70"/>
                    </a:lnTo>
                    <a:lnTo>
                      <a:pt x="411" y="79"/>
                    </a:lnTo>
                    <a:lnTo>
                      <a:pt x="435" y="85"/>
                    </a:lnTo>
                    <a:lnTo>
                      <a:pt x="460" y="92"/>
                    </a:lnTo>
                    <a:lnTo>
                      <a:pt x="485" y="99"/>
                    </a:lnTo>
                    <a:lnTo>
                      <a:pt x="511" y="108"/>
                    </a:lnTo>
                    <a:lnTo>
                      <a:pt x="537" y="116"/>
                    </a:lnTo>
                    <a:lnTo>
                      <a:pt x="563" y="128"/>
                    </a:lnTo>
                    <a:lnTo>
                      <a:pt x="589" y="138"/>
                    </a:lnTo>
                    <a:lnTo>
                      <a:pt x="614" y="151"/>
                    </a:lnTo>
                    <a:lnTo>
                      <a:pt x="640" y="164"/>
                    </a:lnTo>
                    <a:lnTo>
                      <a:pt x="663" y="179"/>
                    </a:lnTo>
                    <a:lnTo>
                      <a:pt x="687" y="195"/>
                    </a:lnTo>
                    <a:lnTo>
                      <a:pt x="709" y="212"/>
                    </a:lnTo>
                    <a:lnTo>
                      <a:pt x="719" y="221"/>
                    </a:lnTo>
                    <a:lnTo>
                      <a:pt x="729" y="231"/>
                    </a:lnTo>
                    <a:lnTo>
                      <a:pt x="740" y="241"/>
                    </a:lnTo>
                    <a:lnTo>
                      <a:pt x="750" y="251"/>
                    </a:lnTo>
                    <a:lnTo>
                      <a:pt x="758" y="261"/>
                    </a:lnTo>
                    <a:lnTo>
                      <a:pt x="767" y="272"/>
                    </a:lnTo>
                    <a:lnTo>
                      <a:pt x="776" y="283"/>
                    </a:lnTo>
                    <a:lnTo>
                      <a:pt x="785" y="295"/>
                    </a:lnTo>
                    <a:lnTo>
                      <a:pt x="792" y="306"/>
                    </a:lnTo>
                    <a:lnTo>
                      <a:pt x="798" y="318"/>
                    </a:lnTo>
                    <a:lnTo>
                      <a:pt x="805" y="331"/>
                    </a:lnTo>
                    <a:lnTo>
                      <a:pt x="811" y="344"/>
                    </a:lnTo>
                    <a:lnTo>
                      <a:pt x="815" y="357"/>
                    </a:lnTo>
                    <a:lnTo>
                      <a:pt x="819" y="372"/>
                    </a:lnTo>
                    <a:lnTo>
                      <a:pt x="824" y="386"/>
                    </a:lnTo>
                    <a:lnTo>
                      <a:pt x="827" y="401"/>
                    </a:lnTo>
                    <a:lnTo>
                      <a:pt x="821" y="387"/>
                    </a:lnTo>
                    <a:lnTo>
                      <a:pt x="814" y="374"/>
                    </a:lnTo>
                    <a:lnTo>
                      <a:pt x="806" y="361"/>
                    </a:lnTo>
                    <a:lnTo>
                      <a:pt x="799" y="350"/>
                    </a:lnTo>
                    <a:lnTo>
                      <a:pt x="782" y="327"/>
                    </a:lnTo>
                    <a:lnTo>
                      <a:pt x="764" y="306"/>
                    </a:lnTo>
                    <a:lnTo>
                      <a:pt x="754" y="296"/>
                    </a:lnTo>
                    <a:lnTo>
                      <a:pt x="744" y="287"/>
                    </a:lnTo>
                    <a:lnTo>
                      <a:pt x="734" y="277"/>
                    </a:lnTo>
                    <a:lnTo>
                      <a:pt x="724" y="269"/>
                    </a:lnTo>
                    <a:lnTo>
                      <a:pt x="714" y="261"/>
                    </a:lnTo>
                    <a:lnTo>
                      <a:pt x="702" y="253"/>
                    </a:lnTo>
                    <a:lnTo>
                      <a:pt x="692" y="245"/>
                    </a:lnTo>
                    <a:lnTo>
                      <a:pt x="680" y="238"/>
                    </a:lnTo>
                    <a:lnTo>
                      <a:pt x="657" y="225"/>
                    </a:lnTo>
                    <a:lnTo>
                      <a:pt x="632" y="214"/>
                    </a:lnTo>
                    <a:lnTo>
                      <a:pt x="609" y="202"/>
                    </a:lnTo>
                    <a:lnTo>
                      <a:pt x="585" y="193"/>
                    </a:lnTo>
                    <a:lnTo>
                      <a:pt x="558" y="185"/>
                    </a:lnTo>
                    <a:lnTo>
                      <a:pt x="534" y="177"/>
                    </a:lnTo>
                    <a:lnTo>
                      <a:pt x="509" y="172"/>
                    </a:lnTo>
                    <a:lnTo>
                      <a:pt x="485" y="166"/>
                    </a:lnTo>
                    <a:lnTo>
                      <a:pt x="461" y="161"/>
                    </a:lnTo>
                    <a:lnTo>
                      <a:pt x="437" y="157"/>
                    </a:lnTo>
                    <a:lnTo>
                      <a:pt x="392" y="153"/>
                    </a:lnTo>
                    <a:lnTo>
                      <a:pt x="351" y="150"/>
                    </a:lnTo>
                    <a:lnTo>
                      <a:pt x="315" y="148"/>
                    </a:lnTo>
                    <a:lnTo>
                      <a:pt x="285" y="148"/>
                    </a:lnTo>
                    <a:lnTo>
                      <a:pt x="261" y="148"/>
                    </a:lnTo>
                    <a:lnTo>
                      <a:pt x="242" y="150"/>
                    </a:lnTo>
                    <a:close/>
                  </a:path>
                </a:pathLst>
              </a:custGeom>
              <a:solidFill>
                <a:srgbClr val="FF0000">
                  <a:alpha val="75000"/>
                </a:srgbClr>
              </a:solidFill>
              <a:ln w="9525">
                <a:noFill/>
                <a:round/>
                <a:headEnd/>
                <a:tailEnd/>
              </a:ln>
            </p:spPr>
            <p:txBody>
              <a:bodyPr/>
              <a:lstStyle/>
              <a:p>
                <a:endParaRPr lang="fr-F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409603">
                                            <p:txEl>
                                              <p:pRg st="0" end="0"/>
                                            </p:txEl>
                                          </p:spTgt>
                                        </p:tgtEl>
                                        <p:attrNameLst>
                                          <p:attrName>style.visibility</p:attrName>
                                        </p:attrNameLst>
                                      </p:cBhvr>
                                      <p:to>
                                        <p:strVal val="visible"/>
                                      </p:to>
                                    </p:set>
                                    <p:animEffect transition="in" filter="checkerboard(across)">
                                      <p:cBhvr>
                                        <p:cTn id="7" dur="500"/>
                                        <p:tgtEl>
                                          <p:spTgt spid="40960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409603">
                                            <p:txEl>
                                              <p:pRg st="1" end="1"/>
                                            </p:txEl>
                                          </p:spTgt>
                                        </p:tgtEl>
                                        <p:attrNameLst>
                                          <p:attrName>style.visibility</p:attrName>
                                        </p:attrNameLst>
                                      </p:cBhvr>
                                      <p:to>
                                        <p:strVal val="visible"/>
                                      </p:to>
                                    </p:set>
                                    <p:animEffect transition="in" filter="checkerboard(across)">
                                      <p:cBhvr>
                                        <p:cTn id="12" dur="500"/>
                                        <p:tgtEl>
                                          <p:spTgt spid="40960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409603">
                                            <p:txEl>
                                              <p:pRg st="2" end="2"/>
                                            </p:txEl>
                                          </p:spTgt>
                                        </p:tgtEl>
                                        <p:attrNameLst>
                                          <p:attrName>style.visibility</p:attrName>
                                        </p:attrNameLst>
                                      </p:cBhvr>
                                      <p:to>
                                        <p:strVal val="visible"/>
                                      </p:to>
                                    </p:set>
                                    <p:animEffect transition="in" filter="checkerboard(across)">
                                      <p:cBhvr>
                                        <p:cTn id="17" dur="500"/>
                                        <p:tgtEl>
                                          <p:spTgt spid="40960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409603">
                                            <p:txEl>
                                              <p:pRg st="3" end="3"/>
                                            </p:txEl>
                                          </p:spTgt>
                                        </p:tgtEl>
                                        <p:attrNameLst>
                                          <p:attrName>style.visibility</p:attrName>
                                        </p:attrNameLst>
                                      </p:cBhvr>
                                      <p:to>
                                        <p:strVal val="visible"/>
                                      </p:to>
                                    </p:set>
                                    <p:animEffect transition="in" filter="checkerboard(across)">
                                      <p:cBhvr>
                                        <p:cTn id="22" dur="500"/>
                                        <p:tgtEl>
                                          <p:spTgt spid="40960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nodeType="clickEffect">
                                  <p:stCondLst>
                                    <p:cond delay="0"/>
                                  </p:stCondLst>
                                  <p:childTnLst>
                                    <p:set>
                                      <p:cBhvr>
                                        <p:cTn id="26" dur="1" fill="hold">
                                          <p:stCondLst>
                                            <p:cond delay="0"/>
                                          </p:stCondLst>
                                        </p:cTn>
                                        <p:tgtEl>
                                          <p:spTgt spid="409603">
                                            <p:txEl>
                                              <p:pRg st="4" end="4"/>
                                            </p:txEl>
                                          </p:spTgt>
                                        </p:tgtEl>
                                        <p:attrNameLst>
                                          <p:attrName>style.visibility</p:attrName>
                                        </p:attrNameLst>
                                      </p:cBhvr>
                                      <p:to>
                                        <p:strVal val="visible"/>
                                      </p:to>
                                    </p:set>
                                    <p:animEffect transition="in" filter="checkerboard(across)">
                                      <p:cBhvr>
                                        <p:cTn id="27" dur="500"/>
                                        <p:tgtEl>
                                          <p:spTgt spid="40960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8818" name="Rectangle-2"/>
          <p:cNvSpPr>
            <a:spLocks noGrp="1" noChangeArrowheads="1"/>
          </p:cNvSpPr>
          <p:nvPr>
            <p:ph type="title"/>
          </p:nvPr>
        </p:nvSpPr>
        <p:spPr/>
        <p:txBody>
          <a:bodyPr/>
          <a:lstStyle/>
          <a:p>
            <a:r>
              <a:rPr lang="fr-FR" b="1" dirty="0" smtClean="0">
                <a:solidFill>
                  <a:srgbClr val="C00000"/>
                </a:solidFill>
                <a:ea typeface="SimSun" pitchFamily="2" charset="-122"/>
              </a:rPr>
              <a:t>Qu'est ce </a:t>
            </a:r>
            <a:r>
              <a:rPr lang="fr-FR" b="1" dirty="0">
                <a:solidFill>
                  <a:srgbClr val="C00000"/>
                </a:solidFill>
                <a:ea typeface="SimSun" pitchFamily="2" charset="-122"/>
              </a:rPr>
              <a:t>qu'un volume fractionné ? </a:t>
            </a:r>
          </a:p>
        </p:txBody>
      </p:sp>
      <p:sp>
        <p:nvSpPr>
          <p:cNvPr id="419004" name="Rectangle-188"/>
          <p:cNvSpPr>
            <a:spLocks noChangeArrowheads="1"/>
          </p:cNvSpPr>
          <p:nvPr/>
        </p:nvSpPr>
        <p:spPr bwMode="auto">
          <a:xfrm>
            <a:off x="1476390" y="1225250"/>
            <a:ext cx="4813300" cy="2519363"/>
          </a:xfrm>
          <a:prstGeom prst="rect">
            <a:avLst/>
          </a:prstGeom>
          <a:gradFill rotWithShape="0">
            <a:gsLst>
              <a:gs pos="0">
                <a:srgbClr val="C0C0C0"/>
              </a:gs>
              <a:gs pos="100000">
                <a:srgbClr val="FFFFCC"/>
              </a:gs>
            </a:gsLst>
            <a:lin ang="5400000" scaled="1"/>
          </a:gradFill>
          <a:ln w="9525">
            <a:noFill/>
            <a:miter lim="800000"/>
            <a:headEnd/>
            <a:tailEnd/>
          </a:ln>
          <a:effectLst>
            <a:outerShdw dist="35921" dir="2700000" algn="ctr" rotWithShape="0">
              <a:srgbClr val="969696"/>
            </a:outerShdw>
          </a:effectLst>
        </p:spPr>
        <p:txBody>
          <a:bodyPr wrap="none" anchor="ctr"/>
          <a:lstStyle/>
          <a:p>
            <a:endParaRPr lang="fr-FR"/>
          </a:p>
        </p:txBody>
      </p:sp>
      <p:sp>
        <p:nvSpPr>
          <p:cNvPr id="419005" name="Freeform-189"/>
          <p:cNvSpPr>
            <a:spLocks/>
          </p:cNvSpPr>
          <p:nvPr/>
        </p:nvSpPr>
        <p:spPr bwMode="auto">
          <a:xfrm>
            <a:off x="1501790" y="1252238"/>
            <a:ext cx="4794250" cy="2457450"/>
          </a:xfrm>
          <a:custGeom>
            <a:avLst/>
            <a:gdLst/>
            <a:ahLst/>
            <a:cxnLst>
              <a:cxn ang="0">
                <a:pos x="0" y="616"/>
              </a:cxn>
              <a:cxn ang="0">
                <a:pos x="0" y="0"/>
              </a:cxn>
              <a:cxn ang="0">
                <a:pos x="1632" y="0"/>
              </a:cxn>
            </a:cxnLst>
            <a:rect l="0" t="0" r="r" b="b"/>
            <a:pathLst>
              <a:path w="1632" h="616">
                <a:moveTo>
                  <a:pt x="0" y="616"/>
                </a:moveTo>
                <a:lnTo>
                  <a:pt x="0" y="0"/>
                </a:lnTo>
                <a:lnTo>
                  <a:pt x="1632" y="0"/>
                </a:lnTo>
              </a:path>
            </a:pathLst>
          </a:custGeom>
          <a:noFill/>
          <a:ln w="15875">
            <a:solidFill>
              <a:srgbClr val="FFFFFF"/>
            </a:solidFill>
            <a:round/>
            <a:headEnd/>
            <a:tailEnd/>
          </a:ln>
          <a:effectLst/>
        </p:spPr>
        <p:txBody>
          <a:bodyPr wrap="none" anchor="ctr"/>
          <a:lstStyle/>
          <a:p>
            <a:endParaRPr lang="fr-FR"/>
          </a:p>
        </p:txBody>
      </p:sp>
      <p:sp>
        <p:nvSpPr>
          <p:cNvPr id="419006" name="Line-190"/>
          <p:cNvSpPr>
            <a:spLocks noChangeShapeType="1"/>
          </p:cNvSpPr>
          <p:nvPr/>
        </p:nvSpPr>
        <p:spPr bwMode="auto">
          <a:xfrm>
            <a:off x="2720990" y="1264938"/>
            <a:ext cx="0" cy="2435225"/>
          </a:xfrm>
          <a:prstGeom prst="line">
            <a:avLst/>
          </a:prstGeom>
          <a:noFill/>
          <a:ln w="15875">
            <a:solidFill>
              <a:srgbClr val="333333"/>
            </a:solidFill>
            <a:round/>
            <a:headEnd/>
            <a:tailEnd/>
          </a:ln>
          <a:effectLst>
            <a:outerShdw dist="25400" dir="10800000" algn="ctr" rotWithShape="0">
              <a:srgbClr val="FFFFFF"/>
            </a:outerShdw>
          </a:effectLst>
        </p:spPr>
        <p:txBody>
          <a:bodyPr wrap="none" anchor="ctr"/>
          <a:lstStyle/>
          <a:p>
            <a:endParaRPr lang="fr-FR"/>
          </a:p>
        </p:txBody>
      </p:sp>
      <p:sp>
        <p:nvSpPr>
          <p:cNvPr id="419007" name="Rectangle-191"/>
          <p:cNvSpPr>
            <a:spLocks noChangeArrowheads="1"/>
          </p:cNvSpPr>
          <p:nvPr/>
        </p:nvSpPr>
        <p:spPr bwMode="auto">
          <a:xfrm>
            <a:off x="4492640" y="1558625"/>
            <a:ext cx="1727200" cy="901700"/>
          </a:xfrm>
          <a:prstGeom prst="rect">
            <a:avLst/>
          </a:prstGeom>
          <a:solidFill>
            <a:srgbClr val="C0C0C0"/>
          </a:solidFill>
          <a:ln w="6350">
            <a:solidFill>
              <a:srgbClr val="969696"/>
            </a:solidFill>
            <a:miter lim="800000"/>
            <a:headEnd/>
            <a:tailEnd/>
          </a:ln>
          <a:effectLst>
            <a:outerShdw dist="35921" dir="2700000" algn="ctr" rotWithShape="0">
              <a:srgbClr val="4D4D4D"/>
            </a:outerShdw>
          </a:effectLst>
        </p:spPr>
        <p:txBody>
          <a:bodyPr wrap="none" anchor="ctr"/>
          <a:lstStyle/>
          <a:p>
            <a:endParaRPr lang="fr-FR"/>
          </a:p>
        </p:txBody>
      </p:sp>
      <p:sp>
        <p:nvSpPr>
          <p:cNvPr id="419008" name="Rectangle-192"/>
          <p:cNvSpPr>
            <a:spLocks noChangeArrowheads="1"/>
          </p:cNvSpPr>
          <p:nvPr/>
        </p:nvSpPr>
        <p:spPr bwMode="auto">
          <a:xfrm>
            <a:off x="4492640" y="1325263"/>
            <a:ext cx="1739900" cy="228600"/>
          </a:xfrm>
          <a:prstGeom prst="rect">
            <a:avLst/>
          </a:prstGeom>
          <a:solidFill>
            <a:srgbClr val="333399"/>
          </a:solidFill>
          <a:ln w="9525">
            <a:noFill/>
            <a:miter lim="800000"/>
            <a:headEnd/>
            <a:tailEnd/>
          </a:ln>
          <a:effectLst>
            <a:outerShdw dist="28398" dir="3806097" algn="ctr" rotWithShape="0">
              <a:srgbClr val="4D4D4D"/>
            </a:outerShdw>
          </a:effectLst>
        </p:spPr>
        <p:txBody>
          <a:bodyPr wrap="none" lIns="45720" rIns="45720" anchor="ctr"/>
          <a:lstStyle/>
          <a:p>
            <a:endParaRPr lang="fr-FR"/>
          </a:p>
        </p:txBody>
      </p:sp>
      <p:sp>
        <p:nvSpPr>
          <p:cNvPr id="419009" name="Rectangle-193"/>
          <p:cNvSpPr>
            <a:spLocks noChangeArrowheads="1"/>
          </p:cNvSpPr>
          <p:nvPr/>
        </p:nvSpPr>
        <p:spPr bwMode="auto">
          <a:xfrm>
            <a:off x="4573603" y="1623713"/>
            <a:ext cx="1590675" cy="781050"/>
          </a:xfrm>
          <a:prstGeom prst="rect">
            <a:avLst/>
          </a:prstGeom>
          <a:solidFill>
            <a:srgbClr val="FFFFFF"/>
          </a:solidFill>
          <a:ln w="9525">
            <a:noFill/>
            <a:miter lim="800000"/>
            <a:headEnd/>
            <a:tailEnd/>
          </a:ln>
          <a:effectLst/>
        </p:spPr>
        <p:txBody>
          <a:bodyPr wrap="none" lIns="45720" tIns="0" rIns="45720"/>
          <a:lstStyle/>
          <a:p>
            <a:pPr algn="l">
              <a:lnSpc>
                <a:spcPct val="90000"/>
              </a:lnSpc>
            </a:pPr>
            <a:endParaRPr lang="en-US" b="0">
              <a:solidFill>
                <a:schemeClr val="tx1"/>
              </a:solidFill>
            </a:endParaRPr>
          </a:p>
          <a:p>
            <a:pPr algn="l">
              <a:lnSpc>
                <a:spcPct val="90000"/>
              </a:lnSpc>
            </a:pPr>
            <a:r>
              <a:rPr lang="fr-FR" sz="1400" b="0">
                <a:solidFill>
                  <a:srgbClr val="000000"/>
                </a:solidFill>
                <a:ea typeface="SimSun" pitchFamily="2" charset="-122"/>
              </a:rPr>
              <a:t>3 994 Mo</a:t>
            </a:r>
            <a:r>
              <a:rPr lang="en-IE" sz="1400" b="0">
                <a:solidFill>
                  <a:srgbClr val="000000"/>
                </a:solidFill>
              </a:rPr>
              <a:t> </a:t>
            </a:r>
            <a:endParaRPr lang="en-US" sz="1400" b="0">
              <a:solidFill>
                <a:schemeClr val="tx1"/>
              </a:solidFill>
            </a:endParaRPr>
          </a:p>
          <a:p>
            <a:pPr algn="l">
              <a:lnSpc>
                <a:spcPct val="90000"/>
              </a:lnSpc>
            </a:pPr>
            <a:r>
              <a:rPr lang="fr-FR" sz="1400" b="0">
                <a:solidFill>
                  <a:srgbClr val="000000"/>
                </a:solidFill>
                <a:ea typeface="SimSun" pitchFamily="2" charset="-122"/>
              </a:rPr>
              <a:t>Non alloué</a:t>
            </a:r>
            <a:r>
              <a:rPr lang="en-IE" sz="1600" b="0">
                <a:solidFill>
                  <a:srgbClr val="000000"/>
                </a:solidFill>
              </a:rPr>
              <a:t> </a:t>
            </a:r>
            <a:endParaRPr lang="en-US" sz="1600" b="0">
              <a:solidFill>
                <a:srgbClr val="000000"/>
              </a:solidFill>
            </a:endParaRPr>
          </a:p>
        </p:txBody>
      </p:sp>
      <p:sp>
        <p:nvSpPr>
          <p:cNvPr id="419010" name="Freeform-194"/>
          <p:cNvSpPr>
            <a:spLocks/>
          </p:cNvSpPr>
          <p:nvPr/>
        </p:nvSpPr>
        <p:spPr bwMode="auto">
          <a:xfrm>
            <a:off x="4573603" y="1623713"/>
            <a:ext cx="1585912" cy="781050"/>
          </a:xfrm>
          <a:custGeom>
            <a:avLst/>
            <a:gdLst/>
            <a:ahLst/>
            <a:cxnLst>
              <a:cxn ang="0">
                <a:pos x="0" y="492"/>
              </a:cxn>
              <a:cxn ang="0">
                <a:pos x="0" y="0"/>
              </a:cxn>
              <a:cxn ang="0">
                <a:pos x="999" y="0"/>
              </a:cxn>
            </a:cxnLst>
            <a:rect l="0" t="0" r="r" b="b"/>
            <a:pathLst>
              <a:path w="999" h="492">
                <a:moveTo>
                  <a:pt x="0" y="492"/>
                </a:moveTo>
                <a:lnTo>
                  <a:pt x="0" y="0"/>
                </a:lnTo>
                <a:lnTo>
                  <a:pt x="999" y="0"/>
                </a:lnTo>
              </a:path>
            </a:pathLst>
          </a:custGeom>
          <a:noFill/>
          <a:ln w="15875">
            <a:solidFill>
              <a:srgbClr val="5F5F5F"/>
            </a:solidFill>
            <a:round/>
            <a:headEnd/>
            <a:tailEnd/>
          </a:ln>
          <a:effectLst/>
        </p:spPr>
        <p:txBody>
          <a:bodyPr wrap="none" anchor="ctr"/>
          <a:lstStyle/>
          <a:p>
            <a:endParaRPr lang="fr-FR"/>
          </a:p>
        </p:txBody>
      </p:sp>
      <p:sp>
        <p:nvSpPr>
          <p:cNvPr id="419011" name="Rectangle-195"/>
          <p:cNvSpPr>
            <a:spLocks noChangeArrowheads="1"/>
          </p:cNvSpPr>
          <p:nvPr/>
        </p:nvSpPr>
        <p:spPr bwMode="auto">
          <a:xfrm>
            <a:off x="2746390" y="1558625"/>
            <a:ext cx="1727200" cy="901700"/>
          </a:xfrm>
          <a:prstGeom prst="rect">
            <a:avLst/>
          </a:prstGeom>
          <a:solidFill>
            <a:srgbClr val="C0C0C0"/>
          </a:solidFill>
          <a:ln w="6350">
            <a:solidFill>
              <a:srgbClr val="969696"/>
            </a:solidFill>
            <a:miter lim="800000"/>
            <a:headEnd/>
            <a:tailEnd/>
          </a:ln>
          <a:effectLst>
            <a:outerShdw dist="35921" dir="2700000" algn="ctr" rotWithShape="0">
              <a:srgbClr val="4D4D4D"/>
            </a:outerShdw>
          </a:effectLst>
        </p:spPr>
        <p:txBody>
          <a:bodyPr wrap="none" anchor="ctr"/>
          <a:lstStyle/>
          <a:p>
            <a:endParaRPr lang="fr-FR"/>
          </a:p>
        </p:txBody>
      </p:sp>
      <p:sp>
        <p:nvSpPr>
          <p:cNvPr id="419012" name="Rectangle-196"/>
          <p:cNvSpPr>
            <a:spLocks noChangeArrowheads="1"/>
          </p:cNvSpPr>
          <p:nvPr/>
        </p:nvSpPr>
        <p:spPr bwMode="auto">
          <a:xfrm>
            <a:off x="2746390" y="1325263"/>
            <a:ext cx="1739900" cy="228600"/>
          </a:xfrm>
          <a:prstGeom prst="rect">
            <a:avLst/>
          </a:prstGeom>
          <a:solidFill>
            <a:srgbClr val="D5D69C"/>
          </a:solidFill>
          <a:ln w="9525">
            <a:noFill/>
            <a:miter lim="800000"/>
            <a:headEnd/>
            <a:tailEnd/>
          </a:ln>
          <a:effectLst>
            <a:outerShdw dist="28398" dir="3806097" algn="ctr" rotWithShape="0">
              <a:srgbClr val="4D4D4D"/>
            </a:outerShdw>
          </a:effectLst>
        </p:spPr>
        <p:txBody>
          <a:bodyPr wrap="none" lIns="45720" rIns="45720" anchor="ctr"/>
          <a:lstStyle/>
          <a:p>
            <a:endParaRPr lang="fr-FR"/>
          </a:p>
        </p:txBody>
      </p:sp>
      <p:sp>
        <p:nvSpPr>
          <p:cNvPr id="419013" name="Rectangle-197"/>
          <p:cNvSpPr>
            <a:spLocks noChangeArrowheads="1"/>
          </p:cNvSpPr>
          <p:nvPr/>
        </p:nvSpPr>
        <p:spPr bwMode="auto">
          <a:xfrm>
            <a:off x="2822590" y="1623713"/>
            <a:ext cx="1590675" cy="781050"/>
          </a:xfrm>
          <a:prstGeom prst="rect">
            <a:avLst/>
          </a:prstGeom>
          <a:solidFill>
            <a:srgbClr val="FFFFFF"/>
          </a:solidFill>
          <a:ln w="9525">
            <a:noFill/>
            <a:miter lim="800000"/>
            <a:headEnd/>
            <a:tailEnd/>
          </a:ln>
          <a:effectLst/>
        </p:spPr>
        <p:txBody>
          <a:bodyPr wrap="none" lIns="45720" tIns="0" rIns="45720"/>
          <a:lstStyle/>
          <a:p>
            <a:pPr algn="l">
              <a:lnSpc>
                <a:spcPct val="95000"/>
              </a:lnSpc>
            </a:pPr>
            <a:r>
              <a:rPr lang="fr-FR" sz="1500">
                <a:solidFill>
                  <a:srgbClr val="000000"/>
                </a:solidFill>
                <a:ea typeface="SimSun" pitchFamily="2" charset="-122"/>
              </a:rPr>
              <a:t>Nouveau volume (G)</a:t>
            </a:r>
            <a:r>
              <a:rPr lang="en-IE">
                <a:solidFill>
                  <a:srgbClr val="000000"/>
                </a:solidFill>
              </a:rPr>
              <a:t> </a:t>
            </a:r>
            <a:endParaRPr lang="en-US" sz="1600">
              <a:solidFill>
                <a:schemeClr val="tx1"/>
              </a:solidFill>
            </a:endParaRPr>
          </a:p>
          <a:p>
            <a:pPr algn="l">
              <a:lnSpc>
                <a:spcPct val="90000"/>
              </a:lnSpc>
            </a:pPr>
            <a:r>
              <a:rPr lang="fr-FR" sz="1400" b="0">
                <a:solidFill>
                  <a:srgbClr val="000000"/>
                </a:solidFill>
                <a:ea typeface="SimSun" pitchFamily="2" charset="-122"/>
              </a:rPr>
              <a:t>100 Mo NTFS </a:t>
            </a:r>
            <a:br>
              <a:rPr lang="fr-FR" sz="1400" b="0">
                <a:solidFill>
                  <a:srgbClr val="000000"/>
                </a:solidFill>
                <a:ea typeface="SimSun" pitchFamily="2" charset="-122"/>
              </a:rPr>
            </a:br>
            <a:r>
              <a:rPr lang="fr-FR" sz="1400" b="0">
                <a:solidFill>
                  <a:srgbClr val="000000"/>
                </a:solidFill>
                <a:ea typeface="SimSun" pitchFamily="2" charset="-122"/>
              </a:rPr>
              <a:t>Sain</a:t>
            </a:r>
            <a:r>
              <a:rPr lang="en-IE" sz="1400" b="0">
                <a:solidFill>
                  <a:srgbClr val="000000"/>
                </a:solidFill>
              </a:rPr>
              <a:t> </a:t>
            </a:r>
            <a:endParaRPr lang="en-US" sz="1400" b="0">
              <a:solidFill>
                <a:srgbClr val="000000"/>
              </a:solidFill>
            </a:endParaRPr>
          </a:p>
        </p:txBody>
      </p:sp>
      <p:sp>
        <p:nvSpPr>
          <p:cNvPr id="419014" name="Freeform-198"/>
          <p:cNvSpPr>
            <a:spLocks/>
          </p:cNvSpPr>
          <p:nvPr/>
        </p:nvSpPr>
        <p:spPr bwMode="auto">
          <a:xfrm>
            <a:off x="2822590" y="1623713"/>
            <a:ext cx="1585913" cy="781050"/>
          </a:xfrm>
          <a:custGeom>
            <a:avLst/>
            <a:gdLst/>
            <a:ahLst/>
            <a:cxnLst>
              <a:cxn ang="0">
                <a:pos x="0" y="492"/>
              </a:cxn>
              <a:cxn ang="0">
                <a:pos x="0" y="0"/>
              </a:cxn>
              <a:cxn ang="0">
                <a:pos x="999" y="0"/>
              </a:cxn>
            </a:cxnLst>
            <a:rect l="0" t="0" r="r" b="b"/>
            <a:pathLst>
              <a:path w="999" h="492">
                <a:moveTo>
                  <a:pt x="0" y="492"/>
                </a:moveTo>
                <a:lnTo>
                  <a:pt x="0" y="0"/>
                </a:lnTo>
                <a:lnTo>
                  <a:pt x="999" y="0"/>
                </a:lnTo>
              </a:path>
            </a:pathLst>
          </a:custGeom>
          <a:noFill/>
          <a:ln w="15875">
            <a:solidFill>
              <a:srgbClr val="5F5F5F"/>
            </a:solidFill>
            <a:round/>
            <a:headEnd/>
            <a:tailEnd/>
          </a:ln>
          <a:effectLst/>
        </p:spPr>
        <p:txBody>
          <a:bodyPr wrap="none" anchor="ctr"/>
          <a:lstStyle/>
          <a:p>
            <a:endParaRPr lang="fr-FR"/>
          </a:p>
        </p:txBody>
      </p:sp>
      <p:sp>
        <p:nvSpPr>
          <p:cNvPr id="419015" name="Text-Box-199"/>
          <p:cNvSpPr txBox="1">
            <a:spLocks noChangeArrowheads="1"/>
          </p:cNvSpPr>
          <p:nvPr/>
        </p:nvSpPr>
        <p:spPr bwMode="auto">
          <a:xfrm>
            <a:off x="1874853" y="1326850"/>
            <a:ext cx="806450" cy="366713"/>
          </a:xfrm>
          <a:prstGeom prst="rect">
            <a:avLst/>
          </a:prstGeom>
          <a:noFill/>
          <a:ln w="9525">
            <a:noFill/>
            <a:miter lim="800000"/>
            <a:headEnd/>
            <a:tailEnd/>
          </a:ln>
          <a:effectLst/>
        </p:spPr>
        <p:txBody>
          <a:bodyPr wrap="none" lIns="45720" rIns="45720">
            <a:spAutoFit/>
          </a:bodyPr>
          <a:lstStyle/>
          <a:p>
            <a:r>
              <a:rPr lang="fr-FR" sz="1500">
                <a:solidFill>
                  <a:srgbClr val="000000"/>
                </a:solidFill>
                <a:ea typeface="SimSun" pitchFamily="2" charset="-122"/>
              </a:rPr>
              <a:t>Disque 1</a:t>
            </a:r>
            <a:r>
              <a:rPr lang="en-IE">
                <a:solidFill>
                  <a:srgbClr val="000000"/>
                </a:solidFill>
                <a:latin typeface="Arial" charset="0"/>
              </a:rPr>
              <a:t> </a:t>
            </a:r>
            <a:endParaRPr lang="en-US">
              <a:solidFill>
                <a:srgbClr val="000000"/>
              </a:solidFill>
              <a:latin typeface="Arial" charset="0"/>
            </a:endParaRPr>
          </a:p>
        </p:txBody>
      </p:sp>
      <p:sp>
        <p:nvSpPr>
          <p:cNvPr id="419016" name="Text-Box-200"/>
          <p:cNvSpPr txBox="1">
            <a:spLocks noChangeArrowheads="1"/>
          </p:cNvSpPr>
          <p:nvPr/>
        </p:nvSpPr>
        <p:spPr bwMode="auto">
          <a:xfrm>
            <a:off x="1600215" y="1693563"/>
            <a:ext cx="869950" cy="730250"/>
          </a:xfrm>
          <a:prstGeom prst="rect">
            <a:avLst/>
          </a:prstGeom>
          <a:noFill/>
          <a:ln w="9525">
            <a:noFill/>
            <a:miter lim="800000"/>
            <a:headEnd/>
            <a:tailEnd/>
          </a:ln>
          <a:effectLst/>
        </p:spPr>
        <p:txBody>
          <a:bodyPr wrap="none" lIns="45720" rIns="45720">
            <a:spAutoFit/>
          </a:bodyPr>
          <a:lstStyle/>
          <a:p>
            <a:pPr algn="l"/>
            <a:r>
              <a:rPr lang="fr-FR" sz="1400" b="0">
                <a:solidFill>
                  <a:srgbClr val="000000"/>
                </a:solidFill>
                <a:ea typeface="SimSun" pitchFamily="2" charset="-122"/>
              </a:rPr>
              <a:t>Dynamique</a:t>
            </a:r>
            <a:r>
              <a:rPr lang="en-IE" sz="1400" b="0">
                <a:solidFill>
                  <a:srgbClr val="000000"/>
                </a:solidFill>
              </a:rPr>
              <a:t> </a:t>
            </a:r>
            <a:endParaRPr lang="en-US" sz="1400" b="0">
              <a:solidFill>
                <a:schemeClr val="tx1"/>
              </a:solidFill>
            </a:endParaRPr>
          </a:p>
          <a:p>
            <a:pPr algn="l"/>
            <a:r>
              <a:rPr lang="fr-FR" sz="1400" b="0">
                <a:solidFill>
                  <a:srgbClr val="000000"/>
                </a:solidFill>
                <a:ea typeface="SimSun" pitchFamily="2" charset="-122"/>
              </a:rPr>
              <a:t>4 094 Mo</a:t>
            </a:r>
            <a:r>
              <a:rPr lang="en-IE" sz="1400" b="0">
                <a:solidFill>
                  <a:srgbClr val="000000"/>
                </a:solidFill>
              </a:rPr>
              <a:t> </a:t>
            </a:r>
            <a:endParaRPr lang="en-US" sz="1400" b="0">
              <a:solidFill>
                <a:schemeClr val="tx1"/>
              </a:solidFill>
            </a:endParaRPr>
          </a:p>
          <a:p>
            <a:pPr algn="l"/>
            <a:r>
              <a:rPr lang="fr-FR" sz="1400" b="0">
                <a:solidFill>
                  <a:srgbClr val="000000"/>
                </a:solidFill>
                <a:ea typeface="SimSun" pitchFamily="2" charset="-122"/>
              </a:rPr>
              <a:t>Connecté</a:t>
            </a:r>
            <a:r>
              <a:rPr lang="en-IE" sz="1400" b="0">
                <a:solidFill>
                  <a:srgbClr val="000000"/>
                </a:solidFill>
                <a:latin typeface="Arial" charset="0"/>
              </a:rPr>
              <a:t> </a:t>
            </a:r>
            <a:endParaRPr lang="en-US" sz="1400" b="0">
              <a:solidFill>
                <a:srgbClr val="000000"/>
              </a:solidFill>
              <a:latin typeface="Arial" charset="0"/>
            </a:endParaRPr>
          </a:p>
        </p:txBody>
      </p:sp>
      <p:pic>
        <p:nvPicPr>
          <p:cNvPr id="419017" name="Picture-201" descr="New-2"/>
          <p:cNvPicPr>
            <a:picLocks noChangeAspect="1" noChangeArrowheads="1"/>
          </p:cNvPicPr>
          <p:nvPr/>
        </p:nvPicPr>
        <p:blipFill>
          <a:blip r:embed="rId3"/>
          <a:srcRect/>
          <a:stretch>
            <a:fillRect/>
          </a:stretch>
        </p:blipFill>
        <p:spPr bwMode="auto">
          <a:xfrm>
            <a:off x="1595453" y="1403050"/>
            <a:ext cx="306387" cy="225425"/>
          </a:xfrm>
          <a:prstGeom prst="rect">
            <a:avLst/>
          </a:prstGeom>
          <a:noFill/>
        </p:spPr>
      </p:pic>
      <p:sp>
        <p:nvSpPr>
          <p:cNvPr id="419018" name="Rectangle-202"/>
          <p:cNvSpPr>
            <a:spLocks noChangeArrowheads="1"/>
          </p:cNvSpPr>
          <p:nvPr/>
        </p:nvSpPr>
        <p:spPr bwMode="auto">
          <a:xfrm>
            <a:off x="4492640" y="2752425"/>
            <a:ext cx="1727200" cy="901700"/>
          </a:xfrm>
          <a:prstGeom prst="rect">
            <a:avLst/>
          </a:prstGeom>
          <a:solidFill>
            <a:srgbClr val="C0C0C0"/>
          </a:solidFill>
          <a:ln w="6350">
            <a:solidFill>
              <a:srgbClr val="969696"/>
            </a:solidFill>
            <a:miter lim="800000"/>
            <a:headEnd/>
            <a:tailEnd/>
          </a:ln>
          <a:effectLst>
            <a:outerShdw dist="35921" dir="2700000" algn="ctr" rotWithShape="0">
              <a:srgbClr val="4D4D4D"/>
            </a:outerShdw>
          </a:effectLst>
        </p:spPr>
        <p:txBody>
          <a:bodyPr wrap="none" anchor="ctr"/>
          <a:lstStyle/>
          <a:p>
            <a:endParaRPr lang="fr-FR"/>
          </a:p>
        </p:txBody>
      </p:sp>
      <p:sp>
        <p:nvSpPr>
          <p:cNvPr id="419019" name="Rectangle-203"/>
          <p:cNvSpPr>
            <a:spLocks noChangeArrowheads="1"/>
          </p:cNvSpPr>
          <p:nvPr/>
        </p:nvSpPr>
        <p:spPr bwMode="auto">
          <a:xfrm>
            <a:off x="4492640" y="2519063"/>
            <a:ext cx="1739900" cy="228600"/>
          </a:xfrm>
          <a:prstGeom prst="rect">
            <a:avLst/>
          </a:prstGeom>
          <a:solidFill>
            <a:srgbClr val="333399"/>
          </a:solidFill>
          <a:ln w="9525">
            <a:noFill/>
            <a:miter lim="800000"/>
            <a:headEnd/>
            <a:tailEnd/>
          </a:ln>
          <a:effectLst>
            <a:outerShdw dist="28398" dir="3806097" algn="ctr" rotWithShape="0">
              <a:srgbClr val="4D4D4D"/>
            </a:outerShdw>
          </a:effectLst>
        </p:spPr>
        <p:txBody>
          <a:bodyPr wrap="none" lIns="45720" rIns="45720" anchor="ctr"/>
          <a:lstStyle/>
          <a:p>
            <a:endParaRPr lang="fr-FR"/>
          </a:p>
        </p:txBody>
      </p:sp>
      <p:sp>
        <p:nvSpPr>
          <p:cNvPr id="419020" name="Rectangle-204"/>
          <p:cNvSpPr>
            <a:spLocks noChangeArrowheads="1"/>
          </p:cNvSpPr>
          <p:nvPr/>
        </p:nvSpPr>
        <p:spPr bwMode="auto">
          <a:xfrm>
            <a:off x="4573603" y="2817513"/>
            <a:ext cx="1590675" cy="781050"/>
          </a:xfrm>
          <a:prstGeom prst="rect">
            <a:avLst/>
          </a:prstGeom>
          <a:solidFill>
            <a:srgbClr val="FFFFFF"/>
          </a:solidFill>
          <a:ln w="9525">
            <a:noFill/>
            <a:miter lim="800000"/>
            <a:headEnd/>
            <a:tailEnd/>
          </a:ln>
          <a:effectLst/>
        </p:spPr>
        <p:txBody>
          <a:bodyPr wrap="none" lIns="45720" tIns="0" rIns="45720"/>
          <a:lstStyle/>
          <a:p>
            <a:pPr algn="l">
              <a:lnSpc>
                <a:spcPct val="90000"/>
              </a:lnSpc>
            </a:pPr>
            <a:endParaRPr lang="en-US" b="0">
              <a:solidFill>
                <a:schemeClr val="tx1"/>
              </a:solidFill>
            </a:endParaRPr>
          </a:p>
          <a:p>
            <a:pPr algn="l">
              <a:lnSpc>
                <a:spcPct val="90000"/>
              </a:lnSpc>
            </a:pPr>
            <a:r>
              <a:rPr lang="fr-FR" sz="1400" b="0">
                <a:solidFill>
                  <a:srgbClr val="000000"/>
                </a:solidFill>
                <a:ea typeface="SimSun" pitchFamily="2" charset="-122"/>
              </a:rPr>
              <a:t>3 994 Mo</a:t>
            </a:r>
            <a:r>
              <a:rPr lang="en-IE" sz="1400" b="0">
                <a:solidFill>
                  <a:srgbClr val="000000"/>
                </a:solidFill>
              </a:rPr>
              <a:t> </a:t>
            </a:r>
            <a:endParaRPr lang="en-US" sz="1400" b="0">
              <a:solidFill>
                <a:schemeClr val="tx1"/>
              </a:solidFill>
            </a:endParaRPr>
          </a:p>
          <a:p>
            <a:pPr algn="l">
              <a:lnSpc>
                <a:spcPct val="90000"/>
              </a:lnSpc>
            </a:pPr>
            <a:r>
              <a:rPr lang="fr-FR" sz="1400" b="0">
                <a:solidFill>
                  <a:srgbClr val="000000"/>
                </a:solidFill>
                <a:ea typeface="SimSun" pitchFamily="2" charset="-122"/>
              </a:rPr>
              <a:t>Non alloué</a:t>
            </a:r>
            <a:r>
              <a:rPr lang="en-IE" sz="1400" b="0">
                <a:solidFill>
                  <a:srgbClr val="000000"/>
                </a:solidFill>
              </a:rPr>
              <a:t> </a:t>
            </a:r>
            <a:endParaRPr lang="en-US" sz="1400" b="0">
              <a:solidFill>
                <a:srgbClr val="000000"/>
              </a:solidFill>
            </a:endParaRPr>
          </a:p>
        </p:txBody>
      </p:sp>
      <p:sp>
        <p:nvSpPr>
          <p:cNvPr id="419021" name="Freeform-205"/>
          <p:cNvSpPr>
            <a:spLocks/>
          </p:cNvSpPr>
          <p:nvPr/>
        </p:nvSpPr>
        <p:spPr bwMode="auto">
          <a:xfrm>
            <a:off x="4573603" y="2817513"/>
            <a:ext cx="1585912" cy="781050"/>
          </a:xfrm>
          <a:custGeom>
            <a:avLst/>
            <a:gdLst/>
            <a:ahLst/>
            <a:cxnLst>
              <a:cxn ang="0">
                <a:pos x="0" y="492"/>
              </a:cxn>
              <a:cxn ang="0">
                <a:pos x="0" y="0"/>
              </a:cxn>
              <a:cxn ang="0">
                <a:pos x="999" y="0"/>
              </a:cxn>
            </a:cxnLst>
            <a:rect l="0" t="0" r="r" b="b"/>
            <a:pathLst>
              <a:path w="999" h="492">
                <a:moveTo>
                  <a:pt x="0" y="492"/>
                </a:moveTo>
                <a:lnTo>
                  <a:pt x="0" y="0"/>
                </a:lnTo>
                <a:lnTo>
                  <a:pt x="999" y="0"/>
                </a:lnTo>
              </a:path>
            </a:pathLst>
          </a:custGeom>
          <a:noFill/>
          <a:ln w="15875">
            <a:solidFill>
              <a:srgbClr val="5F5F5F"/>
            </a:solidFill>
            <a:round/>
            <a:headEnd/>
            <a:tailEnd/>
          </a:ln>
          <a:effectLst/>
        </p:spPr>
        <p:txBody>
          <a:bodyPr wrap="none" anchor="ctr"/>
          <a:lstStyle/>
          <a:p>
            <a:endParaRPr lang="fr-FR"/>
          </a:p>
        </p:txBody>
      </p:sp>
      <p:sp>
        <p:nvSpPr>
          <p:cNvPr id="419022" name="Rectangle-206"/>
          <p:cNvSpPr>
            <a:spLocks noChangeArrowheads="1"/>
          </p:cNvSpPr>
          <p:nvPr/>
        </p:nvSpPr>
        <p:spPr bwMode="auto">
          <a:xfrm>
            <a:off x="2746390" y="2752425"/>
            <a:ext cx="1727200" cy="901700"/>
          </a:xfrm>
          <a:prstGeom prst="rect">
            <a:avLst/>
          </a:prstGeom>
          <a:solidFill>
            <a:srgbClr val="C0C0C0"/>
          </a:solidFill>
          <a:ln w="6350">
            <a:solidFill>
              <a:srgbClr val="969696"/>
            </a:solidFill>
            <a:miter lim="800000"/>
            <a:headEnd/>
            <a:tailEnd/>
          </a:ln>
          <a:effectLst>
            <a:outerShdw dist="35921" dir="2700000" algn="ctr" rotWithShape="0">
              <a:srgbClr val="4D4D4D"/>
            </a:outerShdw>
          </a:effectLst>
        </p:spPr>
        <p:txBody>
          <a:bodyPr wrap="none" anchor="ctr"/>
          <a:lstStyle/>
          <a:p>
            <a:endParaRPr lang="fr-FR"/>
          </a:p>
        </p:txBody>
      </p:sp>
      <p:sp>
        <p:nvSpPr>
          <p:cNvPr id="419023" name="Rectangle-207"/>
          <p:cNvSpPr>
            <a:spLocks noChangeArrowheads="1"/>
          </p:cNvSpPr>
          <p:nvPr/>
        </p:nvSpPr>
        <p:spPr bwMode="auto">
          <a:xfrm>
            <a:off x="2746390" y="2519063"/>
            <a:ext cx="1739900" cy="228600"/>
          </a:xfrm>
          <a:prstGeom prst="rect">
            <a:avLst/>
          </a:prstGeom>
          <a:solidFill>
            <a:srgbClr val="D5D69C"/>
          </a:solidFill>
          <a:ln w="9525">
            <a:noFill/>
            <a:miter lim="800000"/>
            <a:headEnd/>
            <a:tailEnd/>
          </a:ln>
          <a:effectLst>
            <a:outerShdw dist="28398" dir="3806097" algn="ctr" rotWithShape="0">
              <a:srgbClr val="4D4D4D"/>
            </a:outerShdw>
          </a:effectLst>
        </p:spPr>
        <p:txBody>
          <a:bodyPr wrap="none" lIns="45720" rIns="45720" anchor="ctr"/>
          <a:lstStyle/>
          <a:p>
            <a:endParaRPr lang="fr-FR"/>
          </a:p>
        </p:txBody>
      </p:sp>
      <p:sp>
        <p:nvSpPr>
          <p:cNvPr id="419024" name="Rectangle-208"/>
          <p:cNvSpPr>
            <a:spLocks noChangeArrowheads="1"/>
          </p:cNvSpPr>
          <p:nvPr/>
        </p:nvSpPr>
        <p:spPr bwMode="auto">
          <a:xfrm>
            <a:off x="2822590" y="2817513"/>
            <a:ext cx="1590675" cy="781050"/>
          </a:xfrm>
          <a:prstGeom prst="rect">
            <a:avLst/>
          </a:prstGeom>
          <a:solidFill>
            <a:srgbClr val="FFFFFF"/>
          </a:solidFill>
          <a:ln w="9525">
            <a:noFill/>
            <a:miter lim="800000"/>
            <a:headEnd/>
            <a:tailEnd/>
          </a:ln>
          <a:effectLst/>
        </p:spPr>
        <p:txBody>
          <a:bodyPr wrap="none" lIns="45720" tIns="0" rIns="45720"/>
          <a:lstStyle/>
          <a:p>
            <a:pPr algn="l">
              <a:lnSpc>
                <a:spcPct val="95000"/>
              </a:lnSpc>
            </a:pPr>
            <a:r>
              <a:rPr lang="fr-FR" sz="1500">
                <a:solidFill>
                  <a:srgbClr val="000000"/>
                </a:solidFill>
                <a:ea typeface="SimSun" pitchFamily="2" charset="-122"/>
              </a:rPr>
              <a:t>Nouveau volume (G)</a:t>
            </a:r>
            <a:r>
              <a:rPr lang="en-IE">
                <a:solidFill>
                  <a:srgbClr val="000000"/>
                </a:solidFill>
              </a:rPr>
              <a:t> </a:t>
            </a:r>
            <a:endParaRPr lang="en-US" sz="1600">
              <a:solidFill>
                <a:schemeClr val="tx1"/>
              </a:solidFill>
            </a:endParaRPr>
          </a:p>
          <a:p>
            <a:pPr algn="l">
              <a:lnSpc>
                <a:spcPct val="90000"/>
              </a:lnSpc>
            </a:pPr>
            <a:r>
              <a:rPr lang="fr-FR" sz="1400" b="0">
                <a:solidFill>
                  <a:srgbClr val="000000"/>
                </a:solidFill>
                <a:ea typeface="SimSun" pitchFamily="2" charset="-122"/>
              </a:rPr>
              <a:t>100 Mo NTFS</a:t>
            </a:r>
            <a:r>
              <a:rPr lang="en-IE" sz="1400" b="0">
                <a:solidFill>
                  <a:srgbClr val="000000"/>
                </a:solidFill>
              </a:rPr>
              <a:t> </a:t>
            </a:r>
            <a:br>
              <a:rPr lang="en-IE" sz="1400" b="0">
                <a:solidFill>
                  <a:srgbClr val="000000"/>
                </a:solidFill>
              </a:rPr>
            </a:br>
            <a:r>
              <a:rPr lang="fr-FR" sz="1400" b="0">
                <a:solidFill>
                  <a:srgbClr val="000000"/>
                </a:solidFill>
                <a:ea typeface="SimSun" pitchFamily="2" charset="-122"/>
              </a:rPr>
              <a:t>Sain</a:t>
            </a:r>
            <a:r>
              <a:rPr lang="en-IE" sz="1600" b="0">
                <a:solidFill>
                  <a:srgbClr val="000000"/>
                </a:solidFill>
              </a:rPr>
              <a:t> </a:t>
            </a:r>
            <a:endParaRPr lang="en-US" sz="1600" b="0">
              <a:solidFill>
                <a:srgbClr val="000000"/>
              </a:solidFill>
            </a:endParaRPr>
          </a:p>
        </p:txBody>
      </p:sp>
      <p:sp>
        <p:nvSpPr>
          <p:cNvPr id="419025" name="Freeform-209"/>
          <p:cNvSpPr>
            <a:spLocks/>
          </p:cNvSpPr>
          <p:nvPr/>
        </p:nvSpPr>
        <p:spPr bwMode="auto">
          <a:xfrm>
            <a:off x="2822590" y="2817513"/>
            <a:ext cx="1585913" cy="781050"/>
          </a:xfrm>
          <a:custGeom>
            <a:avLst/>
            <a:gdLst/>
            <a:ahLst/>
            <a:cxnLst>
              <a:cxn ang="0">
                <a:pos x="0" y="492"/>
              </a:cxn>
              <a:cxn ang="0">
                <a:pos x="0" y="0"/>
              </a:cxn>
              <a:cxn ang="0">
                <a:pos x="999" y="0"/>
              </a:cxn>
            </a:cxnLst>
            <a:rect l="0" t="0" r="r" b="b"/>
            <a:pathLst>
              <a:path w="999" h="492">
                <a:moveTo>
                  <a:pt x="0" y="492"/>
                </a:moveTo>
                <a:lnTo>
                  <a:pt x="0" y="0"/>
                </a:lnTo>
                <a:lnTo>
                  <a:pt x="999" y="0"/>
                </a:lnTo>
              </a:path>
            </a:pathLst>
          </a:custGeom>
          <a:noFill/>
          <a:ln w="15875">
            <a:solidFill>
              <a:srgbClr val="5F5F5F"/>
            </a:solidFill>
            <a:round/>
            <a:headEnd/>
            <a:tailEnd/>
          </a:ln>
          <a:effectLst/>
        </p:spPr>
        <p:txBody>
          <a:bodyPr wrap="none" anchor="ctr"/>
          <a:lstStyle/>
          <a:p>
            <a:endParaRPr lang="fr-FR"/>
          </a:p>
        </p:txBody>
      </p:sp>
      <p:sp>
        <p:nvSpPr>
          <p:cNvPr id="419026" name="Text-Box-210"/>
          <p:cNvSpPr txBox="1">
            <a:spLocks noChangeArrowheads="1"/>
          </p:cNvSpPr>
          <p:nvPr/>
        </p:nvSpPr>
        <p:spPr bwMode="auto">
          <a:xfrm>
            <a:off x="1874853" y="2520650"/>
            <a:ext cx="806450" cy="366713"/>
          </a:xfrm>
          <a:prstGeom prst="rect">
            <a:avLst/>
          </a:prstGeom>
          <a:noFill/>
          <a:ln w="9525">
            <a:noFill/>
            <a:miter lim="800000"/>
            <a:headEnd/>
            <a:tailEnd/>
          </a:ln>
          <a:effectLst/>
        </p:spPr>
        <p:txBody>
          <a:bodyPr wrap="none" lIns="45720" rIns="45720">
            <a:spAutoFit/>
          </a:bodyPr>
          <a:lstStyle/>
          <a:p>
            <a:r>
              <a:rPr lang="fr-FR" sz="1500">
                <a:solidFill>
                  <a:srgbClr val="000000"/>
                </a:solidFill>
                <a:ea typeface="SimSun" pitchFamily="2" charset="-122"/>
              </a:rPr>
              <a:t>Disque 2</a:t>
            </a:r>
            <a:r>
              <a:rPr lang="en-IE">
                <a:solidFill>
                  <a:srgbClr val="000000"/>
                </a:solidFill>
                <a:latin typeface="Arial" charset="0"/>
              </a:rPr>
              <a:t> </a:t>
            </a:r>
            <a:endParaRPr lang="en-US">
              <a:solidFill>
                <a:srgbClr val="000000"/>
              </a:solidFill>
              <a:latin typeface="Arial" charset="0"/>
            </a:endParaRPr>
          </a:p>
        </p:txBody>
      </p:sp>
      <p:sp>
        <p:nvSpPr>
          <p:cNvPr id="419027" name="Text-Box-211"/>
          <p:cNvSpPr txBox="1">
            <a:spLocks noChangeArrowheads="1"/>
          </p:cNvSpPr>
          <p:nvPr/>
        </p:nvSpPr>
        <p:spPr bwMode="auto">
          <a:xfrm>
            <a:off x="1600215" y="2887363"/>
            <a:ext cx="869950" cy="730250"/>
          </a:xfrm>
          <a:prstGeom prst="rect">
            <a:avLst/>
          </a:prstGeom>
          <a:noFill/>
          <a:ln w="9525">
            <a:noFill/>
            <a:miter lim="800000"/>
            <a:headEnd/>
            <a:tailEnd/>
          </a:ln>
          <a:effectLst/>
        </p:spPr>
        <p:txBody>
          <a:bodyPr wrap="none" lIns="45720" rIns="45720">
            <a:spAutoFit/>
          </a:bodyPr>
          <a:lstStyle/>
          <a:p>
            <a:pPr algn="l"/>
            <a:r>
              <a:rPr lang="fr-FR" sz="1400" b="0">
                <a:solidFill>
                  <a:srgbClr val="000000"/>
                </a:solidFill>
                <a:ea typeface="SimSun" pitchFamily="2" charset="-122"/>
              </a:rPr>
              <a:t>Dynamique</a:t>
            </a:r>
            <a:r>
              <a:rPr lang="en-IE" sz="1400" b="0">
                <a:solidFill>
                  <a:srgbClr val="000000"/>
                </a:solidFill>
              </a:rPr>
              <a:t> </a:t>
            </a:r>
            <a:endParaRPr lang="en-US" sz="1400" b="0">
              <a:solidFill>
                <a:schemeClr val="tx1"/>
              </a:solidFill>
            </a:endParaRPr>
          </a:p>
          <a:p>
            <a:pPr algn="l"/>
            <a:r>
              <a:rPr lang="fr-FR" sz="1400" b="0">
                <a:solidFill>
                  <a:srgbClr val="000000"/>
                </a:solidFill>
                <a:ea typeface="SimSun" pitchFamily="2" charset="-122"/>
              </a:rPr>
              <a:t>4 094 Mo</a:t>
            </a:r>
            <a:r>
              <a:rPr lang="en-IE" sz="1400" b="0">
                <a:solidFill>
                  <a:srgbClr val="000000"/>
                </a:solidFill>
              </a:rPr>
              <a:t> </a:t>
            </a:r>
            <a:endParaRPr lang="en-US" sz="1400" b="0">
              <a:solidFill>
                <a:schemeClr val="tx1"/>
              </a:solidFill>
            </a:endParaRPr>
          </a:p>
          <a:p>
            <a:pPr algn="l"/>
            <a:r>
              <a:rPr lang="fr-FR" sz="1400" b="0">
                <a:solidFill>
                  <a:srgbClr val="000000"/>
                </a:solidFill>
                <a:ea typeface="SimSun" pitchFamily="2" charset="-122"/>
              </a:rPr>
              <a:t>Connecté</a:t>
            </a:r>
            <a:r>
              <a:rPr lang="en-IE" sz="1400" b="0">
                <a:solidFill>
                  <a:srgbClr val="000000"/>
                </a:solidFill>
                <a:latin typeface="Arial" charset="0"/>
              </a:rPr>
              <a:t> </a:t>
            </a:r>
            <a:endParaRPr lang="en-US" sz="1400" b="0">
              <a:solidFill>
                <a:srgbClr val="000000"/>
              </a:solidFill>
              <a:latin typeface="Arial" charset="0"/>
            </a:endParaRPr>
          </a:p>
        </p:txBody>
      </p:sp>
      <p:pic>
        <p:nvPicPr>
          <p:cNvPr id="419028" name="Picture-212" descr="New-2"/>
          <p:cNvPicPr>
            <a:picLocks noChangeAspect="1" noChangeArrowheads="1"/>
          </p:cNvPicPr>
          <p:nvPr/>
        </p:nvPicPr>
        <p:blipFill>
          <a:blip r:embed="rId3"/>
          <a:srcRect/>
          <a:stretch>
            <a:fillRect/>
          </a:stretch>
        </p:blipFill>
        <p:spPr bwMode="auto">
          <a:xfrm>
            <a:off x="1595453" y="2596850"/>
            <a:ext cx="306387" cy="225425"/>
          </a:xfrm>
          <a:prstGeom prst="rect">
            <a:avLst/>
          </a:prstGeom>
          <a:noFill/>
        </p:spPr>
      </p:pic>
      <p:sp>
        <p:nvSpPr>
          <p:cNvPr id="419029" name="Line-213"/>
          <p:cNvSpPr>
            <a:spLocks noChangeShapeType="1"/>
          </p:cNvSpPr>
          <p:nvPr/>
        </p:nvSpPr>
        <p:spPr bwMode="auto">
          <a:xfrm>
            <a:off x="1527190" y="2471438"/>
            <a:ext cx="1155700" cy="0"/>
          </a:xfrm>
          <a:prstGeom prst="line">
            <a:avLst/>
          </a:prstGeom>
          <a:noFill/>
          <a:ln w="15875">
            <a:solidFill>
              <a:srgbClr val="808080"/>
            </a:solidFill>
            <a:round/>
            <a:headEnd/>
            <a:tailEnd/>
          </a:ln>
          <a:effectLst>
            <a:outerShdw dist="12700" dir="5400000" algn="ctr" rotWithShape="0">
              <a:srgbClr val="FFFFFF"/>
            </a:outerShdw>
          </a:effectLst>
        </p:spPr>
        <p:txBody>
          <a:bodyPr wrap="none" anchor="ctr"/>
          <a:lstStyle/>
          <a:p>
            <a:endParaRPr lang="fr-FR"/>
          </a:p>
        </p:txBody>
      </p:sp>
      <p:sp>
        <p:nvSpPr>
          <p:cNvPr id="419083" name="Freeform-267"/>
          <p:cNvSpPr>
            <a:spLocks/>
          </p:cNvSpPr>
          <p:nvPr/>
        </p:nvSpPr>
        <p:spPr bwMode="auto">
          <a:xfrm>
            <a:off x="5840428" y="1998363"/>
            <a:ext cx="863600" cy="1247775"/>
          </a:xfrm>
          <a:custGeom>
            <a:avLst/>
            <a:gdLst/>
            <a:ahLst/>
            <a:cxnLst>
              <a:cxn ang="0">
                <a:pos x="8" y="0"/>
              </a:cxn>
              <a:cxn ang="0">
                <a:pos x="325" y="0"/>
              </a:cxn>
              <a:cxn ang="0">
                <a:pos x="325" y="786"/>
              </a:cxn>
              <a:cxn ang="0">
                <a:pos x="0" y="786"/>
              </a:cxn>
            </a:cxnLst>
            <a:rect l="0" t="0" r="r" b="b"/>
            <a:pathLst>
              <a:path w="325" h="786">
                <a:moveTo>
                  <a:pt x="8" y="0"/>
                </a:moveTo>
                <a:lnTo>
                  <a:pt x="325" y="0"/>
                </a:lnTo>
                <a:lnTo>
                  <a:pt x="325" y="786"/>
                </a:lnTo>
                <a:lnTo>
                  <a:pt x="0" y="786"/>
                </a:lnTo>
              </a:path>
            </a:pathLst>
          </a:custGeom>
          <a:noFill/>
          <a:ln w="57150">
            <a:solidFill>
              <a:srgbClr val="CC0000"/>
            </a:solidFill>
            <a:round/>
            <a:headEnd type="triangle" w="med" len="med"/>
            <a:tailEnd type="triangle" w="med" len="med"/>
          </a:ln>
          <a:effectLst/>
        </p:spPr>
        <p:txBody>
          <a:bodyPr/>
          <a:lstStyle/>
          <a:p>
            <a:endParaRPr lang="fr-FR"/>
          </a:p>
        </p:txBody>
      </p:sp>
      <p:sp>
        <p:nvSpPr>
          <p:cNvPr id="419030" name="AutoShape-214"/>
          <p:cNvSpPr>
            <a:spLocks noChangeArrowheads="1"/>
          </p:cNvSpPr>
          <p:nvPr/>
        </p:nvSpPr>
        <p:spPr bwMode="auto">
          <a:xfrm>
            <a:off x="6491303" y="2292050"/>
            <a:ext cx="2373312" cy="666750"/>
          </a:xfrm>
          <a:prstGeom prst="roundRect">
            <a:avLst>
              <a:gd name="adj" fmla="val 4167"/>
            </a:avLst>
          </a:prstGeom>
          <a:solidFill>
            <a:schemeClr val="bg1"/>
          </a:solidFill>
          <a:ln w="9525">
            <a:solidFill>
              <a:srgbClr val="4D4D4D"/>
            </a:solidFill>
            <a:round/>
            <a:headEnd/>
            <a:tailEnd/>
          </a:ln>
          <a:effectLst>
            <a:outerShdw dist="35921" dir="2700000" algn="ctr" rotWithShape="0">
              <a:srgbClr val="AFAFAF"/>
            </a:outerShdw>
          </a:effectLst>
        </p:spPr>
        <p:txBody>
          <a:bodyPr anchor="ctr">
            <a:spAutoFit/>
          </a:bodyPr>
          <a:lstStyle/>
          <a:p>
            <a:r>
              <a:rPr lang="fr-FR">
                <a:solidFill>
                  <a:srgbClr val="000000"/>
                </a:solidFill>
                <a:ea typeface="SimSun" pitchFamily="2" charset="-122"/>
              </a:rPr>
              <a:t>Espace libre combiné</a:t>
            </a:r>
            <a:r>
              <a:rPr lang="en-IE">
                <a:solidFill>
                  <a:srgbClr val="000000"/>
                </a:solidFill>
              </a:rPr>
              <a:t> </a:t>
            </a:r>
            <a:endParaRPr lang="en-US">
              <a:solidFill>
                <a:schemeClr val="tx1"/>
              </a:solidFill>
            </a:endParaRPr>
          </a:p>
          <a:p>
            <a:r>
              <a:rPr lang="fr-FR">
                <a:solidFill>
                  <a:srgbClr val="000000"/>
                </a:solidFill>
                <a:ea typeface="SimSun" pitchFamily="2" charset="-122"/>
              </a:rPr>
              <a:t>en un volume logique</a:t>
            </a:r>
            <a:r>
              <a:rPr lang="en-IE">
                <a:solidFill>
                  <a:srgbClr val="000000"/>
                </a:solidFill>
              </a:rPr>
              <a:t> </a:t>
            </a:r>
            <a:endParaRPr lang="en-US">
              <a:solidFill>
                <a:srgbClr val="000000"/>
              </a:solidFill>
            </a:endParaRPr>
          </a:p>
        </p:txBody>
      </p:sp>
      <p:sp>
        <p:nvSpPr>
          <p:cNvPr id="38" name="Rectangle 37"/>
          <p:cNvSpPr/>
          <p:nvPr/>
        </p:nvSpPr>
        <p:spPr>
          <a:xfrm>
            <a:off x="110840" y="3840816"/>
            <a:ext cx="8963891" cy="2800767"/>
          </a:xfrm>
          <a:prstGeom prst="rect">
            <a:avLst/>
          </a:prstGeom>
        </p:spPr>
        <p:txBody>
          <a:bodyPr wrap="square">
            <a:spAutoFit/>
          </a:bodyPr>
          <a:lstStyle/>
          <a:p>
            <a:pPr algn="l">
              <a:buFont typeface="Wingdings" pitchFamily="2" charset="2"/>
              <a:buChar char="q"/>
            </a:pPr>
            <a:r>
              <a:rPr lang="fr-FR" sz="2200" dirty="0" smtClean="0">
                <a:solidFill>
                  <a:schemeClr val="tx1"/>
                </a:solidFill>
              </a:rPr>
              <a:t>Sollicite plusieurs disques dynamiques</a:t>
            </a:r>
          </a:p>
          <a:p>
            <a:pPr algn="l">
              <a:buFont typeface="Wingdings" pitchFamily="2" charset="2"/>
              <a:buChar char="q"/>
            </a:pPr>
            <a:r>
              <a:rPr lang="fr-FR" sz="2200" dirty="0" smtClean="0">
                <a:solidFill>
                  <a:schemeClr val="tx1"/>
                </a:solidFill>
              </a:rPr>
              <a:t>Les données sont dans un premier temps écrites sur le premier disque, puis une fois ce dernier rempli, les données vont continuer à être stockées sur le suivant et ainsi de suite.</a:t>
            </a:r>
          </a:p>
          <a:p>
            <a:pPr algn="l">
              <a:buFont typeface="Wingdings" pitchFamily="2" charset="2"/>
              <a:buChar char="q"/>
            </a:pPr>
            <a:r>
              <a:rPr lang="fr-FR" sz="2200" dirty="0" smtClean="0">
                <a:solidFill>
                  <a:schemeClr val="tx1"/>
                </a:solidFill>
              </a:rPr>
              <a:t>Si l’un des disques connais une défaillance, l’intégralité des données est perdue.</a:t>
            </a:r>
          </a:p>
          <a:p>
            <a:pPr algn="l">
              <a:buFont typeface="Wingdings" pitchFamily="2" charset="2"/>
              <a:buChar char="q"/>
            </a:pPr>
            <a:r>
              <a:rPr lang="fr-FR" sz="2200" dirty="0" smtClean="0">
                <a:solidFill>
                  <a:schemeClr val="tx1"/>
                </a:solidFill>
              </a:rPr>
              <a:t>Peut être étendu tant que de l’espace est disponible sur l’un des disques de la machine</a:t>
            </a:r>
            <a:endParaRPr lang="fr-FR" sz="2200" dirty="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38">
                                            <p:txEl>
                                              <p:pRg st="0" end="0"/>
                                            </p:txEl>
                                          </p:spTgt>
                                        </p:tgtEl>
                                        <p:attrNameLst>
                                          <p:attrName>style.visibility</p:attrName>
                                        </p:attrNameLst>
                                      </p:cBhvr>
                                      <p:to>
                                        <p:strVal val="visible"/>
                                      </p:to>
                                    </p:set>
                                    <p:animEffect transition="in" filter="checkerboard(across)">
                                      <p:cBhvr>
                                        <p:cTn id="7" dur="500"/>
                                        <p:tgtEl>
                                          <p:spTgt spid="3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8">
                                            <p:txEl>
                                              <p:pRg st="1" end="1"/>
                                            </p:txEl>
                                          </p:spTgt>
                                        </p:tgtEl>
                                        <p:attrNameLst>
                                          <p:attrName>style.visibility</p:attrName>
                                        </p:attrNameLst>
                                      </p:cBhvr>
                                      <p:to>
                                        <p:strVal val="visible"/>
                                      </p:to>
                                    </p:set>
                                    <p:animEffect transition="in" filter="checkerboard(across)">
                                      <p:cBhvr>
                                        <p:cTn id="12" dur="500"/>
                                        <p:tgtEl>
                                          <p:spTgt spid="3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38">
                                            <p:txEl>
                                              <p:pRg st="2" end="2"/>
                                            </p:txEl>
                                          </p:spTgt>
                                        </p:tgtEl>
                                        <p:attrNameLst>
                                          <p:attrName>style.visibility</p:attrName>
                                        </p:attrNameLst>
                                      </p:cBhvr>
                                      <p:to>
                                        <p:strVal val="visible"/>
                                      </p:to>
                                    </p:set>
                                    <p:animEffect transition="in" filter="checkerboard(across)">
                                      <p:cBhvr>
                                        <p:cTn id="17" dur="500"/>
                                        <p:tgtEl>
                                          <p:spTgt spid="3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38">
                                            <p:txEl>
                                              <p:pRg st="3" end="3"/>
                                            </p:txEl>
                                          </p:spTgt>
                                        </p:tgtEl>
                                        <p:attrNameLst>
                                          <p:attrName>style.visibility</p:attrName>
                                        </p:attrNameLst>
                                      </p:cBhvr>
                                      <p:to>
                                        <p:strVal val="visible"/>
                                      </p:to>
                                    </p:set>
                                    <p:animEffect transition="in" filter="checkerboard(across)">
                                      <p:cBhvr>
                                        <p:cTn id="22" dur="500"/>
                                        <p:tgtEl>
                                          <p:spTgt spid="3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0182" name="Line-342"/>
          <p:cNvSpPr>
            <a:spLocks noChangeShapeType="1"/>
          </p:cNvSpPr>
          <p:nvPr/>
        </p:nvSpPr>
        <p:spPr bwMode="auto">
          <a:xfrm flipH="1">
            <a:off x="2139813" y="1596075"/>
            <a:ext cx="3902075" cy="0"/>
          </a:xfrm>
          <a:prstGeom prst="line">
            <a:avLst/>
          </a:prstGeom>
          <a:noFill/>
          <a:ln w="57150">
            <a:solidFill>
              <a:srgbClr val="CC0000"/>
            </a:solidFill>
            <a:round/>
            <a:headEnd/>
            <a:tailEnd/>
          </a:ln>
          <a:effectLst/>
        </p:spPr>
        <p:txBody>
          <a:bodyPr/>
          <a:lstStyle/>
          <a:p>
            <a:endParaRPr lang="fr-FR"/>
          </a:p>
        </p:txBody>
      </p:sp>
      <p:sp>
        <p:nvSpPr>
          <p:cNvPr id="420123" name="AutoShape-283"/>
          <p:cNvSpPr>
            <a:spLocks noChangeArrowheads="1"/>
          </p:cNvSpPr>
          <p:nvPr/>
        </p:nvSpPr>
        <p:spPr bwMode="auto">
          <a:xfrm>
            <a:off x="917438" y="1246825"/>
            <a:ext cx="1484312" cy="2057400"/>
          </a:xfrm>
          <a:prstGeom prst="roundRect">
            <a:avLst>
              <a:gd name="adj" fmla="val 4167"/>
            </a:avLst>
          </a:prstGeom>
          <a:solidFill>
            <a:srgbClr val="BBCDE3"/>
          </a:solidFill>
          <a:ln w="25400">
            <a:solidFill>
              <a:srgbClr val="808080"/>
            </a:solidFill>
            <a:round/>
            <a:headEnd/>
            <a:tailEnd/>
          </a:ln>
          <a:effectLst>
            <a:outerShdw dist="35921" dir="2700000" algn="ctr" rotWithShape="0">
              <a:srgbClr val="AFAFAF"/>
            </a:outerShdw>
          </a:effectLst>
        </p:spPr>
        <p:txBody>
          <a:bodyPr anchor="ctr"/>
          <a:lstStyle/>
          <a:p>
            <a:pPr marL="177800" indent="-177800" algn="l"/>
            <a:endParaRPr lang="en-IE" b="0">
              <a:solidFill>
                <a:schemeClr val="tx1"/>
              </a:solidFill>
            </a:endParaRPr>
          </a:p>
        </p:txBody>
      </p:sp>
      <p:sp>
        <p:nvSpPr>
          <p:cNvPr id="419842" name="Rectangle-2"/>
          <p:cNvSpPr>
            <a:spLocks noGrp="1" noChangeArrowheads="1"/>
          </p:cNvSpPr>
          <p:nvPr>
            <p:ph type="title"/>
          </p:nvPr>
        </p:nvSpPr>
        <p:spPr>
          <a:xfrm>
            <a:off x="200890" y="327169"/>
            <a:ext cx="8749145" cy="684212"/>
          </a:xfrm>
        </p:spPr>
        <p:txBody>
          <a:bodyPr>
            <a:normAutofit fontScale="90000"/>
          </a:bodyPr>
          <a:lstStyle/>
          <a:p>
            <a:r>
              <a:rPr lang="fr-FR" b="1" dirty="0">
                <a:solidFill>
                  <a:srgbClr val="C00000"/>
                </a:solidFill>
                <a:ea typeface="SimSun" pitchFamily="2" charset="-122"/>
              </a:rPr>
              <a:t>Qu'</a:t>
            </a:r>
            <a:r>
              <a:rPr lang="fr-FR" b="1" dirty="0" err="1">
                <a:solidFill>
                  <a:srgbClr val="C00000"/>
                </a:solidFill>
                <a:ea typeface="SimSun" pitchFamily="2" charset="-122"/>
              </a:rPr>
              <a:t>est­ce</a:t>
            </a:r>
            <a:r>
              <a:rPr lang="fr-FR" b="1" dirty="0">
                <a:solidFill>
                  <a:srgbClr val="C00000"/>
                </a:solidFill>
                <a:ea typeface="SimSun" pitchFamily="2" charset="-122"/>
              </a:rPr>
              <a:t> qu'un volume agrégé par bandes ? </a:t>
            </a:r>
          </a:p>
        </p:txBody>
      </p:sp>
      <p:pic>
        <p:nvPicPr>
          <p:cNvPr id="420124" name="Picture-284" descr="Partitions01"/>
          <p:cNvPicPr>
            <a:picLocks noGrp="1" noChangeAspect="1" noChangeArrowheads="1"/>
          </p:cNvPicPr>
          <p:nvPr>
            <p:ph sz="half" idx="2"/>
          </p:nvPr>
        </p:nvPicPr>
        <p:blipFill>
          <a:blip r:embed="rId3"/>
          <a:srcRect/>
          <a:stretch>
            <a:fillRect/>
          </a:stretch>
        </p:blipFill>
        <p:spPr bwMode="auto">
          <a:xfrm>
            <a:off x="1060313" y="1323025"/>
            <a:ext cx="1200150" cy="1905000"/>
          </a:xfrm>
          <a:prstGeom prst="rect">
            <a:avLst/>
          </a:prstGeom>
          <a:noFill/>
        </p:spPr>
      </p:pic>
      <p:sp>
        <p:nvSpPr>
          <p:cNvPr id="420094" name="AutoShape-254"/>
          <p:cNvSpPr>
            <a:spLocks noChangeArrowheads="1"/>
          </p:cNvSpPr>
          <p:nvPr/>
        </p:nvSpPr>
        <p:spPr bwMode="auto">
          <a:xfrm>
            <a:off x="6046650" y="1107125"/>
            <a:ext cx="2544763" cy="947738"/>
          </a:xfrm>
          <a:prstGeom prst="roundRect">
            <a:avLst>
              <a:gd name="adj" fmla="val 4167"/>
            </a:avLst>
          </a:prstGeom>
          <a:solidFill>
            <a:schemeClr val="bg1"/>
          </a:solidFill>
          <a:ln w="9525">
            <a:solidFill>
              <a:srgbClr val="4D4D4D"/>
            </a:solidFill>
            <a:round/>
            <a:headEnd/>
            <a:tailEnd/>
          </a:ln>
          <a:effectLst>
            <a:outerShdw dist="35921" dir="2700000" algn="ctr" rotWithShape="0">
              <a:srgbClr val="AFAFAF"/>
            </a:outerShdw>
          </a:effectLst>
        </p:spPr>
        <p:txBody>
          <a:bodyPr anchor="ctr">
            <a:spAutoFit/>
          </a:bodyPr>
          <a:lstStyle/>
          <a:p>
            <a:pPr algn="l"/>
            <a:r>
              <a:rPr lang="fr-FR">
                <a:solidFill>
                  <a:srgbClr val="000000"/>
                </a:solidFill>
                <a:ea typeface="SimSun" pitchFamily="2" charset="-122"/>
              </a:rPr>
              <a:t>Données écrites sur tous les disques en unités </a:t>
            </a:r>
            <a:br>
              <a:rPr lang="fr-FR">
                <a:solidFill>
                  <a:srgbClr val="000000"/>
                </a:solidFill>
                <a:ea typeface="SimSun" pitchFamily="2" charset="-122"/>
              </a:rPr>
            </a:br>
            <a:r>
              <a:rPr lang="fr-FR">
                <a:solidFill>
                  <a:srgbClr val="000000"/>
                </a:solidFill>
                <a:ea typeface="SimSun" pitchFamily="2" charset="-122"/>
              </a:rPr>
              <a:t>de 64 Ko</a:t>
            </a:r>
            <a:r>
              <a:rPr lang="en-IE">
                <a:solidFill>
                  <a:srgbClr val="000000"/>
                </a:solidFill>
              </a:rPr>
              <a:t> </a:t>
            </a:r>
            <a:endParaRPr lang="en-US">
              <a:solidFill>
                <a:srgbClr val="000000"/>
              </a:solidFill>
            </a:endParaRPr>
          </a:p>
        </p:txBody>
      </p:sp>
      <p:sp>
        <p:nvSpPr>
          <p:cNvPr id="420132" name="AutoShape-292"/>
          <p:cNvSpPr>
            <a:spLocks noChangeArrowheads="1"/>
          </p:cNvSpPr>
          <p:nvPr/>
        </p:nvSpPr>
        <p:spPr bwMode="auto">
          <a:xfrm>
            <a:off x="1317488" y="2923225"/>
            <a:ext cx="685800" cy="342900"/>
          </a:xfrm>
          <a:prstGeom prst="roundRect">
            <a:avLst>
              <a:gd name="adj" fmla="val 4167"/>
            </a:avLst>
          </a:prstGeom>
          <a:solidFill>
            <a:schemeClr val="accent1">
              <a:alpha val="50000"/>
            </a:schemeClr>
          </a:solidFill>
          <a:ln w="9525">
            <a:noFill/>
            <a:round/>
            <a:headEnd/>
            <a:tailEnd/>
          </a:ln>
          <a:effectLst/>
        </p:spPr>
        <p:txBody>
          <a:bodyPr anchor="ctr">
            <a:spAutoFit/>
          </a:bodyPr>
          <a:lstStyle/>
          <a:p>
            <a:r>
              <a:rPr lang="fr-FR" sz="1600">
                <a:solidFill>
                  <a:srgbClr val="000000"/>
                </a:solidFill>
                <a:ea typeface="SimSun" pitchFamily="2" charset="-122"/>
              </a:rPr>
              <a:t>64 Ko</a:t>
            </a:r>
            <a:r>
              <a:rPr lang="en-IE" sz="1600">
                <a:solidFill>
                  <a:srgbClr val="000000"/>
                </a:solidFill>
              </a:rPr>
              <a:t> </a:t>
            </a:r>
            <a:endParaRPr lang="en-US" sz="1600">
              <a:solidFill>
                <a:srgbClr val="000000"/>
              </a:solidFill>
            </a:endParaRPr>
          </a:p>
        </p:txBody>
      </p:sp>
      <p:sp>
        <p:nvSpPr>
          <p:cNvPr id="420186" name="AutoShape-346"/>
          <p:cNvSpPr>
            <a:spLocks noChangeArrowheads="1"/>
          </p:cNvSpPr>
          <p:nvPr/>
        </p:nvSpPr>
        <p:spPr bwMode="auto">
          <a:xfrm>
            <a:off x="4305163" y="1246825"/>
            <a:ext cx="1484312" cy="2057400"/>
          </a:xfrm>
          <a:prstGeom prst="roundRect">
            <a:avLst>
              <a:gd name="adj" fmla="val 4167"/>
            </a:avLst>
          </a:prstGeom>
          <a:solidFill>
            <a:srgbClr val="BBCDE3"/>
          </a:solidFill>
          <a:ln w="25400">
            <a:solidFill>
              <a:srgbClr val="808080"/>
            </a:solidFill>
            <a:round/>
            <a:headEnd/>
            <a:tailEnd/>
          </a:ln>
          <a:effectLst>
            <a:outerShdw dist="35921" dir="2700000" algn="ctr" rotWithShape="0">
              <a:srgbClr val="AFAFAF"/>
            </a:outerShdw>
          </a:effectLst>
        </p:spPr>
        <p:txBody>
          <a:bodyPr anchor="ctr"/>
          <a:lstStyle/>
          <a:p>
            <a:pPr marL="177800" indent="-177800" algn="l"/>
            <a:endParaRPr lang="en-IE" b="0">
              <a:solidFill>
                <a:schemeClr val="tx1"/>
              </a:solidFill>
            </a:endParaRPr>
          </a:p>
        </p:txBody>
      </p:sp>
      <p:pic>
        <p:nvPicPr>
          <p:cNvPr id="420187" name="Picture-347" descr="Partitions01"/>
          <p:cNvPicPr>
            <a:picLocks noChangeAspect="1" noChangeArrowheads="1"/>
          </p:cNvPicPr>
          <p:nvPr/>
        </p:nvPicPr>
        <p:blipFill>
          <a:blip r:embed="rId3"/>
          <a:srcRect/>
          <a:stretch>
            <a:fillRect/>
          </a:stretch>
        </p:blipFill>
        <p:spPr bwMode="auto">
          <a:xfrm>
            <a:off x="4448038" y="1323025"/>
            <a:ext cx="1200150" cy="1905000"/>
          </a:xfrm>
          <a:prstGeom prst="rect">
            <a:avLst/>
          </a:prstGeom>
          <a:noFill/>
        </p:spPr>
      </p:pic>
      <p:sp>
        <p:nvSpPr>
          <p:cNvPr id="420188" name="AutoShape-348"/>
          <p:cNvSpPr>
            <a:spLocks noChangeArrowheads="1"/>
          </p:cNvSpPr>
          <p:nvPr/>
        </p:nvSpPr>
        <p:spPr bwMode="auto">
          <a:xfrm>
            <a:off x="4705213" y="2923225"/>
            <a:ext cx="685800" cy="342900"/>
          </a:xfrm>
          <a:prstGeom prst="roundRect">
            <a:avLst>
              <a:gd name="adj" fmla="val 4167"/>
            </a:avLst>
          </a:prstGeom>
          <a:solidFill>
            <a:schemeClr val="accent1">
              <a:alpha val="50000"/>
            </a:schemeClr>
          </a:solidFill>
          <a:ln w="9525">
            <a:noFill/>
            <a:round/>
            <a:headEnd/>
            <a:tailEnd/>
          </a:ln>
          <a:effectLst/>
        </p:spPr>
        <p:txBody>
          <a:bodyPr anchor="ctr">
            <a:spAutoFit/>
          </a:bodyPr>
          <a:lstStyle/>
          <a:p>
            <a:r>
              <a:rPr lang="fr-FR" sz="1600">
                <a:solidFill>
                  <a:srgbClr val="000000"/>
                </a:solidFill>
                <a:ea typeface="SimSun" pitchFamily="2" charset="-122"/>
              </a:rPr>
              <a:t>64 Ko</a:t>
            </a:r>
            <a:r>
              <a:rPr lang="en-IE" sz="1600">
                <a:solidFill>
                  <a:srgbClr val="000000"/>
                </a:solidFill>
              </a:rPr>
              <a:t> </a:t>
            </a:r>
            <a:endParaRPr lang="en-US" sz="1600">
              <a:solidFill>
                <a:srgbClr val="000000"/>
              </a:solidFill>
            </a:endParaRPr>
          </a:p>
        </p:txBody>
      </p:sp>
      <p:sp>
        <p:nvSpPr>
          <p:cNvPr id="420190" name="AutoShape-350"/>
          <p:cNvSpPr>
            <a:spLocks noChangeArrowheads="1"/>
          </p:cNvSpPr>
          <p:nvPr/>
        </p:nvSpPr>
        <p:spPr bwMode="auto">
          <a:xfrm>
            <a:off x="2611300" y="1246825"/>
            <a:ext cx="1484313" cy="2057400"/>
          </a:xfrm>
          <a:prstGeom prst="roundRect">
            <a:avLst>
              <a:gd name="adj" fmla="val 4167"/>
            </a:avLst>
          </a:prstGeom>
          <a:solidFill>
            <a:srgbClr val="BBCDE3"/>
          </a:solidFill>
          <a:ln w="25400">
            <a:solidFill>
              <a:srgbClr val="808080"/>
            </a:solidFill>
            <a:round/>
            <a:headEnd/>
            <a:tailEnd/>
          </a:ln>
          <a:effectLst>
            <a:outerShdw dist="35921" dir="2700000" algn="ctr" rotWithShape="0">
              <a:srgbClr val="AFAFAF"/>
            </a:outerShdw>
          </a:effectLst>
        </p:spPr>
        <p:txBody>
          <a:bodyPr anchor="ctr"/>
          <a:lstStyle/>
          <a:p>
            <a:pPr marL="177800" indent="-177800" algn="l"/>
            <a:endParaRPr lang="en-IE" b="0">
              <a:solidFill>
                <a:schemeClr val="tx1"/>
              </a:solidFill>
            </a:endParaRPr>
          </a:p>
        </p:txBody>
      </p:sp>
      <p:pic>
        <p:nvPicPr>
          <p:cNvPr id="420191" name="Picture-351" descr="Partitions01"/>
          <p:cNvPicPr>
            <a:picLocks noChangeAspect="1" noChangeArrowheads="1"/>
          </p:cNvPicPr>
          <p:nvPr/>
        </p:nvPicPr>
        <p:blipFill>
          <a:blip r:embed="rId3"/>
          <a:srcRect/>
          <a:stretch>
            <a:fillRect/>
          </a:stretch>
        </p:blipFill>
        <p:spPr bwMode="auto">
          <a:xfrm>
            <a:off x="2754175" y="1323025"/>
            <a:ext cx="1200150" cy="1905000"/>
          </a:xfrm>
          <a:prstGeom prst="rect">
            <a:avLst/>
          </a:prstGeom>
          <a:noFill/>
        </p:spPr>
      </p:pic>
      <p:sp>
        <p:nvSpPr>
          <p:cNvPr id="420192" name="AutoShape-352"/>
          <p:cNvSpPr>
            <a:spLocks noChangeArrowheads="1"/>
          </p:cNvSpPr>
          <p:nvPr/>
        </p:nvSpPr>
        <p:spPr bwMode="auto">
          <a:xfrm>
            <a:off x="3011350" y="2923225"/>
            <a:ext cx="685800" cy="342900"/>
          </a:xfrm>
          <a:prstGeom prst="roundRect">
            <a:avLst>
              <a:gd name="adj" fmla="val 4167"/>
            </a:avLst>
          </a:prstGeom>
          <a:solidFill>
            <a:schemeClr val="accent1">
              <a:alpha val="50000"/>
            </a:schemeClr>
          </a:solidFill>
          <a:ln w="9525">
            <a:noFill/>
            <a:round/>
            <a:headEnd/>
            <a:tailEnd/>
          </a:ln>
          <a:effectLst/>
        </p:spPr>
        <p:txBody>
          <a:bodyPr anchor="ctr">
            <a:spAutoFit/>
          </a:bodyPr>
          <a:lstStyle/>
          <a:p>
            <a:r>
              <a:rPr lang="fr-FR" sz="1600">
                <a:solidFill>
                  <a:srgbClr val="000000"/>
                </a:solidFill>
                <a:ea typeface="SimSun" pitchFamily="2" charset="-122"/>
              </a:rPr>
              <a:t>64 Ko</a:t>
            </a:r>
            <a:r>
              <a:rPr lang="en-IE" sz="1600">
                <a:solidFill>
                  <a:srgbClr val="000000"/>
                </a:solidFill>
              </a:rPr>
              <a:t> </a:t>
            </a:r>
            <a:endParaRPr lang="en-US" sz="1600">
              <a:solidFill>
                <a:srgbClr val="000000"/>
              </a:solidFill>
            </a:endParaRPr>
          </a:p>
        </p:txBody>
      </p:sp>
      <p:sp>
        <p:nvSpPr>
          <p:cNvPr id="420193" name="Freeform-353"/>
          <p:cNvSpPr>
            <a:spLocks/>
          </p:cNvSpPr>
          <p:nvPr/>
        </p:nvSpPr>
        <p:spPr bwMode="auto">
          <a:xfrm rot="1279136" flipH="1" flipV="1">
            <a:off x="3819388" y="3124838"/>
            <a:ext cx="1108075" cy="714375"/>
          </a:xfrm>
          <a:custGeom>
            <a:avLst/>
            <a:gdLst/>
            <a:ahLst/>
            <a:cxnLst>
              <a:cxn ang="0">
                <a:pos x="430" y="149"/>
              </a:cxn>
              <a:cxn ang="0">
                <a:pos x="427" y="165"/>
              </a:cxn>
              <a:cxn ang="0">
                <a:pos x="425" y="182"/>
              </a:cxn>
              <a:cxn ang="0">
                <a:pos x="422" y="204"/>
              </a:cxn>
              <a:cxn ang="0">
                <a:pos x="671" y="98"/>
              </a:cxn>
              <a:cxn ang="0">
                <a:pos x="422" y="0"/>
              </a:cxn>
              <a:cxn ang="0">
                <a:pos x="425" y="20"/>
              </a:cxn>
              <a:cxn ang="0">
                <a:pos x="427" y="37"/>
              </a:cxn>
              <a:cxn ang="0">
                <a:pos x="430" y="53"/>
              </a:cxn>
              <a:cxn ang="0">
                <a:pos x="414" y="55"/>
              </a:cxn>
              <a:cxn ang="0">
                <a:pos x="396" y="58"/>
              </a:cxn>
              <a:cxn ang="0">
                <a:pos x="372" y="62"/>
              </a:cxn>
              <a:cxn ang="0">
                <a:pos x="343" y="69"/>
              </a:cxn>
              <a:cxn ang="0">
                <a:pos x="311" y="78"/>
              </a:cxn>
              <a:cxn ang="0">
                <a:pos x="275" y="90"/>
              </a:cxn>
              <a:cxn ang="0">
                <a:pos x="258" y="97"/>
              </a:cxn>
              <a:cxn ang="0">
                <a:pos x="239" y="105"/>
              </a:cxn>
              <a:cxn ang="0">
                <a:pos x="220" y="114"/>
              </a:cxn>
              <a:cxn ang="0">
                <a:pos x="201" y="124"/>
              </a:cxn>
              <a:cxn ang="0">
                <a:pos x="182" y="136"/>
              </a:cxn>
              <a:cxn ang="0">
                <a:pos x="164" y="147"/>
              </a:cxn>
              <a:cxn ang="0">
                <a:pos x="146" y="161"/>
              </a:cxn>
              <a:cxn ang="0">
                <a:pos x="127" y="175"/>
              </a:cxn>
              <a:cxn ang="0">
                <a:pos x="111" y="191"/>
              </a:cxn>
              <a:cxn ang="0">
                <a:pos x="94" y="208"/>
              </a:cxn>
              <a:cxn ang="0">
                <a:pos x="78" y="226"/>
              </a:cxn>
              <a:cxn ang="0">
                <a:pos x="64" y="246"/>
              </a:cxn>
              <a:cxn ang="0">
                <a:pos x="49" y="268"/>
              </a:cxn>
              <a:cxn ang="0">
                <a:pos x="38" y="290"/>
              </a:cxn>
              <a:cxn ang="0">
                <a:pos x="32" y="301"/>
              </a:cxn>
              <a:cxn ang="0">
                <a:pos x="26" y="314"/>
              </a:cxn>
              <a:cxn ang="0">
                <a:pos x="20" y="326"/>
              </a:cxn>
              <a:cxn ang="0">
                <a:pos x="16" y="339"/>
              </a:cxn>
              <a:cxn ang="0">
                <a:pos x="7" y="366"/>
              </a:cxn>
              <a:cxn ang="0">
                <a:pos x="0" y="395"/>
              </a:cxn>
              <a:cxn ang="0">
                <a:pos x="7" y="382"/>
              </a:cxn>
              <a:cxn ang="0">
                <a:pos x="13" y="369"/>
              </a:cxn>
              <a:cxn ang="0">
                <a:pos x="27" y="345"/>
              </a:cxn>
              <a:cxn ang="0">
                <a:pos x="42" y="323"/>
              </a:cxn>
              <a:cxn ang="0">
                <a:pos x="56" y="301"/>
              </a:cxn>
              <a:cxn ang="0">
                <a:pos x="72" y="282"/>
              </a:cxn>
              <a:cxn ang="0">
                <a:pos x="90" y="265"/>
              </a:cxn>
              <a:cxn ang="0">
                <a:pos x="106" y="249"/>
              </a:cxn>
              <a:cxn ang="0">
                <a:pos x="123" y="234"/>
              </a:cxn>
              <a:cxn ang="0">
                <a:pos x="140" y="221"/>
              </a:cxn>
              <a:cxn ang="0">
                <a:pos x="159" y="210"/>
              </a:cxn>
              <a:cxn ang="0">
                <a:pos x="177" y="200"/>
              </a:cxn>
              <a:cxn ang="0">
                <a:pos x="194" y="190"/>
              </a:cxn>
              <a:cxn ang="0">
                <a:pos x="213" y="182"/>
              </a:cxn>
              <a:cxn ang="0">
                <a:pos x="230" y="175"/>
              </a:cxn>
              <a:cxn ang="0">
                <a:pos x="248" y="168"/>
              </a:cxn>
              <a:cxn ang="0">
                <a:pos x="265" y="163"/>
              </a:cxn>
              <a:cxn ang="0">
                <a:pos x="281" y="159"/>
              </a:cxn>
              <a:cxn ang="0">
                <a:pos x="298" y="156"/>
              </a:cxn>
              <a:cxn ang="0">
                <a:pos x="329" y="150"/>
              </a:cxn>
              <a:cxn ang="0">
                <a:pos x="343" y="149"/>
              </a:cxn>
              <a:cxn ang="0">
                <a:pos x="356" y="147"/>
              </a:cxn>
              <a:cxn ang="0">
                <a:pos x="381" y="147"/>
              </a:cxn>
              <a:cxn ang="0">
                <a:pos x="401" y="147"/>
              </a:cxn>
              <a:cxn ang="0">
                <a:pos x="417" y="147"/>
              </a:cxn>
              <a:cxn ang="0">
                <a:pos x="430" y="149"/>
              </a:cxn>
            </a:cxnLst>
            <a:rect l="0" t="0" r="r" b="b"/>
            <a:pathLst>
              <a:path w="671" h="395">
                <a:moveTo>
                  <a:pt x="430" y="149"/>
                </a:moveTo>
                <a:lnTo>
                  <a:pt x="427" y="165"/>
                </a:lnTo>
                <a:lnTo>
                  <a:pt x="425" y="182"/>
                </a:lnTo>
                <a:lnTo>
                  <a:pt x="422" y="204"/>
                </a:lnTo>
                <a:lnTo>
                  <a:pt x="671" y="98"/>
                </a:lnTo>
                <a:lnTo>
                  <a:pt x="422" y="0"/>
                </a:lnTo>
                <a:lnTo>
                  <a:pt x="425" y="20"/>
                </a:lnTo>
                <a:lnTo>
                  <a:pt x="427" y="37"/>
                </a:lnTo>
                <a:lnTo>
                  <a:pt x="430" y="53"/>
                </a:lnTo>
                <a:lnTo>
                  <a:pt x="414" y="55"/>
                </a:lnTo>
                <a:lnTo>
                  <a:pt x="396" y="58"/>
                </a:lnTo>
                <a:lnTo>
                  <a:pt x="372" y="62"/>
                </a:lnTo>
                <a:lnTo>
                  <a:pt x="343" y="69"/>
                </a:lnTo>
                <a:lnTo>
                  <a:pt x="311" y="78"/>
                </a:lnTo>
                <a:lnTo>
                  <a:pt x="275" y="90"/>
                </a:lnTo>
                <a:lnTo>
                  <a:pt x="258" y="97"/>
                </a:lnTo>
                <a:lnTo>
                  <a:pt x="239" y="105"/>
                </a:lnTo>
                <a:lnTo>
                  <a:pt x="220" y="114"/>
                </a:lnTo>
                <a:lnTo>
                  <a:pt x="201" y="124"/>
                </a:lnTo>
                <a:lnTo>
                  <a:pt x="182" y="136"/>
                </a:lnTo>
                <a:lnTo>
                  <a:pt x="164" y="147"/>
                </a:lnTo>
                <a:lnTo>
                  <a:pt x="146" y="161"/>
                </a:lnTo>
                <a:lnTo>
                  <a:pt x="127" y="175"/>
                </a:lnTo>
                <a:lnTo>
                  <a:pt x="111" y="191"/>
                </a:lnTo>
                <a:lnTo>
                  <a:pt x="94" y="208"/>
                </a:lnTo>
                <a:lnTo>
                  <a:pt x="78" y="226"/>
                </a:lnTo>
                <a:lnTo>
                  <a:pt x="64" y="246"/>
                </a:lnTo>
                <a:lnTo>
                  <a:pt x="49" y="268"/>
                </a:lnTo>
                <a:lnTo>
                  <a:pt x="38" y="290"/>
                </a:lnTo>
                <a:lnTo>
                  <a:pt x="32" y="301"/>
                </a:lnTo>
                <a:lnTo>
                  <a:pt x="26" y="314"/>
                </a:lnTo>
                <a:lnTo>
                  <a:pt x="20" y="326"/>
                </a:lnTo>
                <a:lnTo>
                  <a:pt x="16" y="339"/>
                </a:lnTo>
                <a:lnTo>
                  <a:pt x="7" y="366"/>
                </a:lnTo>
                <a:lnTo>
                  <a:pt x="0" y="395"/>
                </a:lnTo>
                <a:lnTo>
                  <a:pt x="7" y="382"/>
                </a:lnTo>
                <a:lnTo>
                  <a:pt x="13" y="369"/>
                </a:lnTo>
                <a:lnTo>
                  <a:pt x="27" y="345"/>
                </a:lnTo>
                <a:lnTo>
                  <a:pt x="42" y="323"/>
                </a:lnTo>
                <a:lnTo>
                  <a:pt x="56" y="301"/>
                </a:lnTo>
                <a:lnTo>
                  <a:pt x="72" y="282"/>
                </a:lnTo>
                <a:lnTo>
                  <a:pt x="90" y="265"/>
                </a:lnTo>
                <a:lnTo>
                  <a:pt x="106" y="249"/>
                </a:lnTo>
                <a:lnTo>
                  <a:pt x="123" y="234"/>
                </a:lnTo>
                <a:lnTo>
                  <a:pt x="140" y="221"/>
                </a:lnTo>
                <a:lnTo>
                  <a:pt x="159" y="210"/>
                </a:lnTo>
                <a:lnTo>
                  <a:pt x="177" y="200"/>
                </a:lnTo>
                <a:lnTo>
                  <a:pt x="194" y="190"/>
                </a:lnTo>
                <a:lnTo>
                  <a:pt x="213" y="182"/>
                </a:lnTo>
                <a:lnTo>
                  <a:pt x="230" y="175"/>
                </a:lnTo>
                <a:lnTo>
                  <a:pt x="248" y="168"/>
                </a:lnTo>
                <a:lnTo>
                  <a:pt x="265" y="163"/>
                </a:lnTo>
                <a:lnTo>
                  <a:pt x="281" y="159"/>
                </a:lnTo>
                <a:lnTo>
                  <a:pt x="298" y="156"/>
                </a:lnTo>
                <a:lnTo>
                  <a:pt x="329" y="150"/>
                </a:lnTo>
                <a:lnTo>
                  <a:pt x="343" y="149"/>
                </a:lnTo>
                <a:lnTo>
                  <a:pt x="356" y="147"/>
                </a:lnTo>
                <a:lnTo>
                  <a:pt x="381" y="147"/>
                </a:lnTo>
                <a:lnTo>
                  <a:pt x="401" y="147"/>
                </a:lnTo>
                <a:lnTo>
                  <a:pt x="417" y="147"/>
                </a:lnTo>
                <a:lnTo>
                  <a:pt x="430" y="149"/>
                </a:lnTo>
                <a:close/>
              </a:path>
            </a:pathLst>
          </a:custGeom>
          <a:solidFill>
            <a:srgbClr val="FF0000">
              <a:alpha val="75000"/>
            </a:srgbClr>
          </a:solidFill>
          <a:ln w="9525">
            <a:noFill/>
            <a:round/>
            <a:headEnd/>
            <a:tailEnd/>
          </a:ln>
        </p:spPr>
        <p:txBody>
          <a:bodyPr/>
          <a:lstStyle/>
          <a:p>
            <a:endParaRPr lang="fr-FR"/>
          </a:p>
        </p:txBody>
      </p:sp>
      <p:sp>
        <p:nvSpPr>
          <p:cNvPr id="420194" name="Freeform-354"/>
          <p:cNvSpPr>
            <a:spLocks/>
          </p:cNvSpPr>
          <p:nvPr/>
        </p:nvSpPr>
        <p:spPr bwMode="auto">
          <a:xfrm rot="1279136" flipH="1" flipV="1">
            <a:off x="2003288" y="3124838"/>
            <a:ext cx="1108075" cy="714375"/>
          </a:xfrm>
          <a:custGeom>
            <a:avLst/>
            <a:gdLst/>
            <a:ahLst/>
            <a:cxnLst>
              <a:cxn ang="0">
                <a:pos x="430" y="149"/>
              </a:cxn>
              <a:cxn ang="0">
                <a:pos x="427" y="165"/>
              </a:cxn>
              <a:cxn ang="0">
                <a:pos x="425" y="182"/>
              </a:cxn>
              <a:cxn ang="0">
                <a:pos x="422" y="204"/>
              </a:cxn>
              <a:cxn ang="0">
                <a:pos x="671" y="98"/>
              </a:cxn>
              <a:cxn ang="0">
                <a:pos x="422" y="0"/>
              </a:cxn>
              <a:cxn ang="0">
                <a:pos x="425" y="20"/>
              </a:cxn>
              <a:cxn ang="0">
                <a:pos x="427" y="37"/>
              </a:cxn>
              <a:cxn ang="0">
                <a:pos x="430" y="53"/>
              </a:cxn>
              <a:cxn ang="0">
                <a:pos x="414" y="55"/>
              </a:cxn>
              <a:cxn ang="0">
                <a:pos x="396" y="58"/>
              </a:cxn>
              <a:cxn ang="0">
                <a:pos x="372" y="62"/>
              </a:cxn>
              <a:cxn ang="0">
                <a:pos x="343" y="69"/>
              </a:cxn>
              <a:cxn ang="0">
                <a:pos x="311" y="78"/>
              </a:cxn>
              <a:cxn ang="0">
                <a:pos x="275" y="90"/>
              </a:cxn>
              <a:cxn ang="0">
                <a:pos x="258" y="97"/>
              </a:cxn>
              <a:cxn ang="0">
                <a:pos x="239" y="105"/>
              </a:cxn>
              <a:cxn ang="0">
                <a:pos x="220" y="114"/>
              </a:cxn>
              <a:cxn ang="0">
                <a:pos x="201" y="124"/>
              </a:cxn>
              <a:cxn ang="0">
                <a:pos x="182" y="136"/>
              </a:cxn>
              <a:cxn ang="0">
                <a:pos x="164" y="147"/>
              </a:cxn>
              <a:cxn ang="0">
                <a:pos x="146" y="161"/>
              </a:cxn>
              <a:cxn ang="0">
                <a:pos x="127" y="175"/>
              </a:cxn>
              <a:cxn ang="0">
                <a:pos x="111" y="191"/>
              </a:cxn>
              <a:cxn ang="0">
                <a:pos x="94" y="208"/>
              </a:cxn>
              <a:cxn ang="0">
                <a:pos x="78" y="226"/>
              </a:cxn>
              <a:cxn ang="0">
                <a:pos x="64" y="246"/>
              </a:cxn>
              <a:cxn ang="0">
                <a:pos x="49" y="268"/>
              </a:cxn>
              <a:cxn ang="0">
                <a:pos x="38" y="290"/>
              </a:cxn>
              <a:cxn ang="0">
                <a:pos x="32" y="301"/>
              </a:cxn>
              <a:cxn ang="0">
                <a:pos x="26" y="314"/>
              </a:cxn>
              <a:cxn ang="0">
                <a:pos x="20" y="326"/>
              </a:cxn>
              <a:cxn ang="0">
                <a:pos x="16" y="339"/>
              </a:cxn>
              <a:cxn ang="0">
                <a:pos x="7" y="366"/>
              </a:cxn>
              <a:cxn ang="0">
                <a:pos x="0" y="395"/>
              </a:cxn>
              <a:cxn ang="0">
                <a:pos x="7" y="382"/>
              </a:cxn>
              <a:cxn ang="0">
                <a:pos x="13" y="369"/>
              </a:cxn>
              <a:cxn ang="0">
                <a:pos x="27" y="345"/>
              </a:cxn>
              <a:cxn ang="0">
                <a:pos x="42" y="323"/>
              </a:cxn>
              <a:cxn ang="0">
                <a:pos x="56" y="301"/>
              </a:cxn>
              <a:cxn ang="0">
                <a:pos x="72" y="282"/>
              </a:cxn>
              <a:cxn ang="0">
                <a:pos x="90" y="265"/>
              </a:cxn>
              <a:cxn ang="0">
                <a:pos x="106" y="249"/>
              </a:cxn>
              <a:cxn ang="0">
                <a:pos x="123" y="234"/>
              </a:cxn>
              <a:cxn ang="0">
                <a:pos x="140" y="221"/>
              </a:cxn>
              <a:cxn ang="0">
                <a:pos x="159" y="210"/>
              </a:cxn>
              <a:cxn ang="0">
                <a:pos x="177" y="200"/>
              </a:cxn>
              <a:cxn ang="0">
                <a:pos x="194" y="190"/>
              </a:cxn>
              <a:cxn ang="0">
                <a:pos x="213" y="182"/>
              </a:cxn>
              <a:cxn ang="0">
                <a:pos x="230" y="175"/>
              </a:cxn>
              <a:cxn ang="0">
                <a:pos x="248" y="168"/>
              </a:cxn>
              <a:cxn ang="0">
                <a:pos x="265" y="163"/>
              </a:cxn>
              <a:cxn ang="0">
                <a:pos x="281" y="159"/>
              </a:cxn>
              <a:cxn ang="0">
                <a:pos x="298" y="156"/>
              </a:cxn>
              <a:cxn ang="0">
                <a:pos x="329" y="150"/>
              </a:cxn>
              <a:cxn ang="0">
                <a:pos x="343" y="149"/>
              </a:cxn>
              <a:cxn ang="0">
                <a:pos x="356" y="147"/>
              </a:cxn>
              <a:cxn ang="0">
                <a:pos x="381" y="147"/>
              </a:cxn>
              <a:cxn ang="0">
                <a:pos x="401" y="147"/>
              </a:cxn>
              <a:cxn ang="0">
                <a:pos x="417" y="147"/>
              </a:cxn>
              <a:cxn ang="0">
                <a:pos x="430" y="149"/>
              </a:cxn>
            </a:cxnLst>
            <a:rect l="0" t="0" r="r" b="b"/>
            <a:pathLst>
              <a:path w="671" h="395">
                <a:moveTo>
                  <a:pt x="430" y="149"/>
                </a:moveTo>
                <a:lnTo>
                  <a:pt x="427" y="165"/>
                </a:lnTo>
                <a:lnTo>
                  <a:pt x="425" y="182"/>
                </a:lnTo>
                <a:lnTo>
                  <a:pt x="422" y="204"/>
                </a:lnTo>
                <a:lnTo>
                  <a:pt x="671" y="98"/>
                </a:lnTo>
                <a:lnTo>
                  <a:pt x="422" y="0"/>
                </a:lnTo>
                <a:lnTo>
                  <a:pt x="425" y="20"/>
                </a:lnTo>
                <a:lnTo>
                  <a:pt x="427" y="37"/>
                </a:lnTo>
                <a:lnTo>
                  <a:pt x="430" y="53"/>
                </a:lnTo>
                <a:lnTo>
                  <a:pt x="414" y="55"/>
                </a:lnTo>
                <a:lnTo>
                  <a:pt x="396" y="58"/>
                </a:lnTo>
                <a:lnTo>
                  <a:pt x="372" y="62"/>
                </a:lnTo>
                <a:lnTo>
                  <a:pt x="343" y="69"/>
                </a:lnTo>
                <a:lnTo>
                  <a:pt x="311" y="78"/>
                </a:lnTo>
                <a:lnTo>
                  <a:pt x="275" y="90"/>
                </a:lnTo>
                <a:lnTo>
                  <a:pt x="258" y="97"/>
                </a:lnTo>
                <a:lnTo>
                  <a:pt x="239" y="105"/>
                </a:lnTo>
                <a:lnTo>
                  <a:pt x="220" y="114"/>
                </a:lnTo>
                <a:lnTo>
                  <a:pt x="201" y="124"/>
                </a:lnTo>
                <a:lnTo>
                  <a:pt x="182" y="136"/>
                </a:lnTo>
                <a:lnTo>
                  <a:pt x="164" y="147"/>
                </a:lnTo>
                <a:lnTo>
                  <a:pt x="146" y="161"/>
                </a:lnTo>
                <a:lnTo>
                  <a:pt x="127" y="175"/>
                </a:lnTo>
                <a:lnTo>
                  <a:pt x="111" y="191"/>
                </a:lnTo>
                <a:lnTo>
                  <a:pt x="94" y="208"/>
                </a:lnTo>
                <a:lnTo>
                  <a:pt x="78" y="226"/>
                </a:lnTo>
                <a:lnTo>
                  <a:pt x="64" y="246"/>
                </a:lnTo>
                <a:lnTo>
                  <a:pt x="49" y="268"/>
                </a:lnTo>
                <a:lnTo>
                  <a:pt x="38" y="290"/>
                </a:lnTo>
                <a:lnTo>
                  <a:pt x="32" y="301"/>
                </a:lnTo>
                <a:lnTo>
                  <a:pt x="26" y="314"/>
                </a:lnTo>
                <a:lnTo>
                  <a:pt x="20" y="326"/>
                </a:lnTo>
                <a:lnTo>
                  <a:pt x="16" y="339"/>
                </a:lnTo>
                <a:lnTo>
                  <a:pt x="7" y="366"/>
                </a:lnTo>
                <a:lnTo>
                  <a:pt x="0" y="395"/>
                </a:lnTo>
                <a:lnTo>
                  <a:pt x="7" y="382"/>
                </a:lnTo>
                <a:lnTo>
                  <a:pt x="13" y="369"/>
                </a:lnTo>
                <a:lnTo>
                  <a:pt x="27" y="345"/>
                </a:lnTo>
                <a:lnTo>
                  <a:pt x="42" y="323"/>
                </a:lnTo>
                <a:lnTo>
                  <a:pt x="56" y="301"/>
                </a:lnTo>
                <a:lnTo>
                  <a:pt x="72" y="282"/>
                </a:lnTo>
                <a:lnTo>
                  <a:pt x="90" y="265"/>
                </a:lnTo>
                <a:lnTo>
                  <a:pt x="106" y="249"/>
                </a:lnTo>
                <a:lnTo>
                  <a:pt x="123" y="234"/>
                </a:lnTo>
                <a:lnTo>
                  <a:pt x="140" y="221"/>
                </a:lnTo>
                <a:lnTo>
                  <a:pt x="159" y="210"/>
                </a:lnTo>
                <a:lnTo>
                  <a:pt x="177" y="200"/>
                </a:lnTo>
                <a:lnTo>
                  <a:pt x="194" y="190"/>
                </a:lnTo>
                <a:lnTo>
                  <a:pt x="213" y="182"/>
                </a:lnTo>
                <a:lnTo>
                  <a:pt x="230" y="175"/>
                </a:lnTo>
                <a:lnTo>
                  <a:pt x="248" y="168"/>
                </a:lnTo>
                <a:lnTo>
                  <a:pt x="265" y="163"/>
                </a:lnTo>
                <a:lnTo>
                  <a:pt x="281" y="159"/>
                </a:lnTo>
                <a:lnTo>
                  <a:pt x="298" y="156"/>
                </a:lnTo>
                <a:lnTo>
                  <a:pt x="329" y="150"/>
                </a:lnTo>
                <a:lnTo>
                  <a:pt x="343" y="149"/>
                </a:lnTo>
                <a:lnTo>
                  <a:pt x="356" y="147"/>
                </a:lnTo>
                <a:lnTo>
                  <a:pt x="381" y="147"/>
                </a:lnTo>
                <a:lnTo>
                  <a:pt x="401" y="147"/>
                </a:lnTo>
                <a:lnTo>
                  <a:pt x="417" y="147"/>
                </a:lnTo>
                <a:lnTo>
                  <a:pt x="430" y="149"/>
                </a:lnTo>
                <a:close/>
              </a:path>
            </a:pathLst>
          </a:custGeom>
          <a:solidFill>
            <a:srgbClr val="FF0000">
              <a:alpha val="75000"/>
            </a:srgbClr>
          </a:solidFill>
          <a:ln w="9525">
            <a:noFill/>
            <a:round/>
            <a:headEnd/>
            <a:tailEnd/>
          </a:ln>
        </p:spPr>
        <p:txBody>
          <a:bodyPr/>
          <a:lstStyle/>
          <a:p>
            <a:endParaRPr lang="fr-FR"/>
          </a:p>
        </p:txBody>
      </p:sp>
      <p:sp>
        <p:nvSpPr>
          <p:cNvPr id="52" name="Rectangle 51"/>
          <p:cNvSpPr/>
          <p:nvPr/>
        </p:nvSpPr>
        <p:spPr>
          <a:xfrm>
            <a:off x="193970" y="3702865"/>
            <a:ext cx="8769927" cy="2693045"/>
          </a:xfrm>
          <a:prstGeom prst="rect">
            <a:avLst/>
          </a:prstGeom>
        </p:spPr>
        <p:txBody>
          <a:bodyPr wrap="square">
            <a:spAutoFit/>
          </a:bodyPr>
          <a:lstStyle/>
          <a:p>
            <a:pPr algn="l">
              <a:spcAft>
                <a:spcPts val="600"/>
              </a:spcAft>
              <a:buFont typeface="Wingdings" pitchFamily="2" charset="2"/>
              <a:buChar char="q"/>
            </a:pPr>
            <a:r>
              <a:rPr lang="fr-FR" sz="2200" dirty="0" smtClean="0">
                <a:solidFill>
                  <a:schemeClr val="tx1"/>
                </a:solidFill>
              </a:rPr>
              <a:t>Peut être créer sur plusieurs disques dynamiques en utilisant un espace de taille égal sur l’ensemble de ces disques.</a:t>
            </a:r>
          </a:p>
          <a:p>
            <a:pPr algn="l">
              <a:spcAft>
                <a:spcPts val="600"/>
              </a:spcAft>
            </a:pPr>
            <a:r>
              <a:rPr lang="fr-FR" sz="2200" dirty="0" smtClean="0">
                <a:solidFill>
                  <a:srgbClr val="C00000"/>
                </a:solidFill>
              </a:rPr>
              <a:t>Exemple</a:t>
            </a:r>
            <a:r>
              <a:rPr lang="fr-FR" sz="2200" dirty="0" smtClean="0">
                <a:solidFill>
                  <a:schemeClr val="tx1"/>
                </a:solidFill>
              </a:rPr>
              <a:t> : Si l’on possède 2 disques de 20Go et 1 disques de 30 Go, la taille de notre volume composé des trois disques sera au final de 60Go</a:t>
            </a:r>
          </a:p>
          <a:p>
            <a:pPr algn="l">
              <a:spcAft>
                <a:spcPts val="600"/>
              </a:spcAft>
              <a:buFont typeface="Wingdings" pitchFamily="2" charset="2"/>
              <a:buChar char="q"/>
            </a:pPr>
            <a:r>
              <a:rPr lang="fr-FR" sz="2200" dirty="0" smtClean="0">
                <a:solidFill>
                  <a:schemeClr val="tx1"/>
                </a:solidFill>
              </a:rPr>
              <a:t>Les données sont réparties de manière équitable sur chacun des volumes, ce qui a pour avantage d’améliorer les performances de lecture et d’écriture.</a:t>
            </a:r>
          </a:p>
          <a:p>
            <a:pPr algn="l">
              <a:spcAft>
                <a:spcPts val="600"/>
              </a:spcAft>
              <a:buFont typeface="Wingdings" pitchFamily="2" charset="2"/>
              <a:buChar char="q"/>
            </a:pPr>
            <a:r>
              <a:rPr lang="fr-FR" sz="2200" dirty="0" smtClean="0">
                <a:solidFill>
                  <a:schemeClr val="tx1"/>
                </a:solidFill>
              </a:rPr>
              <a:t>Si l’un des disques est défaillant, l’intégralité des données est perdue.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52">
                                            <p:txEl>
                                              <p:pRg st="0" end="0"/>
                                            </p:txEl>
                                          </p:spTgt>
                                        </p:tgtEl>
                                        <p:attrNameLst>
                                          <p:attrName>style.visibility</p:attrName>
                                        </p:attrNameLst>
                                      </p:cBhvr>
                                      <p:to>
                                        <p:strVal val="visible"/>
                                      </p:to>
                                    </p:set>
                                    <p:animEffect transition="in" filter="checkerboard(across)">
                                      <p:cBhvr>
                                        <p:cTn id="7" dur="500"/>
                                        <p:tgtEl>
                                          <p:spTgt spid="5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52">
                                            <p:txEl>
                                              <p:pRg st="1" end="1"/>
                                            </p:txEl>
                                          </p:spTgt>
                                        </p:tgtEl>
                                        <p:attrNameLst>
                                          <p:attrName>style.visibility</p:attrName>
                                        </p:attrNameLst>
                                      </p:cBhvr>
                                      <p:to>
                                        <p:strVal val="visible"/>
                                      </p:to>
                                    </p:set>
                                    <p:animEffect transition="in" filter="checkerboard(across)">
                                      <p:cBhvr>
                                        <p:cTn id="12" dur="500"/>
                                        <p:tgtEl>
                                          <p:spTgt spid="5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52">
                                            <p:txEl>
                                              <p:pRg st="2" end="2"/>
                                            </p:txEl>
                                          </p:spTgt>
                                        </p:tgtEl>
                                        <p:attrNameLst>
                                          <p:attrName>style.visibility</p:attrName>
                                        </p:attrNameLst>
                                      </p:cBhvr>
                                      <p:to>
                                        <p:strVal val="visible"/>
                                      </p:to>
                                    </p:set>
                                    <p:animEffect transition="in" filter="checkerboard(across)">
                                      <p:cBhvr>
                                        <p:cTn id="17" dur="500"/>
                                        <p:tgtEl>
                                          <p:spTgt spid="5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52">
                                            <p:txEl>
                                              <p:pRg st="3" end="3"/>
                                            </p:txEl>
                                          </p:spTgt>
                                        </p:tgtEl>
                                        <p:attrNameLst>
                                          <p:attrName>style.visibility</p:attrName>
                                        </p:attrNameLst>
                                      </p:cBhvr>
                                      <p:to>
                                        <p:strVal val="visible"/>
                                      </p:to>
                                    </p:set>
                                    <p:animEffect transition="in" filter="checkerboard(across)">
                                      <p:cBhvr>
                                        <p:cTn id="22" dur="500"/>
                                        <p:tgtEl>
                                          <p:spTgt spid="5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3787" name="Rectangle-27"/>
          <p:cNvSpPr>
            <a:spLocks noChangeArrowheads="1"/>
          </p:cNvSpPr>
          <p:nvPr/>
        </p:nvSpPr>
        <p:spPr bwMode="auto">
          <a:xfrm>
            <a:off x="193964" y="1504095"/>
            <a:ext cx="8950036" cy="2541443"/>
          </a:xfrm>
          <a:prstGeom prst="rect">
            <a:avLst/>
          </a:prstGeom>
          <a:noFill/>
          <a:ln w="9525">
            <a:noFill/>
            <a:miter lim="800000"/>
            <a:headEnd/>
            <a:tailEnd/>
          </a:ln>
          <a:effectLst/>
        </p:spPr>
        <p:txBody>
          <a:bodyPr lIns="0" tIns="0" rIns="0" bIns="0"/>
          <a:lstStyle/>
          <a:p>
            <a:pPr marL="228600" indent="-228600" algn="l">
              <a:lnSpc>
                <a:spcPct val="90000"/>
              </a:lnSpc>
              <a:spcBef>
                <a:spcPct val="40000"/>
              </a:spcBef>
              <a:buClr>
                <a:srgbClr val="8DACD0"/>
              </a:buClr>
              <a:buSzPct val="70000"/>
              <a:buFont typeface="Wingdings" pitchFamily="2" charset="2"/>
              <a:buBlip>
                <a:blip r:embed="rId3"/>
              </a:buBlip>
            </a:pPr>
            <a:r>
              <a:rPr lang="fr-FR" altLang="zh-CN" sz="2200" dirty="0">
                <a:solidFill>
                  <a:srgbClr val="000000"/>
                </a:solidFill>
                <a:ea typeface="SimSun" pitchFamily="2" charset="-122"/>
                <a:cs typeface="Arial Narrow" pitchFamily="34" charset="0"/>
              </a:rPr>
              <a:t>Les données sont écrites simultanément sur deux volumes figurant sur deux disques physiques</a:t>
            </a:r>
            <a:endParaRPr lang="en-US" sz="2200" dirty="0">
              <a:solidFill>
                <a:srgbClr val="000000"/>
              </a:solidFill>
              <a:ea typeface="SimSun" pitchFamily="2" charset="-122"/>
              <a:cs typeface="Arial Narrow" pitchFamily="34" charset="0"/>
            </a:endParaRPr>
          </a:p>
          <a:p>
            <a:pPr marL="228600" indent="-228600" algn="l">
              <a:lnSpc>
                <a:spcPct val="90000"/>
              </a:lnSpc>
              <a:spcBef>
                <a:spcPct val="40000"/>
              </a:spcBef>
              <a:buClr>
                <a:srgbClr val="8DACD0"/>
              </a:buClr>
              <a:buSzPct val="70000"/>
              <a:buFont typeface="Wingdings" pitchFamily="2" charset="2"/>
              <a:buBlip>
                <a:blip r:embed="rId3"/>
              </a:buBlip>
            </a:pPr>
            <a:r>
              <a:rPr lang="fr-FR" altLang="zh-CN" sz="2200" dirty="0">
                <a:solidFill>
                  <a:srgbClr val="000000"/>
                </a:solidFill>
                <a:ea typeface="SimSun" pitchFamily="2" charset="-122"/>
                <a:cs typeface="Arial Narrow" pitchFamily="34" charset="0"/>
              </a:rPr>
              <a:t>Pratiquement tous les volumes peuvent être mis en miroir, y compris les volumes système et d'amorçage</a:t>
            </a:r>
            <a:r>
              <a:rPr lang="en-US" sz="2200" dirty="0">
                <a:ea typeface="SimSun" pitchFamily="2" charset="-122"/>
                <a:cs typeface="Arial Narrow" pitchFamily="34" charset="0"/>
              </a:rPr>
              <a:t> </a:t>
            </a:r>
            <a:r>
              <a:rPr lang="en-US" sz="2200" b="0" dirty="0">
                <a:ea typeface="SimSun" pitchFamily="2" charset="-122"/>
                <a:cs typeface="Arial Narrow" pitchFamily="34" charset="0"/>
              </a:rPr>
              <a:t> </a:t>
            </a:r>
          </a:p>
          <a:p>
            <a:pPr marL="228600" indent="-228600" algn="l">
              <a:lnSpc>
                <a:spcPct val="90000"/>
              </a:lnSpc>
              <a:spcBef>
                <a:spcPct val="40000"/>
              </a:spcBef>
              <a:buClr>
                <a:srgbClr val="8DACD0"/>
              </a:buClr>
              <a:buSzPct val="70000"/>
              <a:buFont typeface="Wingdings" pitchFamily="2" charset="2"/>
              <a:buBlip>
                <a:blip r:embed="rId3"/>
              </a:buBlip>
            </a:pPr>
            <a:r>
              <a:rPr lang="fr-FR" altLang="zh-CN" sz="2200" dirty="0">
                <a:solidFill>
                  <a:srgbClr val="000000"/>
                </a:solidFill>
                <a:ea typeface="SimSun" pitchFamily="2" charset="-122"/>
                <a:cs typeface="Arial Narrow" pitchFamily="34" charset="0"/>
              </a:rPr>
              <a:t>Lorsqu'un des miroirs d'un volume est défaillant</a:t>
            </a:r>
            <a:r>
              <a:rPr lang="en-IE" altLang="zh-CN" sz="2200" dirty="0">
                <a:solidFill>
                  <a:srgbClr val="000000"/>
                </a:solidFill>
                <a:ea typeface="SimSun" pitchFamily="2" charset="-122"/>
                <a:cs typeface="Arial Narrow" pitchFamily="34" charset="0"/>
              </a:rPr>
              <a:t> </a:t>
            </a:r>
            <a:r>
              <a:rPr lang="fr-FR" altLang="zh-CN" sz="2200" dirty="0" smtClean="0">
                <a:solidFill>
                  <a:srgbClr val="000000"/>
                </a:solidFill>
                <a:ea typeface="SimSun" pitchFamily="2" charset="-122"/>
                <a:cs typeface="Arial Narrow" pitchFamily="34" charset="0"/>
              </a:rPr>
              <a:t>scinder </a:t>
            </a:r>
            <a:r>
              <a:rPr lang="fr-FR" altLang="zh-CN" sz="2200" dirty="0">
                <a:solidFill>
                  <a:srgbClr val="000000"/>
                </a:solidFill>
                <a:ea typeface="SimSun" pitchFamily="2" charset="-122"/>
                <a:cs typeface="Arial Narrow" pitchFamily="34" charset="0"/>
              </a:rPr>
              <a:t>le volume en miroir, puis créer un volume en miroir à l'aide d'un espace libre sur un autre disque</a:t>
            </a:r>
            <a:r>
              <a:rPr lang="en-IE" altLang="zh-CN" sz="2200" dirty="0">
                <a:solidFill>
                  <a:srgbClr val="000000"/>
                </a:solidFill>
                <a:ea typeface="SimSun" pitchFamily="2" charset="-122"/>
                <a:cs typeface="Arial Narrow" pitchFamily="34" charset="0"/>
              </a:rPr>
              <a:t> </a:t>
            </a:r>
            <a:r>
              <a:rPr lang="en-US" altLang="zh-CN" sz="2200" dirty="0">
                <a:solidFill>
                  <a:srgbClr val="000000"/>
                </a:solidFill>
                <a:ea typeface="SimSun" pitchFamily="2" charset="-122"/>
                <a:cs typeface="Arial Narrow" pitchFamily="34" charset="0"/>
              </a:rPr>
              <a:t> </a:t>
            </a:r>
          </a:p>
        </p:txBody>
      </p:sp>
      <p:sp>
        <p:nvSpPr>
          <p:cNvPr id="373762" name="Rectangle-2"/>
          <p:cNvSpPr>
            <a:spLocks noChangeArrowheads="1"/>
          </p:cNvSpPr>
          <p:nvPr/>
        </p:nvSpPr>
        <p:spPr bwMode="auto">
          <a:xfrm>
            <a:off x="4570413" y="4340225"/>
            <a:ext cx="2563812" cy="2308225"/>
          </a:xfrm>
          <a:prstGeom prst="rect">
            <a:avLst/>
          </a:prstGeom>
          <a:solidFill>
            <a:srgbClr val="EEEFD7"/>
          </a:solidFill>
          <a:ln w="9525" algn="ctr">
            <a:solidFill>
              <a:srgbClr val="333333"/>
            </a:solidFill>
            <a:miter lim="800000"/>
            <a:headEnd/>
            <a:tailEnd/>
          </a:ln>
          <a:effectLst/>
        </p:spPr>
        <p:txBody>
          <a:bodyPr wrap="none" anchor="ctr"/>
          <a:lstStyle/>
          <a:p>
            <a:endParaRPr lang="fr-FR"/>
          </a:p>
        </p:txBody>
      </p:sp>
      <p:sp>
        <p:nvSpPr>
          <p:cNvPr id="373763" name="Rectangle-3"/>
          <p:cNvSpPr>
            <a:spLocks noChangeArrowheads="1"/>
          </p:cNvSpPr>
          <p:nvPr/>
        </p:nvSpPr>
        <p:spPr bwMode="auto">
          <a:xfrm>
            <a:off x="2076450" y="4337050"/>
            <a:ext cx="2509838" cy="2308225"/>
          </a:xfrm>
          <a:prstGeom prst="rect">
            <a:avLst/>
          </a:prstGeom>
          <a:solidFill>
            <a:schemeClr val="accent2"/>
          </a:solidFill>
          <a:ln w="9525" algn="ctr">
            <a:solidFill>
              <a:srgbClr val="333333"/>
            </a:solidFill>
            <a:miter lim="800000"/>
            <a:headEnd/>
            <a:tailEnd/>
          </a:ln>
          <a:effectLst/>
        </p:spPr>
        <p:txBody>
          <a:bodyPr wrap="none" anchor="ctr"/>
          <a:lstStyle/>
          <a:p>
            <a:endParaRPr lang="fr-FR"/>
          </a:p>
        </p:txBody>
      </p:sp>
      <p:sp>
        <p:nvSpPr>
          <p:cNvPr id="373764" name="Rectangle-4"/>
          <p:cNvSpPr>
            <a:spLocks noGrp="1" noChangeArrowheads="1"/>
          </p:cNvSpPr>
          <p:nvPr>
            <p:ph type="title"/>
          </p:nvPr>
        </p:nvSpPr>
        <p:spPr>
          <a:xfrm>
            <a:off x="228600" y="327169"/>
            <a:ext cx="8721436" cy="684212"/>
          </a:xfrm>
        </p:spPr>
        <p:txBody>
          <a:bodyPr/>
          <a:lstStyle/>
          <a:p>
            <a:r>
              <a:rPr lang="fr-FR" altLang="zh-CN" sz="2900" b="1" dirty="0">
                <a:solidFill>
                  <a:srgbClr val="C00000"/>
                </a:solidFill>
                <a:ea typeface="SimSun" pitchFamily="2" charset="-122"/>
                <a:cs typeface="Arial Narrow" pitchFamily="34" charset="0"/>
              </a:rPr>
              <a:t>Qu'</a:t>
            </a:r>
            <a:r>
              <a:rPr lang="fr-FR" altLang="zh-CN" sz="2900" b="1" dirty="0" err="1">
                <a:solidFill>
                  <a:srgbClr val="C00000"/>
                </a:solidFill>
                <a:ea typeface="SimSun" pitchFamily="2" charset="-122"/>
                <a:cs typeface="Arial Narrow" pitchFamily="34" charset="0"/>
              </a:rPr>
              <a:t>est‑ce</a:t>
            </a:r>
            <a:r>
              <a:rPr lang="fr-FR" altLang="zh-CN" sz="2900" b="1" dirty="0">
                <a:solidFill>
                  <a:srgbClr val="C00000"/>
                </a:solidFill>
                <a:ea typeface="SimSun" pitchFamily="2" charset="-122"/>
                <a:cs typeface="Arial Narrow" pitchFamily="34" charset="0"/>
              </a:rPr>
              <a:t> qu'un volume en miroir ?</a:t>
            </a:r>
            <a:r>
              <a:rPr lang="en-IE" altLang="zh-CN" sz="2900" b="1" dirty="0">
                <a:solidFill>
                  <a:srgbClr val="C00000"/>
                </a:solidFill>
                <a:ea typeface="SimSun" pitchFamily="2" charset="-122"/>
                <a:cs typeface="Arial Narrow" pitchFamily="34" charset="0"/>
              </a:rPr>
              <a:t> </a:t>
            </a:r>
            <a:endParaRPr lang="en-US" sz="2900" b="1" dirty="0">
              <a:solidFill>
                <a:srgbClr val="C00000"/>
              </a:solidFill>
              <a:ea typeface="SimSun" pitchFamily="2" charset="-122"/>
              <a:cs typeface="Arial Narrow" pitchFamily="34" charset="0"/>
            </a:endParaRPr>
          </a:p>
        </p:txBody>
      </p:sp>
      <p:pic>
        <p:nvPicPr>
          <p:cNvPr id="373782" name="Picture-22" descr="HardDiskDrive01"/>
          <p:cNvPicPr>
            <a:picLocks noGrp="1" noChangeAspect="1" noChangeArrowheads="1"/>
          </p:cNvPicPr>
          <p:nvPr>
            <p:ph sz="half" idx="2"/>
          </p:nvPr>
        </p:nvPicPr>
        <p:blipFill>
          <a:blip r:embed="rId4" cstate="print"/>
          <a:srcRect/>
          <a:stretch>
            <a:fillRect/>
          </a:stretch>
        </p:blipFill>
        <p:spPr>
          <a:xfrm>
            <a:off x="2241550" y="4438650"/>
            <a:ext cx="968375" cy="709613"/>
          </a:xfrm>
          <a:noFill/>
          <a:ln/>
        </p:spPr>
      </p:pic>
      <p:sp>
        <p:nvSpPr>
          <p:cNvPr id="373767" name="Rectangle-7"/>
          <p:cNvSpPr>
            <a:spLocks noChangeArrowheads="1"/>
          </p:cNvSpPr>
          <p:nvPr/>
        </p:nvSpPr>
        <p:spPr bwMode="auto">
          <a:xfrm>
            <a:off x="4459288" y="5246688"/>
            <a:ext cx="1244600" cy="4762"/>
          </a:xfrm>
          <a:prstGeom prst="rect">
            <a:avLst/>
          </a:prstGeom>
          <a:solidFill>
            <a:srgbClr val="DC0A81"/>
          </a:solidFill>
          <a:ln w="9525">
            <a:noFill/>
            <a:miter lim="800000"/>
            <a:headEnd/>
            <a:tailEnd/>
          </a:ln>
        </p:spPr>
        <p:txBody>
          <a:bodyPr/>
          <a:lstStyle/>
          <a:p>
            <a:endParaRPr lang="fr-FR"/>
          </a:p>
        </p:txBody>
      </p:sp>
      <p:sp>
        <p:nvSpPr>
          <p:cNvPr id="373770" name="Freeform-10"/>
          <p:cNvSpPr>
            <a:spLocks/>
          </p:cNvSpPr>
          <p:nvPr/>
        </p:nvSpPr>
        <p:spPr bwMode="auto">
          <a:xfrm flipV="1">
            <a:off x="3911600" y="4787900"/>
            <a:ext cx="1330325" cy="1092200"/>
          </a:xfrm>
          <a:custGeom>
            <a:avLst/>
            <a:gdLst/>
            <a:ahLst/>
            <a:cxnLst>
              <a:cxn ang="0">
                <a:pos x="878" y="143"/>
              </a:cxn>
              <a:cxn ang="0">
                <a:pos x="843" y="144"/>
              </a:cxn>
              <a:cxn ang="0">
                <a:pos x="822" y="149"/>
              </a:cxn>
              <a:cxn ang="0">
                <a:pos x="796" y="155"/>
              </a:cxn>
              <a:cxn ang="0">
                <a:pos x="767" y="163"/>
              </a:cxn>
              <a:cxn ang="0">
                <a:pos x="738" y="176"/>
              </a:cxn>
              <a:cxn ang="0">
                <a:pos x="707" y="194"/>
              </a:cxn>
              <a:cxn ang="0">
                <a:pos x="693" y="204"/>
              </a:cxn>
              <a:cxn ang="0">
                <a:pos x="671" y="223"/>
              </a:cxn>
              <a:cxn ang="0">
                <a:pos x="649" y="243"/>
              </a:cxn>
              <a:cxn ang="0">
                <a:pos x="622" y="276"/>
              </a:cxn>
              <a:cxn ang="0">
                <a:pos x="597" y="317"/>
              </a:cxn>
              <a:cxn ang="0">
                <a:pos x="585" y="340"/>
              </a:cxn>
              <a:cxn ang="0">
                <a:pos x="567" y="391"/>
              </a:cxn>
              <a:cxn ang="0">
                <a:pos x="555" y="434"/>
              </a:cxn>
              <a:cxn ang="0">
                <a:pos x="549" y="466"/>
              </a:cxn>
              <a:cxn ang="0">
                <a:pos x="545" y="463"/>
              </a:cxn>
              <a:cxn ang="0">
                <a:pos x="540" y="466"/>
              </a:cxn>
              <a:cxn ang="0">
                <a:pos x="530" y="420"/>
              </a:cxn>
              <a:cxn ang="0">
                <a:pos x="514" y="365"/>
              </a:cxn>
              <a:cxn ang="0">
                <a:pos x="493" y="317"/>
              </a:cxn>
              <a:cxn ang="0">
                <a:pos x="468" y="276"/>
              </a:cxn>
              <a:cxn ang="0">
                <a:pos x="455" y="259"/>
              </a:cxn>
              <a:cxn ang="0">
                <a:pos x="427" y="229"/>
              </a:cxn>
              <a:cxn ang="0">
                <a:pos x="397" y="204"/>
              </a:cxn>
              <a:cxn ang="0">
                <a:pos x="368" y="185"/>
              </a:cxn>
              <a:cxn ang="0">
                <a:pos x="338" y="169"/>
              </a:cxn>
              <a:cxn ang="0">
                <a:pos x="309" y="159"/>
              </a:cxn>
              <a:cxn ang="0">
                <a:pos x="281" y="152"/>
              </a:cxn>
              <a:cxn ang="0">
                <a:pos x="246" y="144"/>
              </a:cxn>
              <a:cxn ang="0">
                <a:pos x="211" y="143"/>
              </a:cxn>
              <a:cxn ang="0">
                <a:pos x="207" y="178"/>
              </a:cxn>
              <a:cxn ang="0">
                <a:pos x="0" y="89"/>
              </a:cxn>
              <a:cxn ang="0">
                <a:pos x="198" y="53"/>
              </a:cxn>
              <a:cxn ang="0">
                <a:pos x="227" y="59"/>
              </a:cxn>
              <a:cxn ang="0">
                <a:pos x="261" y="66"/>
              </a:cxn>
              <a:cxn ang="0">
                <a:pos x="300" y="79"/>
              </a:cxn>
              <a:cxn ang="0">
                <a:pos x="345" y="98"/>
              </a:cxn>
              <a:cxn ang="0">
                <a:pos x="377" y="115"/>
              </a:cxn>
              <a:cxn ang="0">
                <a:pos x="407" y="134"/>
              </a:cxn>
              <a:cxn ang="0">
                <a:pos x="438" y="159"/>
              </a:cxn>
              <a:cxn ang="0">
                <a:pos x="465" y="186"/>
              </a:cxn>
              <a:cxn ang="0">
                <a:pos x="491" y="220"/>
              </a:cxn>
              <a:cxn ang="0">
                <a:pos x="513" y="258"/>
              </a:cxn>
              <a:cxn ang="0">
                <a:pos x="529" y="300"/>
              </a:cxn>
              <a:cxn ang="0">
                <a:pos x="536" y="323"/>
              </a:cxn>
              <a:cxn ang="0">
                <a:pos x="545" y="375"/>
              </a:cxn>
              <a:cxn ang="0">
                <a:pos x="553" y="323"/>
              </a:cxn>
              <a:cxn ang="0">
                <a:pos x="561" y="300"/>
              </a:cxn>
              <a:cxn ang="0">
                <a:pos x="577" y="258"/>
              </a:cxn>
              <a:cxn ang="0">
                <a:pos x="598" y="220"/>
              </a:cxn>
              <a:cxn ang="0">
                <a:pos x="625" y="186"/>
              </a:cxn>
              <a:cxn ang="0">
                <a:pos x="652" y="159"/>
              </a:cxn>
              <a:cxn ang="0">
                <a:pos x="682" y="134"/>
              </a:cxn>
              <a:cxn ang="0">
                <a:pos x="713" y="115"/>
              </a:cxn>
              <a:cxn ang="0">
                <a:pos x="745" y="98"/>
              </a:cxn>
              <a:cxn ang="0">
                <a:pos x="790" y="79"/>
              </a:cxn>
              <a:cxn ang="0">
                <a:pos x="817" y="71"/>
              </a:cxn>
              <a:cxn ang="0">
                <a:pos x="862" y="59"/>
              </a:cxn>
              <a:cxn ang="0">
                <a:pos x="891" y="53"/>
              </a:cxn>
              <a:cxn ang="0">
                <a:pos x="1090" y="89"/>
              </a:cxn>
              <a:cxn ang="0">
                <a:pos x="883" y="178"/>
              </a:cxn>
            </a:cxnLst>
            <a:rect l="0" t="0" r="r" b="b"/>
            <a:pathLst>
              <a:path w="1090" h="484">
                <a:moveTo>
                  <a:pt x="891" y="143"/>
                </a:moveTo>
                <a:lnTo>
                  <a:pt x="878" y="143"/>
                </a:lnTo>
                <a:lnTo>
                  <a:pt x="864" y="143"/>
                </a:lnTo>
                <a:lnTo>
                  <a:pt x="843" y="144"/>
                </a:lnTo>
                <a:lnTo>
                  <a:pt x="833" y="146"/>
                </a:lnTo>
                <a:lnTo>
                  <a:pt x="822" y="149"/>
                </a:lnTo>
                <a:lnTo>
                  <a:pt x="809" y="152"/>
                </a:lnTo>
                <a:lnTo>
                  <a:pt x="796" y="155"/>
                </a:lnTo>
                <a:lnTo>
                  <a:pt x="781" y="159"/>
                </a:lnTo>
                <a:lnTo>
                  <a:pt x="767" y="163"/>
                </a:lnTo>
                <a:lnTo>
                  <a:pt x="752" y="169"/>
                </a:lnTo>
                <a:lnTo>
                  <a:pt x="738" y="176"/>
                </a:lnTo>
                <a:lnTo>
                  <a:pt x="723" y="185"/>
                </a:lnTo>
                <a:lnTo>
                  <a:pt x="707" y="194"/>
                </a:lnTo>
                <a:lnTo>
                  <a:pt x="700" y="198"/>
                </a:lnTo>
                <a:lnTo>
                  <a:pt x="693" y="204"/>
                </a:lnTo>
                <a:lnTo>
                  <a:pt x="678" y="215"/>
                </a:lnTo>
                <a:lnTo>
                  <a:pt x="671" y="223"/>
                </a:lnTo>
                <a:lnTo>
                  <a:pt x="664" y="229"/>
                </a:lnTo>
                <a:lnTo>
                  <a:pt x="649" y="243"/>
                </a:lnTo>
                <a:lnTo>
                  <a:pt x="635" y="259"/>
                </a:lnTo>
                <a:lnTo>
                  <a:pt x="622" y="276"/>
                </a:lnTo>
                <a:lnTo>
                  <a:pt x="609" y="295"/>
                </a:lnTo>
                <a:lnTo>
                  <a:pt x="597" y="317"/>
                </a:lnTo>
                <a:lnTo>
                  <a:pt x="591" y="329"/>
                </a:lnTo>
                <a:lnTo>
                  <a:pt x="585" y="340"/>
                </a:lnTo>
                <a:lnTo>
                  <a:pt x="577" y="365"/>
                </a:lnTo>
                <a:lnTo>
                  <a:pt x="567" y="391"/>
                </a:lnTo>
                <a:lnTo>
                  <a:pt x="559" y="420"/>
                </a:lnTo>
                <a:lnTo>
                  <a:pt x="555" y="434"/>
                </a:lnTo>
                <a:lnTo>
                  <a:pt x="552" y="450"/>
                </a:lnTo>
                <a:lnTo>
                  <a:pt x="549" y="466"/>
                </a:lnTo>
                <a:lnTo>
                  <a:pt x="548" y="484"/>
                </a:lnTo>
                <a:lnTo>
                  <a:pt x="545" y="463"/>
                </a:lnTo>
                <a:lnTo>
                  <a:pt x="543" y="484"/>
                </a:lnTo>
                <a:lnTo>
                  <a:pt x="540" y="466"/>
                </a:lnTo>
                <a:lnTo>
                  <a:pt x="538" y="450"/>
                </a:lnTo>
                <a:lnTo>
                  <a:pt x="530" y="420"/>
                </a:lnTo>
                <a:lnTo>
                  <a:pt x="523" y="391"/>
                </a:lnTo>
                <a:lnTo>
                  <a:pt x="514" y="365"/>
                </a:lnTo>
                <a:lnTo>
                  <a:pt x="504" y="340"/>
                </a:lnTo>
                <a:lnTo>
                  <a:pt x="493" y="317"/>
                </a:lnTo>
                <a:lnTo>
                  <a:pt x="481" y="295"/>
                </a:lnTo>
                <a:lnTo>
                  <a:pt x="468" y="276"/>
                </a:lnTo>
                <a:lnTo>
                  <a:pt x="462" y="268"/>
                </a:lnTo>
                <a:lnTo>
                  <a:pt x="455" y="259"/>
                </a:lnTo>
                <a:lnTo>
                  <a:pt x="440" y="243"/>
                </a:lnTo>
                <a:lnTo>
                  <a:pt x="427" y="229"/>
                </a:lnTo>
                <a:lnTo>
                  <a:pt x="411" y="215"/>
                </a:lnTo>
                <a:lnTo>
                  <a:pt x="397" y="204"/>
                </a:lnTo>
                <a:lnTo>
                  <a:pt x="382" y="194"/>
                </a:lnTo>
                <a:lnTo>
                  <a:pt x="368" y="185"/>
                </a:lnTo>
                <a:lnTo>
                  <a:pt x="352" y="176"/>
                </a:lnTo>
                <a:lnTo>
                  <a:pt x="338" y="169"/>
                </a:lnTo>
                <a:lnTo>
                  <a:pt x="323" y="163"/>
                </a:lnTo>
                <a:lnTo>
                  <a:pt x="309" y="159"/>
                </a:lnTo>
                <a:lnTo>
                  <a:pt x="294" y="155"/>
                </a:lnTo>
                <a:lnTo>
                  <a:pt x="281" y="152"/>
                </a:lnTo>
                <a:lnTo>
                  <a:pt x="269" y="149"/>
                </a:lnTo>
                <a:lnTo>
                  <a:pt x="246" y="144"/>
                </a:lnTo>
                <a:lnTo>
                  <a:pt x="226" y="143"/>
                </a:lnTo>
                <a:lnTo>
                  <a:pt x="211" y="143"/>
                </a:lnTo>
                <a:lnTo>
                  <a:pt x="198" y="143"/>
                </a:lnTo>
                <a:lnTo>
                  <a:pt x="207" y="178"/>
                </a:lnTo>
                <a:lnTo>
                  <a:pt x="211" y="202"/>
                </a:lnTo>
                <a:lnTo>
                  <a:pt x="0" y="89"/>
                </a:lnTo>
                <a:lnTo>
                  <a:pt x="211" y="0"/>
                </a:lnTo>
                <a:lnTo>
                  <a:pt x="198" y="53"/>
                </a:lnTo>
                <a:lnTo>
                  <a:pt x="213" y="56"/>
                </a:lnTo>
                <a:lnTo>
                  <a:pt x="227" y="59"/>
                </a:lnTo>
                <a:lnTo>
                  <a:pt x="249" y="63"/>
                </a:lnTo>
                <a:lnTo>
                  <a:pt x="261" y="66"/>
                </a:lnTo>
                <a:lnTo>
                  <a:pt x="272" y="71"/>
                </a:lnTo>
                <a:lnTo>
                  <a:pt x="300" y="79"/>
                </a:lnTo>
                <a:lnTo>
                  <a:pt x="330" y="91"/>
                </a:lnTo>
                <a:lnTo>
                  <a:pt x="345" y="98"/>
                </a:lnTo>
                <a:lnTo>
                  <a:pt x="361" y="107"/>
                </a:lnTo>
                <a:lnTo>
                  <a:pt x="377" y="115"/>
                </a:lnTo>
                <a:lnTo>
                  <a:pt x="391" y="124"/>
                </a:lnTo>
                <a:lnTo>
                  <a:pt x="407" y="134"/>
                </a:lnTo>
                <a:lnTo>
                  <a:pt x="423" y="146"/>
                </a:lnTo>
                <a:lnTo>
                  <a:pt x="438" y="159"/>
                </a:lnTo>
                <a:lnTo>
                  <a:pt x="452" y="172"/>
                </a:lnTo>
                <a:lnTo>
                  <a:pt x="465" y="186"/>
                </a:lnTo>
                <a:lnTo>
                  <a:pt x="478" y="202"/>
                </a:lnTo>
                <a:lnTo>
                  <a:pt x="491" y="220"/>
                </a:lnTo>
                <a:lnTo>
                  <a:pt x="501" y="239"/>
                </a:lnTo>
                <a:lnTo>
                  <a:pt x="513" y="258"/>
                </a:lnTo>
                <a:lnTo>
                  <a:pt x="522" y="278"/>
                </a:lnTo>
                <a:lnTo>
                  <a:pt x="529" y="300"/>
                </a:lnTo>
                <a:lnTo>
                  <a:pt x="533" y="311"/>
                </a:lnTo>
                <a:lnTo>
                  <a:pt x="536" y="323"/>
                </a:lnTo>
                <a:lnTo>
                  <a:pt x="542" y="349"/>
                </a:lnTo>
                <a:lnTo>
                  <a:pt x="545" y="375"/>
                </a:lnTo>
                <a:lnTo>
                  <a:pt x="548" y="349"/>
                </a:lnTo>
                <a:lnTo>
                  <a:pt x="553" y="323"/>
                </a:lnTo>
                <a:lnTo>
                  <a:pt x="556" y="311"/>
                </a:lnTo>
                <a:lnTo>
                  <a:pt x="561" y="300"/>
                </a:lnTo>
                <a:lnTo>
                  <a:pt x="568" y="278"/>
                </a:lnTo>
                <a:lnTo>
                  <a:pt x="577" y="258"/>
                </a:lnTo>
                <a:lnTo>
                  <a:pt x="588" y="239"/>
                </a:lnTo>
                <a:lnTo>
                  <a:pt x="598" y="220"/>
                </a:lnTo>
                <a:lnTo>
                  <a:pt x="611" y="202"/>
                </a:lnTo>
                <a:lnTo>
                  <a:pt x="625" y="186"/>
                </a:lnTo>
                <a:lnTo>
                  <a:pt x="638" y="172"/>
                </a:lnTo>
                <a:lnTo>
                  <a:pt x="652" y="159"/>
                </a:lnTo>
                <a:lnTo>
                  <a:pt x="668" y="146"/>
                </a:lnTo>
                <a:lnTo>
                  <a:pt x="682" y="134"/>
                </a:lnTo>
                <a:lnTo>
                  <a:pt x="698" y="124"/>
                </a:lnTo>
                <a:lnTo>
                  <a:pt x="713" y="115"/>
                </a:lnTo>
                <a:lnTo>
                  <a:pt x="729" y="107"/>
                </a:lnTo>
                <a:lnTo>
                  <a:pt x="745" y="98"/>
                </a:lnTo>
                <a:lnTo>
                  <a:pt x="759" y="91"/>
                </a:lnTo>
                <a:lnTo>
                  <a:pt x="790" y="79"/>
                </a:lnTo>
                <a:lnTo>
                  <a:pt x="803" y="75"/>
                </a:lnTo>
                <a:lnTo>
                  <a:pt x="817" y="71"/>
                </a:lnTo>
                <a:lnTo>
                  <a:pt x="840" y="63"/>
                </a:lnTo>
                <a:lnTo>
                  <a:pt x="862" y="59"/>
                </a:lnTo>
                <a:lnTo>
                  <a:pt x="878" y="56"/>
                </a:lnTo>
                <a:lnTo>
                  <a:pt x="891" y="53"/>
                </a:lnTo>
                <a:lnTo>
                  <a:pt x="878" y="0"/>
                </a:lnTo>
                <a:lnTo>
                  <a:pt x="1090" y="89"/>
                </a:lnTo>
                <a:lnTo>
                  <a:pt x="878" y="202"/>
                </a:lnTo>
                <a:lnTo>
                  <a:pt x="883" y="178"/>
                </a:lnTo>
                <a:lnTo>
                  <a:pt x="891" y="143"/>
                </a:lnTo>
                <a:close/>
              </a:path>
            </a:pathLst>
          </a:custGeom>
          <a:solidFill>
            <a:srgbClr val="FF0000">
              <a:alpha val="75000"/>
            </a:srgbClr>
          </a:solidFill>
          <a:ln w="9525">
            <a:noFill/>
            <a:round/>
            <a:headEnd/>
            <a:tailEnd/>
          </a:ln>
        </p:spPr>
        <p:txBody>
          <a:bodyPr/>
          <a:lstStyle/>
          <a:p>
            <a:endParaRPr lang="fr-FR"/>
          </a:p>
        </p:txBody>
      </p:sp>
      <p:sp>
        <p:nvSpPr>
          <p:cNvPr id="373771" name="Text-Box-11"/>
          <p:cNvSpPr txBox="1">
            <a:spLocks noChangeArrowheads="1"/>
          </p:cNvSpPr>
          <p:nvPr/>
        </p:nvSpPr>
        <p:spPr bwMode="auto">
          <a:xfrm>
            <a:off x="4292600" y="5367338"/>
            <a:ext cx="590550" cy="366712"/>
          </a:xfrm>
          <a:prstGeom prst="rect">
            <a:avLst/>
          </a:prstGeom>
          <a:noFill/>
          <a:ln w="9525" algn="ctr">
            <a:noFill/>
            <a:miter lim="800000"/>
            <a:headEnd/>
            <a:tailEnd/>
          </a:ln>
          <a:effectLst/>
        </p:spPr>
        <p:txBody>
          <a:bodyPr wrap="none">
            <a:spAutoFit/>
          </a:bodyPr>
          <a:lstStyle/>
          <a:p>
            <a:r>
              <a:rPr lang="fr-FR" altLang="zh-CN">
                <a:solidFill>
                  <a:srgbClr val="000000"/>
                </a:solidFill>
                <a:ea typeface="SimSun" pitchFamily="2" charset="-122"/>
                <a:cs typeface="Arial Narrow" pitchFamily="34" charset="0"/>
              </a:rPr>
              <a:t>Données</a:t>
            </a:r>
            <a:r>
              <a:rPr lang="en-IE" altLang="zh-CN">
                <a:solidFill>
                  <a:srgbClr val="000000"/>
                </a:solidFill>
                <a:ea typeface="SimSun" pitchFamily="2" charset="-122"/>
                <a:cs typeface="Arial Narrow" pitchFamily="34" charset="0"/>
              </a:rPr>
              <a:t> </a:t>
            </a:r>
            <a:endParaRPr lang="en-US">
              <a:solidFill>
                <a:srgbClr val="000000"/>
              </a:solidFill>
              <a:ea typeface="SimSun" pitchFamily="2" charset="-122"/>
              <a:cs typeface="Arial Narrow" pitchFamily="34" charset="0"/>
            </a:endParaRPr>
          </a:p>
        </p:txBody>
      </p:sp>
      <p:sp>
        <p:nvSpPr>
          <p:cNvPr id="373772" name="Text-Box-12"/>
          <p:cNvSpPr txBox="1">
            <a:spLocks noChangeArrowheads="1"/>
          </p:cNvSpPr>
          <p:nvPr/>
        </p:nvSpPr>
        <p:spPr bwMode="auto">
          <a:xfrm>
            <a:off x="3432175" y="4386263"/>
            <a:ext cx="2170113" cy="457200"/>
          </a:xfrm>
          <a:prstGeom prst="rect">
            <a:avLst/>
          </a:prstGeom>
          <a:noFill/>
          <a:ln w="9525" algn="ctr">
            <a:noFill/>
            <a:miter lim="800000"/>
            <a:headEnd/>
            <a:tailEnd/>
          </a:ln>
          <a:effectLst/>
        </p:spPr>
        <p:txBody>
          <a:bodyPr wrap="none">
            <a:spAutoFit/>
          </a:bodyPr>
          <a:lstStyle/>
          <a:p>
            <a:r>
              <a:rPr lang="fr-FR" altLang="zh-CN" sz="2400">
                <a:solidFill>
                  <a:srgbClr val="000000"/>
                </a:solidFill>
                <a:ea typeface="SimSun" pitchFamily="2" charset="-122"/>
                <a:cs typeface="Arial Narrow" pitchFamily="34" charset="0"/>
              </a:rPr>
              <a:t>Volume en miroir</a:t>
            </a:r>
            <a:r>
              <a:rPr lang="en-IE" altLang="zh-CN" sz="2400">
                <a:solidFill>
                  <a:srgbClr val="000000"/>
                </a:solidFill>
                <a:ea typeface="SimSun" pitchFamily="2" charset="-122"/>
                <a:cs typeface="Arial Narrow" pitchFamily="34" charset="0"/>
              </a:rPr>
              <a:t> </a:t>
            </a:r>
            <a:endParaRPr lang="en-US" sz="2400">
              <a:solidFill>
                <a:srgbClr val="000000"/>
              </a:solidFill>
              <a:ea typeface="SimSun" pitchFamily="2" charset="-122"/>
              <a:cs typeface="Arial Narrow" pitchFamily="34" charset="0"/>
            </a:endParaRPr>
          </a:p>
        </p:txBody>
      </p:sp>
      <p:pic>
        <p:nvPicPr>
          <p:cNvPr id="373775" name="Picture-15" descr="Volume01"/>
          <p:cNvPicPr>
            <a:picLocks noChangeAspect="1" noChangeArrowheads="1"/>
          </p:cNvPicPr>
          <p:nvPr/>
        </p:nvPicPr>
        <p:blipFill>
          <a:blip r:embed="rId5"/>
          <a:srcRect/>
          <a:stretch>
            <a:fillRect/>
          </a:stretch>
        </p:blipFill>
        <p:spPr bwMode="auto">
          <a:xfrm>
            <a:off x="2209800" y="5218113"/>
            <a:ext cx="1719263" cy="1389062"/>
          </a:xfrm>
          <a:prstGeom prst="rect">
            <a:avLst/>
          </a:prstGeom>
          <a:noFill/>
        </p:spPr>
      </p:pic>
      <p:pic>
        <p:nvPicPr>
          <p:cNvPr id="373776" name="Picture-16" descr="Volume01"/>
          <p:cNvPicPr>
            <a:picLocks noChangeAspect="1" noChangeArrowheads="1"/>
          </p:cNvPicPr>
          <p:nvPr/>
        </p:nvPicPr>
        <p:blipFill>
          <a:blip r:embed="rId5"/>
          <a:srcRect/>
          <a:stretch>
            <a:fillRect/>
          </a:stretch>
        </p:blipFill>
        <p:spPr bwMode="auto">
          <a:xfrm>
            <a:off x="5210175" y="5232400"/>
            <a:ext cx="1719263" cy="1389063"/>
          </a:xfrm>
          <a:prstGeom prst="rect">
            <a:avLst/>
          </a:prstGeom>
          <a:noFill/>
        </p:spPr>
      </p:pic>
      <p:pic>
        <p:nvPicPr>
          <p:cNvPr id="373786" name="Picture-26" descr="HardDiskDrive01"/>
          <p:cNvPicPr>
            <a:picLocks noChangeAspect="1" noChangeArrowheads="1"/>
          </p:cNvPicPr>
          <p:nvPr/>
        </p:nvPicPr>
        <p:blipFill>
          <a:blip r:embed="rId6" cstate="print"/>
          <a:srcRect/>
          <a:stretch>
            <a:fillRect/>
          </a:stretch>
        </p:blipFill>
        <p:spPr bwMode="auto">
          <a:xfrm>
            <a:off x="6067425" y="4489450"/>
            <a:ext cx="919163" cy="6731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5810" name="Rectangle-2"/>
          <p:cNvSpPr>
            <a:spLocks noGrp="1" noChangeArrowheads="1"/>
          </p:cNvSpPr>
          <p:nvPr>
            <p:ph type="title"/>
          </p:nvPr>
        </p:nvSpPr>
        <p:spPr/>
        <p:txBody>
          <a:bodyPr/>
          <a:lstStyle/>
          <a:p>
            <a:r>
              <a:rPr lang="fr-FR" altLang="zh-CN" sz="2900" b="1" dirty="0">
                <a:solidFill>
                  <a:srgbClr val="C00000"/>
                </a:solidFill>
                <a:ea typeface="SimSun" pitchFamily="2" charset="-122"/>
                <a:cs typeface="Arial Narrow" pitchFamily="34" charset="0"/>
              </a:rPr>
              <a:t>Qu'</a:t>
            </a:r>
            <a:r>
              <a:rPr lang="fr-FR" altLang="zh-CN" sz="2900" b="1" dirty="0" err="1">
                <a:solidFill>
                  <a:srgbClr val="C00000"/>
                </a:solidFill>
                <a:ea typeface="SimSun" pitchFamily="2" charset="-122"/>
                <a:cs typeface="Arial Narrow" pitchFamily="34" charset="0"/>
              </a:rPr>
              <a:t>est‑ce</a:t>
            </a:r>
            <a:r>
              <a:rPr lang="fr-FR" altLang="zh-CN" sz="2900" b="1" dirty="0">
                <a:solidFill>
                  <a:srgbClr val="C00000"/>
                </a:solidFill>
                <a:ea typeface="SimSun" pitchFamily="2" charset="-122"/>
                <a:cs typeface="Arial Narrow" pitchFamily="34" charset="0"/>
              </a:rPr>
              <a:t> qu'un volume RAID‑5 ? </a:t>
            </a:r>
            <a:r>
              <a:rPr lang="en-US" sz="2900" b="1" dirty="0">
                <a:solidFill>
                  <a:srgbClr val="C00000"/>
                </a:solidFill>
                <a:ea typeface="SimSun" pitchFamily="2" charset="-122"/>
                <a:cs typeface="Arial Narrow" pitchFamily="34" charset="0"/>
              </a:rPr>
              <a:t> </a:t>
            </a:r>
          </a:p>
        </p:txBody>
      </p:sp>
      <p:sp>
        <p:nvSpPr>
          <p:cNvPr id="375811" name="Rectangle-3"/>
          <p:cNvSpPr>
            <a:spLocks noChangeArrowheads="1"/>
          </p:cNvSpPr>
          <p:nvPr/>
        </p:nvSpPr>
        <p:spPr bwMode="auto">
          <a:xfrm>
            <a:off x="0" y="0"/>
            <a:ext cx="9144000" cy="0"/>
          </a:xfrm>
          <a:prstGeom prst="rect">
            <a:avLst/>
          </a:prstGeom>
          <a:noFill/>
          <a:ln w="9525" algn="ctr">
            <a:noFill/>
            <a:miter lim="800000"/>
            <a:headEnd/>
            <a:tailEnd/>
          </a:ln>
          <a:effectLst/>
        </p:spPr>
        <p:txBody>
          <a:bodyPr wrap="none" anchor="ctr">
            <a:spAutoFit/>
          </a:bodyPr>
          <a:lstStyle/>
          <a:p>
            <a:endParaRPr lang="fr-FR"/>
          </a:p>
        </p:txBody>
      </p:sp>
      <p:sp>
        <p:nvSpPr>
          <p:cNvPr id="375814" name="Rectangle-6"/>
          <p:cNvSpPr>
            <a:spLocks noChangeArrowheads="1"/>
          </p:cNvSpPr>
          <p:nvPr/>
        </p:nvSpPr>
        <p:spPr bwMode="auto">
          <a:xfrm>
            <a:off x="735013" y="1524000"/>
            <a:ext cx="7610475" cy="4419600"/>
          </a:xfrm>
          <a:prstGeom prst="rect">
            <a:avLst/>
          </a:prstGeom>
          <a:solidFill>
            <a:srgbClr val="BBCDE3"/>
          </a:solidFill>
          <a:ln w="9525">
            <a:solidFill>
              <a:schemeClr val="tx1"/>
            </a:solidFill>
            <a:miter lim="800000"/>
            <a:headEnd/>
            <a:tailEnd/>
          </a:ln>
          <a:effectLst/>
        </p:spPr>
        <p:txBody>
          <a:bodyPr wrap="none" anchor="ctr"/>
          <a:lstStyle/>
          <a:p>
            <a:endParaRPr lang="fr-FR"/>
          </a:p>
        </p:txBody>
      </p:sp>
      <p:sp>
        <p:nvSpPr>
          <p:cNvPr id="375845" name="Text-Box-37"/>
          <p:cNvSpPr txBox="1">
            <a:spLocks noChangeArrowheads="1"/>
          </p:cNvSpPr>
          <p:nvPr/>
        </p:nvSpPr>
        <p:spPr bwMode="auto">
          <a:xfrm>
            <a:off x="2365375" y="1771650"/>
            <a:ext cx="1019175" cy="366713"/>
          </a:xfrm>
          <a:prstGeom prst="rect">
            <a:avLst/>
          </a:prstGeom>
          <a:noFill/>
          <a:ln w="9525">
            <a:noFill/>
            <a:miter lim="800000"/>
            <a:headEnd/>
            <a:tailEnd/>
          </a:ln>
          <a:effectLst/>
        </p:spPr>
        <p:txBody>
          <a:bodyPr wrap="none">
            <a:spAutoFit/>
          </a:bodyPr>
          <a:lstStyle/>
          <a:p>
            <a:pPr algn="l" eaLnBrk="1" hangingPunct="1"/>
            <a:r>
              <a:rPr lang="fr-FR" altLang="zh-CN">
                <a:solidFill>
                  <a:srgbClr val="000000"/>
                </a:solidFill>
                <a:ea typeface="SimSun" pitchFamily="2" charset="-122"/>
                <a:cs typeface="Times New Roman" pitchFamily="18" charset="0"/>
              </a:rPr>
              <a:t>Disque 1</a:t>
            </a:r>
            <a:r>
              <a:rPr lang="en-IE" altLang="zh-CN">
                <a:solidFill>
                  <a:srgbClr val="000000"/>
                </a:solidFill>
                <a:ea typeface="SimSun" pitchFamily="2" charset="-122"/>
                <a:cs typeface="Times New Roman" pitchFamily="18" charset="0"/>
              </a:rPr>
              <a:t> </a:t>
            </a:r>
            <a:endParaRPr lang="en-US">
              <a:solidFill>
                <a:srgbClr val="000000"/>
              </a:solidFill>
              <a:ea typeface="SimSun" pitchFamily="2" charset="-122"/>
              <a:cs typeface="Times New Roman" pitchFamily="18" charset="0"/>
            </a:endParaRPr>
          </a:p>
        </p:txBody>
      </p:sp>
      <p:sp>
        <p:nvSpPr>
          <p:cNvPr id="375846" name="Text-Box-38"/>
          <p:cNvSpPr txBox="1">
            <a:spLocks noChangeArrowheads="1"/>
          </p:cNvSpPr>
          <p:nvPr/>
        </p:nvSpPr>
        <p:spPr bwMode="auto">
          <a:xfrm>
            <a:off x="4573588" y="1771650"/>
            <a:ext cx="1019175" cy="366713"/>
          </a:xfrm>
          <a:prstGeom prst="rect">
            <a:avLst/>
          </a:prstGeom>
          <a:noFill/>
          <a:ln w="9525">
            <a:noFill/>
            <a:miter lim="800000"/>
            <a:headEnd/>
            <a:tailEnd/>
          </a:ln>
          <a:effectLst/>
        </p:spPr>
        <p:txBody>
          <a:bodyPr wrap="none">
            <a:spAutoFit/>
          </a:bodyPr>
          <a:lstStyle/>
          <a:p>
            <a:pPr algn="l" eaLnBrk="1" hangingPunct="1"/>
            <a:r>
              <a:rPr lang="fr-FR" altLang="zh-CN">
                <a:solidFill>
                  <a:srgbClr val="000000"/>
                </a:solidFill>
                <a:ea typeface="SimSun" pitchFamily="2" charset="-122"/>
                <a:cs typeface="Times New Roman" pitchFamily="18" charset="0"/>
              </a:rPr>
              <a:t>Disque 2</a:t>
            </a:r>
            <a:r>
              <a:rPr lang="en-IE" altLang="zh-CN">
                <a:solidFill>
                  <a:srgbClr val="000000"/>
                </a:solidFill>
                <a:ea typeface="SimSun" pitchFamily="2" charset="-122"/>
                <a:cs typeface="Times New Roman" pitchFamily="18" charset="0"/>
              </a:rPr>
              <a:t> </a:t>
            </a:r>
            <a:endParaRPr lang="en-US">
              <a:solidFill>
                <a:srgbClr val="000000"/>
              </a:solidFill>
              <a:ea typeface="SimSun" pitchFamily="2" charset="-122"/>
              <a:cs typeface="Times New Roman" pitchFamily="18" charset="0"/>
            </a:endParaRPr>
          </a:p>
        </p:txBody>
      </p:sp>
      <p:sp>
        <p:nvSpPr>
          <p:cNvPr id="375847" name="Text-Box-39"/>
          <p:cNvSpPr txBox="1">
            <a:spLocks noChangeArrowheads="1"/>
          </p:cNvSpPr>
          <p:nvPr/>
        </p:nvSpPr>
        <p:spPr bwMode="auto">
          <a:xfrm>
            <a:off x="6669088" y="1771650"/>
            <a:ext cx="1019175" cy="366713"/>
          </a:xfrm>
          <a:prstGeom prst="rect">
            <a:avLst/>
          </a:prstGeom>
          <a:noFill/>
          <a:ln w="9525">
            <a:noFill/>
            <a:miter lim="800000"/>
            <a:headEnd/>
            <a:tailEnd/>
          </a:ln>
          <a:effectLst/>
        </p:spPr>
        <p:txBody>
          <a:bodyPr wrap="none">
            <a:spAutoFit/>
          </a:bodyPr>
          <a:lstStyle/>
          <a:p>
            <a:pPr algn="l" eaLnBrk="1" hangingPunct="1"/>
            <a:r>
              <a:rPr lang="fr-FR" altLang="zh-CN">
                <a:solidFill>
                  <a:srgbClr val="000000"/>
                </a:solidFill>
                <a:ea typeface="SimSun" pitchFamily="2" charset="-122"/>
                <a:cs typeface="Times New Roman" pitchFamily="18" charset="0"/>
              </a:rPr>
              <a:t>Disque 3</a:t>
            </a:r>
            <a:r>
              <a:rPr lang="en-IE" altLang="zh-CN">
                <a:solidFill>
                  <a:srgbClr val="000000"/>
                </a:solidFill>
                <a:ea typeface="SimSun" pitchFamily="2" charset="-122"/>
                <a:cs typeface="Times New Roman" pitchFamily="18" charset="0"/>
              </a:rPr>
              <a:t> </a:t>
            </a:r>
            <a:endParaRPr lang="en-US">
              <a:solidFill>
                <a:srgbClr val="000000"/>
              </a:solidFill>
              <a:ea typeface="SimSun" pitchFamily="2" charset="-122"/>
              <a:cs typeface="Times New Roman" pitchFamily="18" charset="0"/>
            </a:endParaRPr>
          </a:p>
        </p:txBody>
      </p:sp>
      <p:sp>
        <p:nvSpPr>
          <p:cNvPr id="375848" name="Text-Box-40"/>
          <p:cNvSpPr txBox="1">
            <a:spLocks noChangeArrowheads="1"/>
          </p:cNvSpPr>
          <p:nvPr/>
        </p:nvSpPr>
        <p:spPr bwMode="auto">
          <a:xfrm>
            <a:off x="793750" y="4795838"/>
            <a:ext cx="966788" cy="366712"/>
          </a:xfrm>
          <a:prstGeom prst="rect">
            <a:avLst/>
          </a:prstGeom>
          <a:noFill/>
          <a:ln w="9525">
            <a:noFill/>
            <a:miter lim="800000"/>
            <a:headEnd/>
            <a:tailEnd/>
          </a:ln>
          <a:effectLst/>
        </p:spPr>
        <p:txBody>
          <a:bodyPr wrap="none">
            <a:spAutoFit/>
          </a:bodyPr>
          <a:lstStyle/>
          <a:p>
            <a:pPr algn="l" eaLnBrk="1" hangingPunct="1"/>
            <a:r>
              <a:rPr lang="fr-FR" altLang="zh-CN">
                <a:solidFill>
                  <a:srgbClr val="000000"/>
                </a:solidFill>
                <a:ea typeface="SimSun" pitchFamily="2" charset="-122"/>
                <a:cs typeface="Times New Roman" pitchFamily="18" charset="0"/>
              </a:rPr>
              <a:t>Bande 1</a:t>
            </a:r>
            <a:r>
              <a:rPr lang="en-IE" altLang="zh-CN">
                <a:solidFill>
                  <a:srgbClr val="000000"/>
                </a:solidFill>
                <a:ea typeface="SimSun" pitchFamily="2" charset="-122"/>
                <a:cs typeface="Times New Roman" pitchFamily="18" charset="0"/>
              </a:rPr>
              <a:t> </a:t>
            </a:r>
            <a:endParaRPr lang="en-US">
              <a:solidFill>
                <a:srgbClr val="000000"/>
              </a:solidFill>
              <a:ea typeface="SimSun" pitchFamily="2" charset="-122"/>
              <a:cs typeface="Times New Roman" pitchFamily="18" charset="0"/>
            </a:endParaRPr>
          </a:p>
        </p:txBody>
      </p:sp>
      <p:sp>
        <p:nvSpPr>
          <p:cNvPr id="375849" name="Text-Box-41"/>
          <p:cNvSpPr txBox="1">
            <a:spLocks noChangeArrowheads="1"/>
          </p:cNvSpPr>
          <p:nvPr/>
        </p:nvSpPr>
        <p:spPr bwMode="auto">
          <a:xfrm>
            <a:off x="793750" y="4418013"/>
            <a:ext cx="966788" cy="366712"/>
          </a:xfrm>
          <a:prstGeom prst="rect">
            <a:avLst/>
          </a:prstGeom>
          <a:noFill/>
          <a:ln w="9525">
            <a:noFill/>
            <a:miter lim="800000"/>
            <a:headEnd/>
            <a:tailEnd/>
          </a:ln>
          <a:effectLst/>
        </p:spPr>
        <p:txBody>
          <a:bodyPr wrap="none">
            <a:spAutoFit/>
          </a:bodyPr>
          <a:lstStyle/>
          <a:p>
            <a:pPr algn="l" eaLnBrk="1" hangingPunct="1"/>
            <a:r>
              <a:rPr lang="fr-FR" altLang="zh-CN">
                <a:solidFill>
                  <a:srgbClr val="000000"/>
                </a:solidFill>
                <a:ea typeface="SimSun" pitchFamily="2" charset="-122"/>
                <a:cs typeface="Times New Roman" pitchFamily="18" charset="0"/>
              </a:rPr>
              <a:t>Bande 2</a:t>
            </a:r>
            <a:r>
              <a:rPr lang="en-IE" altLang="zh-CN">
                <a:solidFill>
                  <a:srgbClr val="000000"/>
                </a:solidFill>
                <a:ea typeface="SimSun" pitchFamily="2" charset="-122"/>
                <a:cs typeface="Times New Roman" pitchFamily="18" charset="0"/>
              </a:rPr>
              <a:t> </a:t>
            </a:r>
            <a:endParaRPr lang="en-US">
              <a:solidFill>
                <a:srgbClr val="000000"/>
              </a:solidFill>
              <a:ea typeface="SimSun" pitchFamily="2" charset="-122"/>
              <a:cs typeface="Times New Roman" pitchFamily="18" charset="0"/>
            </a:endParaRPr>
          </a:p>
        </p:txBody>
      </p:sp>
      <p:sp>
        <p:nvSpPr>
          <p:cNvPr id="375850" name="Text-Box-42"/>
          <p:cNvSpPr txBox="1">
            <a:spLocks noChangeArrowheads="1"/>
          </p:cNvSpPr>
          <p:nvPr/>
        </p:nvSpPr>
        <p:spPr bwMode="auto">
          <a:xfrm>
            <a:off x="793750" y="4041775"/>
            <a:ext cx="1022350" cy="366713"/>
          </a:xfrm>
          <a:prstGeom prst="rect">
            <a:avLst/>
          </a:prstGeom>
          <a:noFill/>
          <a:ln w="9525">
            <a:noFill/>
            <a:miter lim="800000"/>
            <a:headEnd/>
            <a:tailEnd/>
          </a:ln>
          <a:effectLst/>
        </p:spPr>
        <p:txBody>
          <a:bodyPr>
            <a:spAutoFit/>
          </a:bodyPr>
          <a:lstStyle/>
          <a:p>
            <a:pPr algn="l" eaLnBrk="1" hangingPunct="1"/>
            <a:r>
              <a:rPr lang="fr-FR" altLang="zh-CN">
                <a:solidFill>
                  <a:srgbClr val="000000"/>
                </a:solidFill>
                <a:ea typeface="SimSun" pitchFamily="2" charset="-122"/>
                <a:cs typeface="Times New Roman" pitchFamily="18" charset="0"/>
              </a:rPr>
              <a:t>Bande 3</a:t>
            </a:r>
            <a:r>
              <a:rPr lang="en-IE" altLang="zh-CN">
                <a:solidFill>
                  <a:srgbClr val="000000"/>
                </a:solidFill>
                <a:ea typeface="SimSun" pitchFamily="2" charset="-122"/>
                <a:cs typeface="Times New Roman" pitchFamily="18" charset="0"/>
              </a:rPr>
              <a:t> </a:t>
            </a:r>
            <a:endParaRPr lang="en-US">
              <a:solidFill>
                <a:srgbClr val="000000"/>
              </a:solidFill>
              <a:ea typeface="SimSun" pitchFamily="2" charset="-122"/>
              <a:cs typeface="Times New Roman" pitchFamily="18" charset="0"/>
            </a:endParaRPr>
          </a:p>
        </p:txBody>
      </p:sp>
      <p:sp>
        <p:nvSpPr>
          <p:cNvPr id="375851" name="Text-Box-43"/>
          <p:cNvSpPr txBox="1">
            <a:spLocks noChangeArrowheads="1"/>
          </p:cNvSpPr>
          <p:nvPr/>
        </p:nvSpPr>
        <p:spPr bwMode="auto">
          <a:xfrm>
            <a:off x="793750" y="3627438"/>
            <a:ext cx="966788" cy="366712"/>
          </a:xfrm>
          <a:prstGeom prst="rect">
            <a:avLst/>
          </a:prstGeom>
          <a:noFill/>
          <a:ln w="9525">
            <a:noFill/>
            <a:miter lim="800000"/>
            <a:headEnd/>
            <a:tailEnd/>
          </a:ln>
          <a:effectLst/>
        </p:spPr>
        <p:txBody>
          <a:bodyPr wrap="none">
            <a:spAutoFit/>
          </a:bodyPr>
          <a:lstStyle/>
          <a:p>
            <a:pPr algn="l" eaLnBrk="1" hangingPunct="1"/>
            <a:r>
              <a:rPr lang="fr-FR" altLang="zh-CN">
                <a:solidFill>
                  <a:srgbClr val="000000"/>
                </a:solidFill>
                <a:ea typeface="SimSun" pitchFamily="2" charset="-122"/>
                <a:cs typeface="Times New Roman" pitchFamily="18" charset="0"/>
              </a:rPr>
              <a:t>Bande 4</a:t>
            </a:r>
            <a:r>
              <a:rPr lang="en-IE" altLang="zh-CN">
                <a:solidFill>
                  <a:srgbClr val="000000"/>
                </a:solidFill>
                <a:ea typeface="SimSun" pitchFamily="2" charset="-122"/>
                <a:cs typeface="Times New Roman" pitchFamily="18" charset="0"/>
              </a:rPr>
              <a:t> </a:t>
            </a:r>
            <a:endParaRPr lang="en-US">
              <a:solidFill>
                <a:srgbClr val="000000"/>
              </a:solidFill>
              <a:ea typeface="SimSun" pitchFamily="2" charset="-122"/>
              <a:cs typeface="Times New Roman" pitchFamily="18" charset="0"/>
            </a:endParaRPr>
          </a:p>
        </p:txBody>
      </p:sp>
      <p:sp>
        <p:nvSpPr>
          <p:cNvPr id="375852" name="Text-Box-44"/>
          <p:cNvSpPr txBox="1">
            <a:spLocks noChangeArrowheads="1"/>
          </p:cNvSpPr>
          <p:nvPr/>
        </p:nvSpPr>
        <p:spPr bwMode="auto">
          <a:xfrm>
            <a:off x="793750" y="3214688"/>
            <a:ext cx="966788" cy="366712"/>
          </a:xfrm>
          <a:prstGeom prst="rect">
            <a:avLst/>
          </a:prstGeom>
          <a:noFill/>
          <a:ln w="9525">
            <a:noFill/>
            <a:miter lim="800000"/>
            <a:headEnd/>
            <a:tailEnd/>
          </a:ln>
          <a:effectLst/>
        </p:spPr>
        <p:txBody>
          <a:bodyPr wrap="none">
            <a:spAutoFit/>
          </a:bodyPr>
          <a:lstStyle/>
          <a:p>
            <a:pPr algn="l" eaLnBrk="1" hangingPunct="1"/>
            <a:r>
              <a:rPr lang="fr-FR" altLang="zh-CN">
                <a:solidFill>
                  <a:srgbClr val="000000"/>
                </a:solidFill>
                <a:ea typeface="SimSun" pitchFamily="2" charset="-122"/>
                <a:cs typeface="Times New Roman" pitchFamily="18" charset="0"/>
              </a:rPr>
              <a:t>Bande 5</a:t>
            </a:r>
            <a:r>
              <a:rPr lang="en-IE" altLang="zh-CN">
                <a:solidFill>
                  <a:srgbClr val="000000"/>
                </a:solidFill>
                <a:ea typeface="SimSun" pitchFamily="2" charset="-122"/>
                <a:cs typeface="Times New Roman" pitchFamily="18" charset="0"/>
              </a:rPr>
              <a:t> </a:t>
            </a:r>
            <a:endParaRPr lang="en-US">
              <a:solidFill>
                <a:srgbClr val="000000"/>
              </a:solidFill>
              <a:ea typeface="SimSun" pitchFamily="2" charset="-122"/>
              <a:cs typeface="Times New Roman" pitchFamily="18" charset="0"/>
            </a:endParaRPr>
          </a:p>
        </p:txBody>
      </p:sp>
      <p:sp>
        <p:nvSpPr>
          <p:cNvPr id="375853" name="Text-Box-45"/>
          <p:cNvSpPr txBox="1">
            <a:spLocks noChangeArrowheads="1"/>
          </p:cNvSpPr>
          <p:nvPr/>
        </p:nvSpPr>
        <p:spPr bwMode="auto">
          <a:xfrm>
            <a:off x="793750" y="2767013"/>
            <a:ext cx="966788" cy="366712"/>
          </a:xfrm>
          <a:prstGeom prst="rect">
            <a:avLst/>
          </a:prstGeom>
          <a:noFill/>
          <a:ln w="9525">
            <a:noFill/>
            <a:miter lim="800000"/>
            <a:headEnd/>
            <a:tailEnd/>
          </a:ln>
          <a:effectLst/>
        </p:spPr>
        <p:txBody>
          <a:bodyPr wrap="none">
            <a:spAutoFit/>
          </a:bodyPr>
          <a:lstStyle/>
          <a:p>
            <a:pPr algn="l" eaLnBrk="1" hangingPunct="1"/>
            <a:r>
              <a:rPr lang="fr-FR" altLang="zh-CN" dirty="0">
                <a:solidFill>
                  <a:srgbClr val="000000"/>
                </a:solidFill>
                <a:ea typeface="SimSun" pitchFamily="2" charset="-122"/>
                <a:cs typeface="Times New Roman" pitchFamily="18" charset="0"/>
              </a:rPr>
              <a:t>Bande 6</a:t>
            </a:r>
            <a:r>
              <a:rPr lang="en-IE" altLang="zh-CN" dirty="0">
                <a:solidFill>
                  <a:srgbClr val="000000"/>
                </a:solidFill>
                <a:ea typeface="SimSun" pitchFamily="2" charset="-122"/>
                <a:cs typeface="Times New Roman" pitchFamily="18" charset="0"/>
              </a:rPr>
              <a:t> </a:t>
            </a:r>
            <a:endParaRPr lang="en-US" dirty="0">
              <a:solidFill>
                <a:srgbClr val="000000"/>
              </a:solidFill>
              <a:ea typeface="SimSun" pitchFamily="2" charset="-122"/>
              <a:cs typeface="Times New Roman" pitchFamily="18" charset="0"/>
            </a:endParaRPr>
          </a:p>
        </p:txBody>
      </p:sp>
      <p:grpSp>
        <p:nvGrpSpPr>
          <p:cNvPr id="2" name="Group-72"/>
          <p:cNvGrpSpPr>
            <a:grpSpLocks/>
          </p:cNvGrpSpPr>
          <p:nvPr/>
        </p:nvGrpSpPr>
        <p:grpSpPr bwMode="auto">
          <a:xfrm>
            <a:off x="2003425" y="2366963"/>
            <a:ext cx="1584325" cy="2928937"/>
            <a:chOff x="1262" y="1514"/>
            <a:chExt cx="998" cy="1845"/>
          </a:xfrm>
        </p:grpSpPr>
        <p:grpSp>
          <p:nvGrpSpPr>
            <p:cNvPr id="3" name="Group 46"/>
            <p:cNvGrpSpPr>
              <a:grpSpLocks/>
            </p:cNvGrpSpPr>
            <p:nvPr/>
          </p:nvGrpSpPr>
          <p:grpSpPr bwMode="auto">
            <a:xfrm>
              <a:off x="1262" y="1514"/>
              <a:ext cx="998" cy="1845"/>
              <a:chOff x="4349" y="1776"/>
              <a:chExt cx="998" cy="1845"/>
            </a:xfrm>
          </p:grpSpPr>
          <p:pic>
            <p:nvPicPr>
              <p:cNvPr id="375855" name="Picture-47" descr="Partitions01"/>
              <p:cNvPicPr>
                <a:picLocks noChangeAspect="1" noChangeArrowheads="1"/>
              </p:cNvPicPr>
              <p:nvPr/>
            </p:nvPicPr>
            <p:blipFill>
              <a:blip r:embed="rId3"/>
              <a:srcRect/>
              <a:stretch>
                <a:fillRect/>
              </a:stretch>
            </p:blipFill>
            <p:spPr bwMode="auto">
              <a:xfrm>
                <a:off x="4367" y="2363"/>
                <a:ext cx="964" cy="1258"/>
              </a:xfrm>
              <a:prstGeom prst="rect">
                <a:avLst/>
              </a:prstGeom>
              <a:noFill/>
              <a:ln w="9525">
                <a:noFill/>
                <a:miter lim="800000"/>
                <a:headEnd/>
                <a:tailEnd/>
              </a:ln>
            </p:spPr>
          </p:pic>
          <p:pic>
            <p:nvPicPr>
              <p:cNvPr id="375856" name="Picture-48" descr="Partitions01"/>
              <p:cNvPicPr>
                <a:picLocks noChangeAspect="1" noChangeArrowheads="1"/>
              </p:cNvPicPr>
              <p:nvPr/>
            </p:nvPicPr>
            <p:blipFill>
              <a:blip r:embed="rId3"/>
              <a:srcRect/>
              <a:stretch>
                <a:fillRect/>
              </a:stretch>
            </p:blipFill>
            <p:spPr bwMode="auto">
              <a:xfrm>
                <a:off x="4349" y="1776"/>
                <a:ext cx="998" cy="1392"/>
              </a:xfrm>
              <a:prstGeom prst="rect">
                <a:avLst/>
              </a:prstGeom>
              <a:noFill/>
              <a:ln w="9525">
                <a:noFill/>
                <a:miter lim="800000"/>
                <a:headEnd/>
                <a:tailEnd/>
              </a:ln>
            </p:spPr>
          </p:pic>
        </p:grpSp>
        <p:sp>
          <p:nvSpPr>
            <p:cNvPr id="375867" name="Text-Box-59"/>
            <p:cNvSpPr txBox="1">
              <a:spLocks noChangeArrowheads="1"/>
            </p:cNvSpPr>
            <p:nvPr/>
          </p:nvSpPr>
          <p:spPr bwMode="auto">
            <a:xfrm>
              <a:off x="1524" y="1841"/>
              <a:ext cx="478" cy="231"/>
            </a:xfrm>
            <a:prstGeom prst="rect">
              <a:avLst/>
            </a:prstGeom>
            <a:noFill/>
            <a:ln w="9525" algn="ctr">
              <a:noFill/>
              <a:miter lim="800000"/>
              <a:headEnd/>
              <a:tailEnd/>
            </a:ln>
            <a:effectLst/>
          </p:spPr>
          <p:txBody>
            <a:bodyPr wrap="none">
              <a:spAutoFit/>
            </a:bodyPr>
            <a:lstStyle/>
            <a:p>
              <a:r>
                <a:rPr lang="fr-FR" altLang="zh-CN">
                  <a:solidFill>
                    <a:srgbClr val="000000"/>
                  </a:solidFill>
                  <a:ea typeface="SimSun" pitchFamily="2" charset="-122"/>
                  <a:cs typeface="Arial Narrow" pitchFamily="34" charset="0"/>
                </a:rPr>
                <a:t>Parité</a:t>
              </a:r>
              <a:r>
                <a:rPr lang="en-IE" altLang="zh-CN">
                  <a:solidFill>
                    <a:srgbClr val="000000"/>
                  </a:solidFill>
                  <a:ea typeface="SimSun" pitchFamily="2" charset="-122"/>
                  <a:cs typeface="Arial Narrow" pitchFamily="34" charset="0"/>
                </a:rPr>
                <a:t> </a:t>
              </a:r>
              <a:endParaRPr lang="en-US">
                <a:solidFill>
                  <a:srgbClr val="000000"/>
                </a:solidFill>
                <a:ea typeface="SimSun" pitchFamily="2" charset="-122"/>
                <a:cs typeface="Arial Narrow" pitchFamily="34" charset="0"/>
              </a:endParaRPr>
            </a:p>
          </p:txBody>
        </p:sp>
        <p:sp>
          <p:nvSpPr>
            <p:cNvPr id="375868" name="Text-Box-60"/>
            <p:cNvSpPr txBox="1">
              <a:spLocks noChangeArrowheads="1"/>
            </p:cNvSpPr>
            <p:nvPr/>
          </p:nvSpPr>
          <p:spPr bwMode="auto">
            <a:xfrm>
              <a:off x="1524" y="2643"/>
              <a:ext cx="478" cy="231"/>
            </a:xfrm>
            <a:prstGeom prst="rect">
              <a:avLst/>
            </a:prstGeom>
            <a:noFill/>
            <a:ln w="9525" algn="ctr">
              <a:noFill/>
              <a:miter lim="800000"/>
              <a:headEnd/>
              <a:tailEnd/>
            </a:ln>
            <a:effectLst/>
          </p:spPr>
          <p:txBody>
            <a:bodyPr wrap="none">
              <a:spAutoFit/>
            </a:bodyPr>
            <a:lstStyle/>
            <a:p>
              <a:r>
                <a:rPr lang="fr-FR" altLang="zh-CN">
                  <a:solidFill>
                    <a:srgbClr val="000000"/>
                  </a:solidFill>
                  <a:ea typeface="SimSun" pitchFamily="2" charset="-122"/>
                  <a:cs typeface="Arial Narrow" pitchFamily="34" charset="0"/>
                </a:rPr>
                <a:t>Parité</a:t>
              </a:r>
              <a:r>
                <a:rPr lang="en-IE" altLang="zh-CN">
                  <a:solidFill>
                    <a:srgbClr val="000000"/>
                  </a:solidFill>
                  <a:ea typeface="SimSun" pitchFamily="2" charset="-122"/>
                  <a:cs typeface="Arial Narrow" pitchFamily="34" charset="0"/>
                </a:rPr>
                <a:t> </a:t>
              </a:r>
              <a:endParaRPr lang="en-US">
                <a:solidFill>
                  <a:srgbClr val="000000"/>
                </a:solidFill>
                <a:ea typeface="SimSun" pitchFamily="2" charset="-122"/>
                <a:cs typeface="Arial Narrow" pitchFamily="34" charset="0"/>
              </a:endParaRPr>
            </a:p>
          </p:txBody>
        </p:sp>
      </p:grpSp>
      <p:grpSp>
        <p:nvGrpSpPr>
          <p:cNvPr id="4" name="Group-69"/>
          <p:cNvGrpSpPr>
            <a:grpSpLocks/>
          </p:cNvGrpSpPr>
          <p:nvPr/>
        </p:nvGrpSpPr>
        <p:grpSpPr bwMode="auto">
          <a:xfrm>
            <a:off x="4243388" y="2366963"/>
            <a:ext cx="1584325" cy="2928937"/>
            <a:chOff x="2565" y="1502"/>
            <a:chExt cx="998" cy="1845"/>
          </a:xfrm>
        </p:grpSpPr>
        <p:grpSp>
          <p:nvGrpSpPr>
            <p:cNvPr id="5" name="Group 61"/>
            <p:cNvGrpSpPr>
              <a:grpSpLocks/>
            </p:cNvGrpSpPr>
            <p:nvPr/>
          </p:nvGrpSpPr>
          <p:grpSpPr bwMode="auto">
            <a:xfrm>
              <a:off x="2565" y="1502"/>
              <a:ext cx="998" cy="1845"/>
              <a:chOff x="4349" y="1776"/>
              <a:chExt cx="998" cy="1845"/>
            </a:xfrm>
          </p:grpSpPr>
          <p:pic>
            <p:nvPicPr>
              <p:cNvPr id="375870" name="Picture-62" descr="Partitions01"/>
              <p:cNvPicPr>
                <a:picLocks noChangeAspect="1" noChangeArrowheads="1"/>
              </p:cNvPicPr>
              <p:nvPr/>
            </p:nvPicPr>
            <p:blipFill>
              <a:blip r:embed="rId3"/>
              <a:srcRect/>
              <a:stretch>
                <a:fillRect/>
              </a:stretch>
            </p:blipFill>
            <p:spPr bwMode="auto">
              <a:xfrm>
                <a:off x="4367" y="2363"/>
                <a:ext cx="964" cy="1258"/>
              </a:xfrm>
              <a:prstGeom prst="rect">
                <a:avLst/>
              </a:prstGeom>
              <a:noFill/>
              <a:ln w="9525">
                <a:noFill/>
                <a:miter lim="800000"/>
                <a:headEnd/>
                <a:tailEnd/>
              </a:ln>
            </p:spPr>
          </p:pic>
          <p:pic>
            <p:nvPicPr>
              <p:cNvPr id="375871" name="Picture-63" descr="Partitions01"/>
              <p:cNvPicPr>
                <a:picLocks noChangeAspect="1" noChangeArrowheads="1"/>
              </p:cNvPicPr>
              <p:nvPr/>
            </p:nvPicPr>
            <p:blipFill>
              <a:blip r:embed="rId3"/>
              <a:srcRect/>
              <a:stretch>
                <a:fillRect/>
              </a:stretch>
            </p:blipFill>
            <p:spPr bwMode="auto">
              <a:xfrm>
                <a:off x="4349" y="1776"/>
                <a:ext cx="998" cy="1392"/>
              </a:xfrm>
              <a:prstGeom prst="rect">
                <a:avLst/>
              </a:prstGeom>
              <a:noFill/>
              <a:ln w="9525">
                <a:noFill/>
                <a:miter lim="800000"/>
                <a:headEnd/>
                <a:tailEnd/>
              </a:ln>
            </p:spPr>
          </p:pic>
        </p:grpSp>
        <p:sp>
          <p:nvSpPr>
            <p:cNvPr id="375872" name="Text-Box-64"/>
            <p:cNvSpPr txBox="1">
              <a:spLocks noChangeArrowheads="1"/>
            </p:cNvSpPr>
            <p:nvPr/>
          </p:nvSpPr>
          <p:spPr bwMode="auto">
            <a:xfrm>
              <a:off x="2783" y="2111"/>
              <a:ext cx="478" cy="231"/>
            </a:xfrm>
            <a:prstGeom prst="rect">
              <a:avLst/>
            </a:prstGeom>
            <a:noFill/>
            <a:ln w="9525" algn="ctr">
              <a:noFill/>
              <a:miter lim="800000"/>
              <a:headEnd/>
              <a:tailEnd/>
            </a:ln>
            <a:effectLst/>
          </p:spPr>
          <p:txBody>
            <a:bodyPr wrap="none">
              <a:spAutoFit/>
            </a:bodyPr>
            <a:lstStyle/>
            <a:p>
              <a:r>
                <a:rPr lang="fr-FR" altLang="zh-CN">
                  <a:solidFill>
                    <a:srgbClr val="000000"/>
                  </a:solidFill>
                  <a:ea typeface="SimSun" pitchFamily="2" charset="-122"/>
                  <a:cs typeface="Arial Narrow" pitchFamily="34" charset="0"/>
                </a:rPr>
                <a:t>Parité</a:t>
              </a:r>
              <a:r>
                <a:rPr lang="en-IE" altLang="zh-CN">
                  <a:solidFill>
                    <a:srgbClr val="000000"/>
                  </a:solidFill>
                  <a:ea typeface="SimSun" pitchFamily="2" charset="-122"/>
                  <a:cs typeface="Arial Narrow" pitchFamily="34" charset="0"/>
                </a:rPr>
                <a:t> </a:t>
              </a:r>
              <a:endParaRPr lang="en-US">
                <a:solidFill>
                  <a:srgbClr val="000000"/>
                </a:solidFill>
                <a:ea typeface="SimSun" pitchFamily="2" charset="-122"/>
                <a:cs typeface="Arial Narrow" pitchFamily="34" charset="0"/>
              </a:endParaRPr>
            </a:p>
          </p:txBody>
        </p:sp>
        <p:sp>
          <p:nvSpPr>
            <p:cNvPr id="375873" name="Text-Box-65"/>
            <p:cNvSpPr txBox="1">
              <a:spLocks noChangeArrowheads="1"/>
            </p:cNvSpPr>
            <p:nvPr/>
          </p:nvSpPr>
          <p:spPr bwMode="auto">
            <a:xfrm>
              <a:off x="2805" y="2891"/>
              <a:ext cx="478" cy="231"/>
            </a:xfrm>
            <a:prstGeom prst="rect">
              <a:avLst/>
            </a:prstGeom>
            <a:noFill/>
            <a:ln w="9525" algn="ctr">
              <a:noFill/>
              <a:miter lim="800000"/>
              <a:headEnd/>
              <a:tailEnd/>
            </a:ln>
            <a:effectLst/>
          </p:spPr>
          <p:txBody>
            <a:bodyPr wrap="none">
              <a:spAutoFit/>
            </a:bodyPr>
            <a:lstStyle/>
            <a:p>
              <a:r>
                <a:rPr lang="fr-FR" altLang="zh-CN">
                  <a:solidFill>
                    <a:srgbClr val="000000"/>
                  </a:solidFill>
                  <a:ea typeface="SimSun" pitchFamily="2" charset="-122"/>
                  <a:cs typeface="Arial Narrow" pitchFamily="34" charset="0"/>
                </a:rPr>
                <a:t>Parité</a:t>
              </a:r>
              <a:r>
                <a:rPr lang="en-IE" altLang="zh-CN">
                  <a:solidFill>
                    <a:srgbClr val="000000"/>
                  </a:solidFill>
                  <a:ea typeface="SimSun" pitchFamily="2" charset="-122"/>
                  <a:cs typeface="Arial Narrow" pitchFamily="34" charset="0"/>
                </a:rPr>
                <a:t> </a:t>
              </a:r>
              <a:endParaRPr lang="en-US">
                <a:solidFill>
                  <a:srgbClr val="000000"/>
                </a:solidFill>
                <a:ea typeface="SimSun" pitchFamily="2" charset="-122"/>
                <a:cs typeface="Arial Narrow" pitchFamily="34" charset="0"/>
              </a:endParaRPr>
            </a:p>
          </p:txBody>
        </p:sp>
      </p:grpSp>
      <p:grpSp>
        <p:nvGrpSpPr>
          <p:cNvPr id="6" name="Group-73"/>
          <p:cNvGrpSpPr>
            <a:grpSpLocks/>
          </p:cNvGrpSpPr>
          <p:nvPr/>
        </p:nvGrpSpPr>
        <p:grpSpPr bwMode="auto">
          <a:xfrm>
            <a:off x="6383338" y="2366963"/>
            <a:ext cx="1584325" cy="2928937"/>
            <a:chOff x="4021" y="1491"/>
            <a:chExt cx="998" cy="1845"/>
          </a:xfrm>
        </p:grpSpPr>
        <p:grpSp>
          <p:nvGrpSpPr>
            <p:cNvPr id="7" name="Group 66"/>
            <p:cNvGrpSpPr>
              <a:grpSpLocks/>
            </p:cNvGrpSpPr>
            <p:nvPr/>
          </p:nvGrpSpPr>
          <p:grpSpPr bwMode="auto">
            <a:xfrm>
              <a:off x="4021" y="1491"/>
              <a:ext cx="998" cy="1845"/>
              <a:chOff x="4349" y="1776"/>
              <a:chExt cx="998" cy="1845"/>
            </a:xfrm>
          </p:grpSpPr>
          <p:pic>
            <p:nvPicPr>
              <p:cNvPr id="375875" name="Picture-67" descr="Partitions01"/>
              <p:cNvPicPr>
                <a:picLocks noChangeAspect="1" noChangeArrowheads="1"/>
              </p:cNvPicPr>
              <p:nvPr/>
            </p:nvPicPr>
            <p:blipFill>
              <a:blip r:embed="rId3"/>
              <a:srcRect/>
              <a:stretch>
                <a:fillRect/>
              </a:stretch>
            </p:blipFill>
            <p:spPr bwMode="auto">
              <a:xfrm>
                <a:off x="4367" y="2363"/>
                <a:ext cx="964" cy="1258"/>
              </a:xfrm>
              <a:prstGeom prst="rect">
                <a:avLst/>
              </a:prstGeom>
              <a:noFill/>
              <a:ln w="9525">
                <a:noFill/>
                <a:miter lim="800000"/>
                <a:headEnd/>
                <a:tailEnd/>
              </a:ln>
            </p:spPr>
          </p:pic>
          <p:pic>
            <p:nvPicPr>
              <p:cNvPr id="375876" name="Picture-68" descr="Partitions01"/>
              <p:cNvPicPr>
                <a:picLocks noChangeAspect="1" noChangeArrowheads="1"/>
              </p:cNvPicPr>
              <p:nvPr/>
            </p:nvPicPr>
            <p:blipFill>
              <a:blip r:embed="rId3"/>
              <a:srcRect/>
              <a:stretch>
                <a:fillRect/>
              </a:stretch>
            </p:blipFill>
            <p:spPr bwMode="auto">
              <a:xfrm>
                <a:off x="4349" y="1776"/>
                <a:ext cx="998" cy="1392"/>
              </a:xfrm>
              <a:prstGeom prst="rect">
                <a:avLst/>
              </a:prstGeom>
              <a:noFill/>
              <a:ln w="9525">
                <a:noFill/>
                <a:miter lim="800000"/>
                <a:headEnd/>
                <a:tailEnd/>
              </a:ln>
            </p:spPr>
          </p:pic>
        </p:grpSp>
        <p:sp>
          <p:nvSpPr>
            <p:cNvPr id="375878" name="Text-Box-70"/>
            <p:cNvSpPr txBox="1">
              <a:spLocks noChangeArrowheads="1"/>
            </p:cNvSpPr>
            <p:nvPr/>
          </p:nvSpPr>
          <p:spPr bwMode="auto">
            <a:xfrm>
              <a:off x="4283" y="2371"/>
              <a:ext cx="478" cy="231"/>
            </a:xfrm>
            <a:prstGeom prst="rect">
              <a:avLst/>
            </a:prstGeom>
            <a:noFill/>
            <a:ln w="9525" algn="ctr">
              <a:noFill/>
              <a:miter lim="800000"/>
              <a:headEnd/>
              <a:tailEnd/>
            </a:ln>
            <a:effectLst/>
          </p:spPr>
          <p:txBody>
            <a:bodyPr wrap="none">
              <a:spAutoFit/>
            </a:bodyPr>
            <a:lstStyle/>
            <a:p>
              <a:r>
                <a:rPr lang="fr-FR" altLang="zh-CN">
                  <a:solidFill>
                    <a:srgbClr val="000000"/>
                  </a:solidFill>
                  <a:ea typeface="SimSun" pitchFamily="2" charset="-122"/>
                  <a:cs typeface="Arial Narrow" pitchFamily="34" charset="0"/>
                </a:rPr>
                <a:t>Parité</a:t>
              </a:r>
              <a:r>
                <a:rPr lang="en-IE" altLang="zh-CN">
                  <a:solidFill>
                    <a:srgbClr val="000000"/>
                  </a:solidFill>
                  <a:ea typeface="SimSun" pitchFamily="2" charset="-122"/>
                  <a:cs typeface="Arial Narrow" pitchFamily="34" charset="0"/>
                </a:rPr>
                <a:t> </a:t>
              </a:r>
              <a:endParaRPr lang="en-US">
                <a:solidFill>
                  <a:srgbClr val="000000"/>
                </a:solidFill>
                <a:ea typeface="SimSun" pitchFamily="2" charset="-122"/>
                <a:cs typeface="Arial Narrow" pitchFamily="34" charset="0"/>
              </a:endParaRPr>
            </a:p>
          </p:txBody>
        </p:sp>
        <p:sp>
          <p:nvSpPr>
            <p:cNvPr id="375879" name="Text-Box-71"/>
            <p:cNvSpPr txBox="1">
              <a:spLocks noChangeArrowheads="1"/>
            </p:cNvSpPr>
            <p:nvPr/>
          </p:nvSpPr>
          <p:spPr bwMode="auto">
            <a:xfrm>
              <a:off x="4283" y="3099"/>
              <a:ext cx="478" cy="231"/>
            </a:xfrm>
            <a:prstGeom prst="rect">
              <a:avLst/>
            </a:prstGeom>
            <a:noFill/>
            <a:ln w="9525" algn="ctr">
              <a:noFill/>
              <a:miter lim="800000"/>
              <a:headEnd/>
              <a:tailEnd/>
            </a:ln>
            <a:effectLst/>
          </p:spPr>
          <p:txBody>
            <a:bodyPr wrap="none">
              <a:spAutoFit/>
            </a:bodyPr>
            <a:lstStyle/>
            <a:p>
              <a:r>
                <a:rPr lang="fr-FR" altLang="zh-CN">
                  <a:solidFill>
                    <a:srgbClr val="000000"/>
                  </a:solidFill>
                  <a:ea typeface="SimSun" pitchFamily="2" charset="-122"/>
                  <a:cs typeface="Arial Narrow" pitchFamily="34" charset="0"/>
                </a:rPr>
                <a:t>Parité</a:t>
              </a:r>
              <a:r>
                <a:rPr lang="en-IE" altLang="zh-CN">
                  <a:solidFill>
                    <a:srgbClr val="000000"/>
                  </a:solidFill>
                  <a:ea typeface="SimSun" pitchFamily="2" charset="-122"/>
                  <a:cs typeface="Arial Narrow" pitchFamily="34" charset="0"/>
                </a:rPr>
                <a:t> </a:t>
              </a:r>
              <a:endParaRPr lang="en-US">
                <a:solidFill>
                  <a:srgbClr val="000000"/>
                </a:solidFill>
                <a:ea typeface="SimSun" pitchFamily="2" charset="-122"/>
                <a:cs typeface="Arial Narrow" pitchFamily="34" charset="0"/>
              </a:endParaRPr>
            </a:p>
          </p:txBody>
        </p:sp>
      </p:gr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2898" name="Rectangle-2"/>
          <p:cNvSpPr>
            <a:spLocks noGrp="1" noChangeArrowheads="1"/>
          </p:cNvSpPr>
          <p:nvPr>
            <p:ph type="title"/>
          </p:nvPr>
        </p:nvSpPr>
        <p:spPr>
          <a:xfrm>
            <a:off x="187036" y="313315"/>
            <a:ext cx="8749146" cy="684212"/>
          </a:xfrm>
        </p:spPr>
        <p:txBody>
          <a:bodyPr/>
          <a:lstStyle/>
          <a:p>
            <a:r>
              <a:rPr lang="fr-FR" b="1" dirty="0">
                <a:solidFill>
                  <a:srgbClr val="C00000"/>
                </a:solidFill>
                <a:ea typeface="SimSun" pitchFamily="2" charset="-122"/>
              </a:rPr>
              <a:t>Qu'</a:t>
            </a:r>
            <a:r>
              <a:rPr lang="fr-FR" b="1" dirty="0" err="1">
                <a:solidFill>
                  <a:srgbClr val="C00000"/>
                </a:solidFill>
                <a:ea typeface="SimSun" pitchFamily="2" charset="-122"/>
              </a:rPr>
              <a:t>est‑ce</a:t>
            </a:r>
            <a:r>
              <a:rPr lang="fr-FR" b="1" dirty="0">
                <a:solidFill>
                  <a:srgbClr val="C00000"/>
                </a:solidFill>
                <a:ea typeface="SimSun" pitchFamily="2" charset="-122"/>
              </a:rPr>
              <a:t> qu'un volume étendu ?</a:t>
            </a:r>
            <a:r>
              <a:rPr lang="en-IE" b="1" dirty="0">
                <a:solidFill>
                  <a:srgbClr val="C00000"/>
                </a:solidFill>
              </a:rPr>
              <a:t> </a:t>
            </a:r>
            <a:endParaRPr lang="en-US" b="1" dirty="0">
              <a:solidFill>
                <a:srgbClr val="C00000"/>
              </a:solidFill>
            </a:endParaRPr>
          </a:p>
        </p:txBody>
      </p:sp>
      <p:sp>
        <p:nvSpPr>
          <p:cNvPr id="593014" name="Rectangle-118"/>
          <p:cNvSpPr>
            <a:spLocks noGrp="1" noChangeArrowheads="1"/>
          </p:cNvSpPr>
          <p:nvPr>
            <p:ph type="body" sz="half" idx="1"/>
          </p:nvPr>
        </p:nvSpPr>
        <p:spPr>
          <a:xfrm>
            <a:off x="193964" y="1447800"/>
            <a:ext cx="8769927" cy="1828800"/>
          </a:xfrm>
        </p:spPr>
        <p:txBody>
          <a:bodyPr>
            <a:normAutofit/>
          </a:bodyPr>
          <a:lstStyle/>
          <a:p>
            <a:r>
              <a:rPr lang="fr-FR" dirty="0">
                <a:solidFill>
                  <a:srgbClr val="000000"/>
                </a:solidFill>
                <a:ea typeface="SimSun" pitchFamily="2" charset="-122"/>
              </a:rPr>
              <a:t>Volume créé en s'étendant sur de l'espace non alloué du même disque ou d'un disque différent</a:t>
            </a:r>
            <a:r>
              <a:rPr lang="en-IE" dirty="0">
                <a:solidFill>
                  <a:srgbClr val="000000"/>
                </a:solidFill>
              </a:rPr>
              <a:t> </a:t>
            </a:r>
            <a:endParaRPr lang="en-US" dirty="0"/>
          </a:p>
          <a:p>
            <a:r>
              <a:rPr lang="fr-FR" dirty="0">
                <a:solidFill>
                  <a:srgbClr val="000000"/>
                </a:solidFill>
                <a:ea typeface="SimSun" pitchFamily="2" charset="-122"/>
              </a:rPr>
              <a:t>Doit être </a:t>
            </a:r>
            <a:r>
              <a:rPr lang="fr-FR" dirty="0" smtClean="0">
                <a:solidFill>
                  <a:srgbClr val="000000"/>
                </a:solidFill>
                <a:ea typeface="SimSun" pitchFamily="2" charset="-122"/>
              </a:rPr>
              <a:t>formaté </a:t>
            </a:r>
            <a:r>
              <a:rPr lang="fr-FR" dirty="0">
                <a:solidFill>
                  <a:srgbClr val="000000"/>
                </a:solidFill>
                <a:ea typeface="SimSun" pitchFamily="2" charset="-122"/>
              </a:rPr>
              <a:t>avec une version de NTFS</a:t>
            </a:r>
            <a:r>
              <a:rPr lang="en-IE" dirty="0">
                <a:solidFill>
                  <a:srgbClr val="000000"/>
                </a:solidFill>
              </a:rPr>
              <a:t> </a:t>
            </a:r>
          </a:p>
        </p:txBody>
      </p:sp>
      <p:grpSp>
        <p:nvGrpSpPr>
          <p:cNvPr id="593024" name="Group-128"/>
          <p:cNvGrpSpPr>
            <a:grpSpLocks/>
          </p:cNvGrpSpPr>
          <p:nvPr/>
        </p:nvGrpSpPr>
        <p:grpSpPr bwMode="auto">
          <a:xfrm>
            <a:off x="3103361" y="3810001"/>
            <a:ext cx="3072968" cy="2312988"/>
            <a:chOff x="3629" y="2882"/>
            <a:chExt cx="1370" cy="975"/>
          </a:xfrm>
        </p:grpSpPr>
        <p:sp>
          <p:nvSpPr>
            <p:cNvPr id="593017" name="AutoShape-121"/>
            <p:cNvSpPr>
              <a:spLocks noChangeArrowheads="1"/>
            </p:cNvSpPr>
            <p:nvPr/>
          </p:nvSpPr>
          <p:spPr bwMode="auto">
            <a:xfrm>
              <a:off x="3629" y="2992"/>
              <a:ext cx="1370" cy="865"/>
            </a:xfrm>
            <a:prstGeom prst="roundRect">
              <a:avLst>
                <a:gd name="adj" fmla="val 4167"/>
              </a:avLst>
            </a:prstGeom>
            <a:solidFill>
              <a:srgbClr val="BBCDE3"/>
            </a:solidFill>
            <a:ln w="25400">
              <a:solidFill>
                <a:srgbClr val="808080"/>
              </a:solidFill>
              <a:round/>
              <a:headEnd/>
              <a:tailEnd/>
            </a:ln>
            <a:effectLst>
              <a:outerShdw dist="35921" dir="2700000" algn="ctr" rotWithShape="0">
                <a:srgbClr val="AFAFAF"/>
              </a:outerShdw>
            </a:effectLst>
          </p:spPr>
          <p:txBody>
            <a:bodyPr anchor="ctr"/>
            <a:lstStyle/>
            <a:p>
              <a:pPr marL="177800" indent="-177800" algn="l"/>
              <a:endParaRPr lang="en-IE" b="0">
                <a:solidFill>
                  <a:schemeClr val="tx1"/>
                </a:solidFill>
              </a:endParaRPr>
            </a:p>
          </p:txBody>
        </p:sp>
        <p:sp>
          <p:nvSpPr>
            <p:cNvPr id="593018" name="AutoShape-122"/>
            <p:cNvSpPr>
              <a:spLocks noChangeArrowheads="1"/>
            </p:cNvSpPr>
            <p:nvPr/>
          </p:nvSpPr>
          <p:spPr bwMode="auto">
            <a:xfrm>
              <a:off x="3759" y="2882"/>
              <a:ext cx="1120" cy="243"/>
            </a:xfrm>
            <a:prstGeom prst="roundRect">
              <a:avLst>
                <a:gd name="adj" fmla="val 4167"/>
              </a:avLst>
            </a:prstGeom>
            <a:solidFill>
              <a:schemeClr val="bg1"/>
            </a:solidFill>
            <a:ln w="9525">
              <a:solidFill>
                <a:srgbClr val="4D4D4D"/>
              </a:solidFill>
              <a:round/>
              <a:headEnd/>
              <a:tailEnd/>
            </a:ln>
            <a:effectLst>
              <a:outerShdw dist="35921" dir="2700000" algn="ctr" rotWithShape="0">
                <a:srgbClr val="AFAFAF"/>
              </a:outerShdw>
            </a:effectLst>
          </p:spPr>
          <p:txBody>
            <a:bodyPr wrap="none" anchor="ctr">
              <a:spAutoFit/>
            </a:bodyPr>
            <a:lstStyle/>
            <a:p>
              <a:r>
                <a:rPr lang="fr-FR">
                  <a:solidFill>
                    <a:srgbClr val="000000"/>
                  </a:solidFill>
                  <a:ea typeface="SimSun" pitchFamily="2" charset="-122"/>
                </a:rPr>
                <a:t>Volume étendu</a:t>
              </a:r>
              <a:r>
                <a:rPr lang="en-IE">
                  <a:solidFill>
                    <a:srgbClr val="000000"/>
                  </a:solidFill>
                </a:rPr>
                <a:t> </a:t>
              </a:r>
              <a:endParaRPr lang="en-US">
                <a:solidFill>
                  <a:srgbClr val="000000"/>
                </a:solidFill>
              </a:endParaRPr>
            </a:p>
          </p:txBody>
        </p:sp>
        <p:pic>
          <p:nvPicPr>
            <p:cNvPr id="593020" name="Picture-124" descr="HardDiskDrive01"/>
            <p:cNvPicPr>
              <a:picLocks noChangeAspect="1" noChangeArrowheads="1"/>
            </p:cNvPicPr>
            <p:nvPr/>
          </p:nvPicPr>
          <p:blipFill>
            <a:blip r:embed="rId3" cstate="print"/>
            <a:srcRect/>
            <a:stretch>
              <a:fillRect/>
            </a:stretch>
          </p:blipFill>
          <p:spPr bwMode="auto">
            <a:xfrm>
              <a:off x="3659" y="3328"/>
              <a:ext cx="619" cy="395"/>
            </a:xfrm>
            <a:prstGeom prst="rect">
              <a:avLst/>
            </a:prstGeom>
            <a:noFill/>
          </p:spPr>
        </p:pic>
        <p:pic>
          <p:nvPicPr>
            <p:cNvPr id="593021" name="Picture-125" descr="Volume01"/>
            <p:cNvPicPr>
              <a:picLocks noChangeAspect="1" noChangeArrowheads="1"/>
            </p:cNvPicPr>
            <p:nvPr/>
          </p:nvPicPr>
          <p:blipFill>
            <a:blip r:embed="rId4" cstate="print"/>
            <a:srcRect/>
            <a:stretch>
              <a:fillRect/>
            </a:stretch>
          </p:blipFill>
          <p:spPr bwMode="auto">
            <a:xfrm>
              <a:off x="4483" y="3336"/>
              <a:ext cx="473" cy="383"/>
            </a:xfrm>
            <a:prstGeom prst="rect">
              <a:avLst/>
            </a:prstGeom>
            <a:noFill/>
          </p:spPr>
        </p:pic>
        <p:sp>
          <p:nvSpPr>
            <p:cNvPr id="593022" name="Freeform-126"/>
            <p:cNvSpPr>
              <a:spLocks/>
            </p:cNvSpPr>
            <p:nvPr/>
          </p:nvSpPr>
          <p:spPr bwMode="auto">
            <a:xfrm rot="-2009812">
              <a:off x="4269" y="3151"/>
              <a:ext cx="413" cy="296"/>
            </a:xfrm>
            <a:custGeom>
              <a:avLst/>
              <a:gdLst/>
              <a:ahLst/>
              <a:cxnLst>
                <a:cxn ang="0">
                  <a:pos x="245" y="164"/>
                </a:cxn>
                <a:cxn ang="0">
                  <a:pos x="251" y="203"/>
                </a:cxn>
                <a:cxn ang="0">
                  <a:pos x="251" y="0"/>
                </a:cxn>
                <a:cxn ang="0">
                  <a:pos x="245" y="37"/>
                </a:cxn>
                <a:cxn ang="0">
                  <a:pos x="264" y="56"/>
                </a:cxn>
                <a:cxn ang="0">
                  <a:pos x="324" y="63"/>
                </a:cxn>
                <a:cxn ang="0">
                  <a:pos x="411" y="79"/>
                </a:cxn>
                <a:cxn ang="0">
                  <a:pos x="460" y="92"/>
                </a:cxn>
                <a:cxn ang="0">
                  <a:pos x="511" y="108"/>
                </a:cxn>
                <a:cxn ang="0">
                  <a:pos x="563" y="128"/>
                </a:cxn>
                <a:cxn ang="0">
                  <a:pos x="614" y="151"/>
                </a:cxn>
                <a:cxn ang="0">
                  <a:pos x="663" y="179"/>
                </a:cxn>
                <a:cxn ang="0">
                  <a:pos x="709" y="212"/>
                </a:cxn>
                <a:cxn ang="0">
                  <a:pos x="729" y="231"/>
                </a:cxn>
                <a:cxn ang="0">
                  <a:pos x="750" y="251"/>
                </a:cxn>
                <a:cxn ang="0">
                  <a:pos x="767" y="272"/>
                </a:cxn>
                <a:cxn ang="0">
                  <a:pos x="785" y="295"/>
                </a:cxn>
                <a:cxn ang="0">
                  <a:pos x="798" y="318"/>
                </a:cxn>
                <a:cxn ang="0">
                  <a:pos x="811" y="344"/>
                </a:cxn>
                <a:cxn ang="0">
                  <a:pos x="819" y="372"/>
                </a:cxn>
                <a:cxn ang="0">
                  <a:pos x="827" y="401"/>
                </a:cxn>
                <a:cxn ang="0">
                  <a:pos x="814" y="374"/>
                </a:cxn>
                <a:cxn ang="0">
                  <a:pos x="799" y="350"/>
                </a:cxn>
                <a:cxn ang="0">
                  <a:pos x="764" y="306"/>
                </a:cxn>
                <a:cxn ang="0">
                  <a:pos x="744" y="287"/>
                </a:cxn>
                <a:cxn ang="0">
                  <a:pos x="724" y="269"/>
                </a:cxn>
                <a:cxn ang="0">
                  <a:pos x="702" y="253"/>
                </a:cxn>
                <a:cxn ang="0">
                  <a:pos x="680" y="238"/>
                </a:cxn>
                <a:cxn ang="0">
                  <a:pos x="632" y="214"/>
                </a:cxn>
                <a:cxn ang="0">
                  <a:pos x="585" y="193"/>
                </a:cxn>
                <a:cxn ang="0">
                  <a:pos x="534" y="177"/>
                </a:cxn>
                <a:cxn ang="0">
                  <a:pos x="485" y="166"/>
                </a:cxn>
                <a:cxn ang="0">
                  <a:pos x="437" y="157"/>
                </a:cxn>
                <a:cxn ang="0">
                  <a:pos x="351" y="150"/>
                </a:cxn>
                <a:cxn ang="0">
                  <a:pos x="285" y="148"/>
                </a:cxn>
                <a:cxn ang="0">
                  <a:pos x="242" y="150"/>
                </a:cxn>
              </a:cxnLst>
              <a:rect l="0" t="0" r="r" b="b"/>
              <a:pathLst>
                <a:path w="827" h="401">
                  <a:moveTo>
                    <a:pt x="242" y="150"/>
                  </a:moveTo>
                  <a:lnTo>
                    <a:pt x="245" y="164"/>
                  </a:lnTo>
                  <a:lnTo>
                    <a:pt x="248" y="182"/>
                  </a:lnTo>
                  <a:lnTo>
                    <a:pt x="251" y="203"/>
                  </a:lnTo>
                  <a:lnTo>
                    <a:pt x="0" y="98"/>
                  </a:lnTo>
                  <a:lnTo>
                    <a:pt x="251" y="0"/>
                  </a:lnTo>
                  <a:lnTo>
                    <a:pt x="248" y="19"/>
                  </a:lnTo>
                  <a:lnTo>
                    <a:pt x="245" y="37"/>
                  </a:lnTo>
                  <a:lnTo>
                    <a:pt x="241" y="53"/>
                  </a:lnTo>
                  <a:lnTo>
                    <a:pt x="264" y="56"/>
                  </a:lnTo>
                  <a:lnTo>
                    <a:pt x="290" y="58"/>
                  </a:lnTo>
                  <a:lnTo>
                    <a:pt x="324" y="63"/>
                  </a:lnTo>
                  <a:lnTo>
                    <a:pt x="364" y="70"/>
                  </a:lnTo>
                  <a:lnTo>
                    <a:pt x="411" y="79"/>
                  </a:lnTo>
                  <a:lnTo>
                    <a:pt x="435" y="85"/>
                  </a:lnTo>
                  <a:lnTo>
                    <a:pt x="460" y="92"/>
                  </a:lnTo>
                  <a:lnTo>
                    <a:pt x="485" y="99"/>
                  </a:lnTo>
                  <a:lnTo>
                    <a:pt x="511" y="108"/>
                  </a:lnTo>
                  <a:lnTo>
                    <a:pt x="537" y="116"/>
                  </a:lnTo>
                  <a:lnTo>
                    <a:pt x="563" y="128"/>
                  </a:lnTo>
                  <a:lnTo>
                    <a:pt x="589" y="138"/>
                  </a:lnTo>
                  <a:lnTo>
                    <a:pt x="614" y="151"/>
                  </a:lnTo>
                  <a:lnTo>
                    <a:pt x="640" y="164"/>
                  </a:lnTo>
                  <a:lnTo>
                    <a:pt x="663" y="179"/>
                  </a:lnTo>
                  <a:lnTo>
                    <a:pt x="687" y="195"/>
                  </a:lnTo>
                  <a:lnTo>
                    <a:pt x="709" y="212"/>
                  </a:lnTo>
                  <a:lnTo>
                    <a:pt x="719" y="221"/>
                  </a:lnTo>
                  <a:lnTo>
                    <a:pt x="729" y="231"/>
                  </a:lnTo>
                  <a:lnTo>
                    <a:pt x="740" y="241"/>
                  </a:lnTo>
                  <a:lnTo>
                    <a:pt x="750" y="251"/>
                  </a:lnTo>
                  <a:lnTo>
                    <a:pt x="758" y="261"/>
                  </a:lnTo>
                  <a:lnTo>
                    <a:pt x="767" y="272"/>
                  </a:lnTo>
                  <a:lnTo>
                    <a:pt x="776" y="283"/>
                  </a:lnTo>
                  <a:lnTo>
                    <a:pt x="785" y="295"/>
                  </a:lnTo>
                  <a:lnTo>
                    <a:pt x="792" y="306"/>
                  </a:lnTo>
                  <a:lnTo>
                    <a:pt x="798" y="318"/>
                  </a:lnTo>
                  <a:lnTo>
                    <a:pt x="805" y="331"/>
                  </a:lnTo>
                  <a:lnTo>
                    <a:pt x="811" y="344"/>
                  </a:lnTo>
                  <a:lnTo>
                    <a:pt x="815" y="357"/>
                  </a:lnTo>
                  <a:lnTo>
                    <a:pt x="819" y="372"/>
                  </a:lnTo>
                  <a:lnTo>
                    <a:pt x="824" y="386"/>
                  </a:lnTo>
                  <a:lnTo>
                    <a:pt x="827" y="401"/>
                  </a:lnTo>
                  <a:lnTo>
                    <a:pt x="821" y="387"/>
                  </a:lnTo>
                  <a:lnTo>
                    <a:pt x="814" y="374"/>
                  </a:lnTo>
                  <a:lnTo>
                    <a:pt x="806" y="361"/>
                  </a:lnTo>
                  <a:lnTo>
                    <a:pt x="799" y="350"/>
                  </a:lnTo>
                  <a:lnTo>
                    <a:pt x="782" y="327"/>
                  </a:lnTo>
                  <a:lnTo>
                    <a:pt x="764" y="306"/>
                  </a:lnTo>
                  <a:lnTo>
                    <a:pt x="754" y="296"/>
                  </a:lnTo>
                  <a:lnTo>
                    <a:pt x="744" y="287"/>
                  </a:lnTo>
                  <a:lnTo>
                    <a:pt x="734" y="277"/>
                  </a:lnTo>
                  <a:lnTo>
                    <a:pt x="724" y="269"/>
                  </a:lnTo>
                  <a:lnTo>
                    <a:pt x="714" y="261"/>
                  </a:lnTo>
                  <a:lnTo>
                    <a:pt x="702" y="253"/>
                  </a:lnTo>
                  <a:lnTo>
                    <a:pt x="692" y="245"/>
                  </a:lnTo>
                  <a:lnTo>
                    <a:pt x="680" y="238"/>
                  </a:lnTo>
                  <a:lnTo>
                    <a:pt x="657" y="225"/>
                  </a:lnTo>
                  <a:lnTo>
                    <a:pt x="632" y="214"/>
                  </a:lnTo>
                  <a:lnTo>
                    <a:pt x="609" y="202"/>
                  </a:lnTo>
                  <a:lnTo>
                    <a:pt x="585" y="193"/>
                  </a:lnTo>
                  <a:lnTo>
                    <a:pt x="558" y="185"/>
                  </a:lnTo>
                  <a:lnTo>
                    <a:pt x="534" y="177"/>
                  </a:lnTo>
                  <a:lnTo>
                    <a:pt x="509" y="172"/>
                  </a:lnTo>
                  <a:lnTo>
                    <a:pt x="485" y="166"/>
                  </a:lnTo>
                  <a:lnTo>
                    <a:pt x="461" y="161"/>
                  </a:lnTo>
                  <a:lnTo>
                    <a:pt x="437" y="157"/>
                  </a:lnTo>
                  <a:lnTo>
                    <a:pt x="392" y="153"/>
                  </a:lnTo>
                  <a:lnTo>
                    <a:pt x="351" y="150"/>
                  </a:lnTo>
                  <a:lnTo>
                    <a:pt x="315" y="148"/>
                  </a:lnTo>
                  <a:lnTo>
                    <a:pt x="285" y="148"/>
                  </a:lnTo>
                  <a:lnTo>
                    <a:pt x="261" y="148"/>
                  </a:lnTo>
                  <a:lnTo>
                    <a:pt x="242" y="150"/>
                  </a:lnTo>
                  <a:close/>
                </a:path>
              </a:pathLst>
            </a:custGeom>
            <a:solidFill>
              <a:srgbClr val="FF0000">
                <a:alpha val="75000"/>
              </a:srgbClr>
            </a:solidFill>
            <a:ln w="9525">
              <a:noFill/>
              <a:round/>
              <a:headEnd/>
              <a:tailEnd/>
            </a:ln>
          </p:spPr>
          <p:txBody>
            <a:bodyPr/>
            <a:lstStyle/>
            <a:p>
              <a:endParaRPr lang="fr-FR"/>
            </a:p>
          </p:txBody>
        </p:sp>
        <p:sp>
          <p:nvSpPr>
            <p:cNvPr id="593023" name="Freeform-127"/>
            <p:cNvSpPr>
              <a:spLocks/>
            </p:cNvSpPr>
            <p:nvPr/>
          </p:nvSpPr>
          <p:spPr bwMode="auto">
            <a:xfrm rot="-2009812">
              <a:off x="4269" y="3297"/>
              <a:ext cx="413" cy="296"/>
            </a:xfrm>
            <a:custGeom>
              <a:avLst/>
              <a:gdLst/>
              <a:ahLst/>
              <a:cxnLst>
                <a:cxn ang="0">
                  <a:pos x="245" y="164"/>
                </a:cxn>
                <a:cxn ang="0">
                  <a:pos x="251" y="203"/>
                </a:cxn>
                <a:cxn ang="0">
                  <a:pos x="251" y="0"/>
                </a:cxn>
                <a:cxn ang="0">
                  <a:pos x="245" y="37"/>
                </a:cxn>
                <a:cxn ang="0">
                  <a:pos x="264" y="56"/>
                </a:cxn>
                <a:cxn ang="0">
                  <a:pos x="324" y="63"/>
                </a:cxn>
                <a:cxn ang="0">
                  <a:pos x="411" y="79"/>
                </a:cxn>
                <a:cxn ang="0">
                  <a:pos x="460" y="92"/>
                </a:cxn>
                <a:cxn ang="0">
                  <a:pos x="511" y="108"/>
                </a:cxn>
                <a:cxn ang="0">
                  <a:pos x="563" y="128"/>
                </a:cxn>
                <a:cxn ang="0">
                  <a:pos x="614" y="151"/>
                </a:cxn>
                <a:cxn ang="0">
                  <a:pos x="663" y="179"/>
                </a:cxn>
                <a:cxn ang="0">
                  <a:pos x="709" y="212"/>
                </a:cxn>
                <a:cxn ang="0">
                  <a:pos x="729" y="231"/>
                </a:cxn>
                <a:cxn ang="0">
                  <a:pos x="750" y="251"/>
                </a:cxn>
                <a:cxn ang="0">
                  <a:pos x="767" y="272"/>
                </a:cxn>
                <a:cxn ang="0">
                  <a:pos x="785" y="295"/>
                </a:cxn>
                <a:cxn ang="0">
                  <a:pos x="798" y="318"/>
                </a:cxn>
                <a:cxn ang="0">
                  <a:pos x="811" y="344"/>
                </a:cxn>
                <a:cxn ang="0">
                  <a:pos x="819" y="372"/>
                </a:cxn>
                <a:cxn ang="0">
                  <a:pos x="827" y="401"/>
                </a:cxn>
                <a:cxn ang="0">
                  <a:pos x="814" y="374"/>
                </a:cxn>
                <a:cxn ang="0">
                  <a:pos x="799" y="350"/>
                </a:cxn>
                <a:cxn ang="0">
                  <a:pos x="764" y="306"/>
                </a:cxn>
                <a:cxn ang="0">
                  <a:pos x="744" y="287"/>
                </a:cxn>
                <a:cxn ang="0">
                  <a:pos x="724" y="269"/>
                </a:cxn>
                <a:cxn ang="0">
                  <a:pos x="702" y="253"/>
                </a:cxn>
                <a:cxn ang="0">
                  <a:pos x="680" y="238"/>
                </a:cxn>
                <a:cxn ang="0">
                  <a:pos x="632" y="214"/>
                </a:cxn>
                <a:cxn ang="0">
                  <a:pos x="585" y="193"/>
                </a:cxn>
                <a:cxn ang="0">
                  <a:pos x="534" y="177"/>
                </a:cxn>
                <a:cxn ang="0">
                  <a:pos x="485" y="166"/>
                </a:cxn>
                <a:cxn ang="0">
                  <a:pos x="437" y="157"/>
                </a:cxn>
                <a:cxn ang="0">
                  <a:pos x="351" y="150"/>
                </a:cxn>
                <a:cxn ang="0">
                  <a:pos x="285" y="148"/>
                </a:cxn>
                <a:cxn ang="0">
                  <a:pos x="242" y="150"/>
                </a:cxn>
              </a:cxnLst>
              <a:rect l="0" t="0" r="r" b="b"/>
              <a:pathLst>
                <a:path w="827" h="401">
                  <a:moveTo>
                    <a:pt x="242" y="150"/>
                  </a:moveTo>
                  <a:lnTo>
                    <a:pt x="245" y="164"/>
                  </a:lnTo>
                  <a:lnTo>
                    <a:pt x="248" y="182"/>
                  </a:lnTo>
                  <a:lnTo>
                    <a:pt x="251" y="203"/>
                  </a:lnTo>
                  <a:lnTo>
                    <a:pt x="0" y="98"/>
                  </a:lnTo>
                  <a:lnTo>
                    <a:pt x="251" y="0"/>
                  </a:lnTo>
                  <a:lnTo>
                    <a:pt x="248" y="19"/>
                  </a:lnTo>
                  <a:lnTo>
                    <a:pt x="245" y="37"/>
                  </a:lnTo>
                  <a:lnTo>
                    <a:pt x="241" y="53"/>
                  </a:lnTo>
                  <a:lnTo>
                    <a:pt x="264" y="56"/>
                  </a:lnTo>
                  <a:lnTo>
                    <a:pt x="290" y="58"/>
                  </a:lnTo>
                  <a:lnTo>
                    <a:pt x="324" y="63"/>
                  </a:lnTo>
                  <a:lnTo>
                    <a:pt x="364" y="70"/>
                  </a:lnTo>
                  <a:lnTo>
                    <a:pt x="411" y="79"/>
                  </a:lnTo>
                  <a:lnTo>
                    <a:pt x="435" y="85"/>
                  </a:lnTo>
                  <a:lnTo>
                    <a:pt x="460" y="92"/>
                  </a:lnTo>
                  <a:lnTo>
                    <a:pt x="485" y="99"/>
                  </a:lnTo>
                  <a:lnTo>
                    <a:pt x="511" y="108"/>
                  </a:lnTo>
                  <a:lnTo>
                    <a:pt x="537" y="116"/>
                  </a:lnTo>
                  <a:lnTo>
                    <a:pt x="563" y="128"/>
                  </a:lnTo>
                  <a:lnTo>
                    <a:pt x="589" y="138"/>
                  </a:lnTo>
                  <a:lnTo>
                    <a:pt x="614" y="151"/>
                  </a:lnTo>
                  <a:lnTo>
                    <a:pt x="640" y="164"/>
                  </a:lnTo>
                  <a:lnTo>
                    <a:pt x="663" y="179"/>
                  </a:lnTo>
                  <a:lnTo>
                    <a:pt x="687" y="195"/>
                  </a:lnTo>
                  <a:lnTo>
                    <a:pt x="709" y="212"/>
                  </a:lnTo>
                  <a:lnTo>
                    <a:pt x="719" y="221"/>
                  </a:lnTo>
                  <a:lnTo>
                    <a:pt x="729" y="231"/>
                  </a:lnTo>
                  <a:lnTo>
                    <a:pt x="740" y="241"/>
                  </a:lnTo>
                  <a:lnTo>
                    <a:pt x="750" y="251"/>
                  </a:lnTo>
                  <a:lnTo>
                    <a:pt x="758" y="261"/>
                  </a:lnTo>
                  <a:lnTo>
                    <a:pt x="767" y="272"/>
                  </a:lnTo>
                  <a:lnTo>
                    <a:pt x="776" y="283"/>
                  </a:lnTo>
                  <a:lnTo>
                    <a:pt x="785" y="295"/>
                  </a:lnTo>
                  <a:lnTo>
                    <a:pt x="792" y="306"/>
                  </a:lnTo>
                  <a:lnTo>
                    <a:pt x="798" y="318"/>
                  </a:lnTo>
                  <a:lnTo>
                    <a:pt x="805" y="331"/>
                  </a:lnTo>
                  <a:lnTo>
                    <a:pt x="811" y="344"/>
                  </a:lnTo>
                  <a:lnTo>
                    <a:pt x="815" y="357"/>
                  </a:lnTo>
                  <a:lnTo>
                    <a:pt x="819" y="372"/>
                  </a:lnTo>
                  <a:lnTo>
                    <a:pt x="824" y="386"/>
                  </a:lnTo>
                  <a:lnTo>
                    <a:pt x="827" y="401"/>
                  </a:lnTo>
                  <a:lnTo>
                    <a:pt x="821" y="387"/>
                  </a:lnTo>
                  <a:lnTo>
                    <a:pt x="814" y="374"/>
                  </a:lnTo>
                  <a:lnTo>
                    <a:pt x="806" y="361"/>
                  </a:lnTo>
                  <a:lnTo>
                    <a:pt x="799" y="350"/>
                  </a:lnTo>
                  <a:lnTo>
                    <a:pt x="782" y="327"/>
                  </a:lnTo>
                  <a:lnTo>
                    <a:pt x="764" y="306"/>
                  </a:lnTo>
                  <a:lnTo>
                    <a:pt x="754" y="296"/>
                  </a:lnTo>
                  <a:lnTo>
                    <a:pt x="744" y="287"/>
                  </a:lnTo>
                  <a:lnTo>
                    <a:pt x="734" y="277"/>
                  </a:lnTo>
                  <a:lnTo>
                    <a:pt x="724" y="269"/>
                  </a:lnTo>
                  <a:lnTo>
                    <a:pt x="714" y="261"/>
                  </a:lnTo>
                  <a:lnTo>
                    <a:pt x="702" y="253"/>
                  </a:lnTo>
                  <a:lnTo>
                    <a:pt x="692" y="245"/>
                  </a:lnTo>
                  <a:lnTo>
                    <a:pt x="680" y="238"/>
                  </a:lnTo>
                  <a:lnTo>
                    <a:pt x="657" y="225"/>
                  </a:lnTo>
                  <a:lnTo>
                    <a:pt x="632" y="214"/>
                  </a:lnTo>
                  <a:lnTo>
                    <a:pt x="609" y="202"/>
                  </a:lnTo>
                  <a:lnTo>
                    <a:pt x="585" y="193"/>
                  </a:lnTo>
                  <a:lnTo>
                    <a:pt x="558" y="185"/>
                  </a:lnTo>
                  <a:lnTo>
                    <a:pt x="534" y="177"/>
                  </a:lnTo>
                  <a:lnTo>
                    <a:pt x="509" y="172"/>
                  </a:lnTo>
                  <a:lnTo>
                    <a:pt x="485" y="166"/>
                  </a:lnTo>
                  <a:lnTo>
                    <a:pt x="461" y="161"/>
                  </a:lnTo>
                  <a:lnTo>
                    <a:pt x="437" y="157"/>
                  </a:lnTo>
                  <a:lnTo>
                    <a:pt x="392" y="153"/>
                  </a:lnTo>
                  <a:lnTo>
                    <a:pt x="351" y="150"/>
                  </a:lnTo>
                  <a:lnTo>
                    <a:pt x="315" y="148"/>
                  </a:lnTo>
                  <a:lnTo>
                    <a:pt x="285" y="148"/>
                  </a:lnTo>
                  <a:lnTo>
                    <a:pt x="261" y="148"/>
                  </a:lnTo>
                  <a:lnTo>
                    <a:pt x="242" y="150"/>
                  </a:lnTo>
                  <a:close/>
                </a:path>
              </a:pathLst>
            </a:custGeom>
            <a:solidFill>
              <a:srgbClr val="FF0000">
                <a:alpha val="75000"/>
              </a:srgbClr>
            </a:solidFill>
            <a:ln w="9525">
              <a:noFill/>
              <a:round/>
              <a:headEnd/>
              <a:tailEnd/>
            </a:ln>
          </p:spPr>
          <p:txBody>
            <a:bodyPr/>
            <a:lstStyle/>
            <a:p>
              <a:endParaRPr lang="fr-F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593014">
                                            <p:txEl>
                                              <p:pRg st="0" end="0"/>
                                            </p:txEl>
                                          </p:spTgt>
                                        </p:tgtEl>
                                        <p:attrNameLst>
                                          <p:attrName>style.visibility</p:attrName>
                                        </p:attrNameLst>
                                      </p:cBhvr>
                                      <p:to>
                                        <p:strVal val="visible"/>
                                      </p:to>
                                    </p:set>
                                    <p:animEffect transition="in" filter="checkerboard(across)">
                                      <p:cBhvr>
                                        <p:cTn id="7" dur="500"/>
                                        <p:tgtEl>
                                          <p:spTgt spid="59301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593014">
                                            <p:txEl>
                                              <p:pRg st="1" end="1"/>
                                            </p:txEl>
                                          </p:spTgt>
                                        </p:tgtEl>
                                        <p:attrNameLst>
                                          <p:attrName>style.visibility</p:attrName>
                                        </p:attrNameLst>
                                      </p:cBhvr>
                                      <p:to>
                                        <p:strVal val="visible"/>
                                      </p:to>
                                    </p:set>
                                    <p:animEffect transition="in" filter="checkerboard(across)">
                                      <p:cBhvr>
                                        <p:cTn id="12" dur="500"/>
                                        <p:tgtEl>
                                          <p:spTgt spid="59301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Civil">
  <a:themeElements>
    <a:clrScheme name="Nuances de gris">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Civil">
      <a:majorFont>
        <a:latin typeface="Georgia"/>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Georgia"/>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Civil">
      <a:fillStyleLst>
        <a:solidFill>
          <a:schemeClr val="phClr"/>
        </a:solidFill>
        <a:solidFill>
          <a:schemeClr val="phClr">
            <a:tint val="45000"/>
          </a:schemeClr>
        </a:solidFill>
        <a:solidFill>
          <a:schemeClr val="phClr">
            <a:tint val="95000"/>
          </a:schemeClr>
        </a:solidFill>
      </a:fillStyleLst>
      <a:lnStyleLst>
        <a:ln w="9525" cap="flat" cmpd="sng" algn="ctr">
          <a:solidFill>
            <a:schemeClr val="phClr"/>
          </a:solidFill>
          <a:prstDash val="solid"/>
        </a:ln>
        <a:ln w="11429" cap="flat" cmpd="sng" algn="ctr">
          <a:solidFill>
            <a:schemeClr val="phClr"/>
          </a:solidFill>
          <a:prstDash val="sysDash"/>
        </a:ln>
        <a:ln w="20000" cap="flat" cmpd="sng" algn="ctr">
          <a:solidFill>
            <a:schemeClr val="phClr"/>
          </a:solidFill>
          <a:prstDash val="solid"/>
        </a:ln>
      </a:lnStyleLst>
      <a:effectStyleLst>
        <a:effectStyle>
          <a:effectLst>
            <a:outerShdw blurRad="50800" dist="25400" dir="5400000" rotWithShape="0">
              <a:srgbClr val="000000">
                <a:alpha val="3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threePt" dir="t">
              <a:rot lat="0" lon="0" rev="0"/>
            </a:lightRig>
          </a:scene3d>
          <a:sp3d contourW="9525" prstMaterial="matte">
            <a:bevelT w="0" h="0"/>
            <a:contourClr>
              <a:schemeClr val="phClr">
                <a:shade val="70000"/>
                <a:satMod val="105000"/>
              </a:schemeClr>
            </a:contourClr>
          </a:sp3d>
        </a:effectStyle>
        <a:effectStyle>
          <a:effectLst>
            <a:outerShdw blurRad="50800" dist="25400" dir="5400000" rotWithShape="0">
              <a:srgbClr val="000000">
                <a:alpha val="45000"/>
              </a:srgbClr>
            </a:outerShdw>
          </a:effectLst>
          <a:scene3d>
            <a:camera prst="orthographicFront" fov="0">
              <a:rot lat="0" lon="0" rev="0"/>
            </a:camera>
            <a:lightRig rig="soft" dir="b">
              <a:rot lat="0" lon="0" rev="0"/>
            </a:lightRig>
          </a:scene3d>
          <a:sp3d prstMaterial="dkEdge">
            <a:bevelT w="63500" h="63500" prst="cross"/>
            <a:contourClr>
              <a:schemeClr val="phClr"/>
            </a:contourClr>
          </a:sp3d>
        </a:effectStyle>
      </a:effectStyleLst>
      <a:bgFillStyleLst>
        <a:solidFill>
          <a:schemeClr val="phClr"/>
        </a:solidFill>
        <a:blipFill>
          <a:blip xmlns:r="http://schemas.openxmlformats.org/officeDocument/2006/relationships" r:embed="rId1">
            <a:duotone>
              <a:schemeClr val="phClr">
                <a:shade val="70000"/>
                <a:satMod val="115000"/>
              </a:schemeClr>
              <a:schemeClr val="phClr">
                <a:tint val="85000"/>
              </a:schemeClr>
            </a:duotone>
          </a:blip>
          <a:tile tx="0" ty="0" sx="85000" sy="85000" flip="none" algn="tl"/>
        </a:blipFill>
        <a:blipFill>
          <a:blip xmlns:r="http://schemas.openxmlformats.org/officeDocument/2006/relationships" r:embed="rId2">
            <a:duotone>
              <a:schemeClr val="phClr">
                <a:shade val="65000"/>
                <a:satMod val="115000"/>
              </a:schemeClr>
              <a:schemeClr val="phClr">
                <a:tint val="85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Thème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hème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Civic</Template>
  <TotalTime>16899</TotalTime>
  <Words>1659</Words>
  <Application>Microsoft PowerPoint</Application>
  <PresentationFormat>Affichage à l'écran (4:3)</PresentationFormat>
  <Paragraphs>227</Paragraphs>
  <Slides>20</Slides>
  <Notes>19</Notes>
  <HiddenSlides>0</HiddenSlides>
  <MMClips>0</MMClips>
  <ScaleCrop>false</ScaleCrop>
  <HeadingPairs>
    <vt:vector size="4" baseType="variant">
      <vt:variant>
        <vt:lpstr>Thème</vt:lpstr>
      </vt:variant>
      <vt:variant>
        <vt:i4>1</vt:i4>
      </vt:variant>
      <vt:variant>
        <vt:lpstr>Titres des diapositives</vt:lpstr>
      </vt:variant>
      <vt:variant>
        <vt:i4>20</vt:i4>
      </vt:variant>
    </vt:vector>
  </HeadingPairs>
  <TitlesOfParts>
    <vt:vector size="21" baseType="lpstr">
      <vt:lpstr>Civil</vt:lpstr>
      <vt:lpstr>Chapitre 12   Gestion des disques</vt:lpstr>
      <vt:lpstr>Plan du cours</vt:lpstr>
      <vt:lpstr>1. Préparation des disques </vt:lpstr>
      <vt:lpstr>Qu’est‑ce que l’outil Gestion des disques ? </vt:lpstr>
      <vt:lpstr>Qu'est‑ce que l'outil DiskPart ? </vt:lpstr>
      <vt:lpstr>Qu'est‑ce qu'une partition ? </vt:lpstr>
      <vt:lpstr>2. Gestion des lecteurs montés </vt:lpstr>
      <vt:lpstr>Qu'est‑ce qu'un lecteur monté ? </vt:lpstr>
      <vt:lpstr>Quel est l'intérêt du lecteur monté ? </vt:lpstr>
      <vt:lpstr>3. Conversion de disques </vt:lpstr>
      <vt:lpstr>Disque de base et disque dynamique </vt:lpstr>
      <vt:lpstr>Conséquences d'une conversion en disque dynamique</vt:lpstr>
      <vt:lpstr>Comment convertir des disques ? </vt:lpstr>
      <vt:lpstr>4. Création de volumes</vt:lpstr>
      <vt:lpstr>Qu'est-ce qu'un volume simple ? </vt:lpstr>
      <vt:lpstr>Qu'est ce qu'un volume fractionné ? </vt:lpstr>
      <vt:lpstr>Qu'est­ce qu'un volume agrégé par bandes ? </vt:lpstr>
      <vt:lpstr>Qu'est‑ce qu'un volume en miroir ? </vt:lpstr>
      <vt:lpstr>Qu'est‑ce qu'un volume RAID‑5 ?  </vt:lpstr>
      <vt:lpstr>Qu'est‑ce qu'un volume étendu ? </vt:lpstr>
    </vt:vector>
  </TitlesOfParts>
  <Company>Microsoft Corporation</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 Module Title</dc:title>
  <dc:creator>User</dc:creator>
  <cp:lastModifiedBy>Halima</cp:lastModifiedBy>
  <cp:revision>559</cp:revision>
  <dcterms:created xsi:type="dcterms:W3CDTF">2002-08-07T17:51:12Z</dcterms:created>
  <dcterms:modified xsi:type="dcterms:W3CDTF">2017-05-14T15:58:57Z</dcterms:modified>
</cp:coreProperties>
</file>